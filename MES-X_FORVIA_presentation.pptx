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4"/>
  </p:sldMasterIdLst>
  <p:notesMasterIdLst>
    <p:notesMasterId r:id="rId31"/>
  </p:notesMasterIdLst>
  <p:sldIdLst>
    <p:sldId id="294" r:id="rId5"/>
    <p:sldId id="316" r:id="rId6"/>
    <p:sldId id="295" r:id="rId7"/>
    <p:sldId id="317" r:id="rId8"/>
    <p:sldId id="284" r:id="rId9"/>
    <p:sldId id="309" r:id="rId10"/>
    <p:sldId id="286" r:id="rId11"/>
    <p:sldId id="287" r:id="rId12"/>
    <p:sldId id="288" r:id="rId13"/>
    <p:sldId id="314" r:id="rId14"/>
    <p:sldId id="303" r:id="rId15"/>
    <p:sldId id="289" r:id="rId16"/>
    <p:sldId id="290" r:id="rId17"/>
    <p:sldId id="291" r:id="rId18"/>
    <p:sldId id="296" r:id="rId19"/>
    <p:sldId id="297" r:id="rId20"/>
    <p:sldId id="298" r:id="rId21"/>
    <p:sldId id="310" r:id="rId22"/>
    <p:sldId id="300" r:id="rId23"/>
    <p:sldId id="301" r:id="rId24"/>
    <p:sldId id="318" r:id="rId25"/>
    <p:sldId id="315" r:id="rId26"/>
    <p:sldId id="305" r:id="rId27"/>
    <p:sldId id="306" r:id="rId28"/>
    <p:sldId id="307" r:id="rId29"/>
    <p:sldId id="308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via PPT" id="{49BFB853-7512-4529-B9A6-87A8F1DF9B81}">
          <p14:sldIdLst>
            <p14:sldId id="294"/>
            <p14:sldId id="316"/>
            <p14:sldId id="295"/>
            <p14:sldId id="317"/>
            <p14:sldId id="284"/>
            <p14:sldId id="309"/>
            <p14:sldId id="286"/>
            <p14:sldId id="287"/>
            <p14:sldId id="288"/>
            <p14:sldId id="314"/>
            <p14:sldId id="303"/>
            <p14:sldId id="289"/>
            <p14:sldId id="290"/>
            <p14:sldId id="291"/>
            <p14:sldId id="296"/>
            <p14:sldId id="297"/>
            <p14:sldId id="298"/>
            <p14:sldId id="310"/>
            <p14:sldId id="300"/>
            <p14:sldId id="301"/>
            <p14:sldId id="318"/>
            <p14:sldId id="315"/>
          </p14:sldIdLst>
        </p14:section>
        <p14:section name="How to use" id="{9614F121-2116-4A73-8EDD-7303805FCBD2}">
          <p14:sldIdLst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55" userDrawn="1">
          <p15:clr>
            <a:srgbClr val="A4A3A4"/>
          </p15:clr>
        </p15:guide>
        <p15:guide id="3" orient="horz" pos="1139" userDrawn="1">
          <p15:clr>
            <a:srgbClr val="A4A3A4"/>
          </p15:clr>
        </p15:guide>
        <p15:guide id="4" orient="horz" pos="1094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4201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756" userDrawn="1">
          <p15:clr>
            <a:srgbClr val="A4A3A4"/>
          </p15:clr>
        </p15:guide>
        <p15:guide id="9" pos="6924" userDrawn="1">
          <p15:clr>
            <a:srgbClr val="A4A3A4"/>
          </p15:clr>
        </p15:guide>
        <p15:guide id="10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1B9"/>
    <a:srgbClr val="80D9C7"/>
    <a:srgbClr val="00A9EB"/>
    <a:srgbClr val="80D4F5"/>
    <a:srgbClr val="001968"/>
    <a:srgbClr val="002498"/>
    <a:srgbClr val="0024D3"/>
    <a:srgbClr val="66D2BC"/>
    <a:srgbClr val="8091E9"/>
    <a:srgbClr val="335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1" autoAdjust="0"/>
    <p:restoredTop sz="97218" autoAdjust="0"/>
  </p:normalViewPr>
  <p:slideViewPr>
    <p:cSldViewPr showGuides="1">
      <p:cViewPr varScale="1">
        <p:scale>
          <a:sx n="40" d="100"/>
          <a:sy n="40" d="100"/>
        </p:scale>
        <p:origin x="972" y="60"/>
      </p:cViewPr>
      <p:guideLst>
        <p:guide orient="horz" pos="2160"/>
        <p:guide orient="horz" pos="255"/>
        <p:guide orient="horz" pos="1139"/>
        <p:guide orient="horz" pos="1094"/>
        <p:guide orient="horz" pos="4065"/>
        <p:guide orient="horz" pos="4201"/>
        <p:guide pos="3840"/>
        <p:guide pos="756"/>
        <p:guide pos="6924"/>
        <p:guide pos="72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80D4F5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88-41BB-958D-823F514F7EC4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rgbClr val="00A9EB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Feuil1!$C$2:$C$4</c:f>
              <c:numCache>
                <c:formatCode>General</c:formatCode>
                <c:ptCount val="3"/>
                <c:pt idx="0">
                  <c:v>22</c:v>
                </c:pt>
                <c:pt idx="1">
                  <c:v>20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88-41BB-958D-823F514F7EC4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Dolores</c:v>
                </c:pt>
              </c:strCache>
            </c:strRef>
          </c:tx>
          <c:spPr>
            <a:solidFill>
              <a:srgbClr val="80D9C7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Feuil1!$D$2:$D$4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88-41BB-958D-823F514F7EC4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Sit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Feuil1!$E$2:$E$4</c:f>
              <c:numCache>
                <c:formatCode>General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188-41BB-958D-823F514F7EC4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Amet</c:v>
                </c:pt>
              </c:strCache>
            </c:strRef>
          </c:tx>
          <c:spPr>
            <a:solidFill>
              <a:srgbClr val="F7B1B9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Feuil1!$F$2:$F$4</c:f>
              <c:numCache>
                <c:formatCode>General</c:formatCode>
                <c:ptCount val="3"/>
                <c:pt idx="0">
                  <c:v>24</c:v>
                </c:pt>
                <c:pt idx="1">
                  <c:v>26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88-41BB-958D-823F514F7EC4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Consectetur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Feuil1!$G$2:$G$4</c:f>
              <c:numCache>
                <c:formatCode>General</c:formatCode>
                <c:ptCount val="3"/>
                <c:pt idx="0">
                  <c:v>25</c:v>
                </c:pt>
                <c:pt idx="1">
                  <c:v>27</c:v>
                </c:pt>
                <c:pt idx="2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188-41BB-958D-823F514F7EC4}"/>
            </c:ext>
          </c:extLst>
        </c:ser>
        <c:ser>
          <c:idx val="6"/>
          <c:order val="6"/>
          <c:tx>
            <c:strRef>
              <c:f>Feuil1!$H$1</c:f>
              <c:strCache>
                <c:ptCount val="1"/>
                <c:pt idx="0">
                  <c:v>Adipiscing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Feuil1!$A$2:$A$4</c:f>
              <c:strCache>
                <c:ptCount val="3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</c:strCache>
            </c:strRef>
          </c:cat>
          <c:val>
            <c:numRef>
              <c:f>Feuil1!$H$2:$H$4</c:f>
              <c:numCache>
                <c:formatCode>General</c:formatCode>
                <c:ptCount val="3"/>
                <c:pt idx="0">
                  <c:v>27</c:v>
                </c:pt>
                <c:pt idx="1">
                  <c:v>27</c:v>
                </c:pt>
                <c:pt idx="2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88-41BB-958D-823F514F7E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7523663"/>
        <c:axId val="1147524623"/>
      </c:barChart>
      <c:catAx>
        <c:axId val="1147523663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47524623"/>
        <c:crosses val="autoZero"/>
        <c:auto val="1"/>
        <c:lblAlgn val="ctr"/>
        <c:lblOffset val="100"/>
        <c:noMultiLvlLbl val="0"/>
      </c:catAx>
      <c:valAx>
        <c:axId val="11475246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47523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2"/>
          </a:solidFill>
        </a:defRPr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Titre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2">
                  <a:alpha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50-4B04-84A7-35B6D249DF0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50-4B04-84A7-35B6D249DF0F}"/>
              </c:ext>
            </c:extLst>
          </c:dPt>
          <c:cat>
            <c:strRef>
              <c:f>Feuil1!$A$2:$A$3</c:f>
              <c:strCache>
                <c:ptCount val="2"/>
                <c:pt idx="0">
                  <c:v>1er trim.</c:v>
                </c:pt>
                <c:pt idx="1">
                  <c:v>2e trim.</c:v>
                </c:pt>
              </c:strCache>
            </c:strRef>
          </c:cat>
          <c:val>
            <c:numRef>
              <c:f>Feuil1!$B$2:$B$3</c:f>
              <c:numCache>
                <c:formatCode>0%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50-4B04-84A7-35B6D249D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Titre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2">
                  <a:alpha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80-4D1B-88EB-3FEEA9BE2F6C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80-4D1B-88EB-3FEEA9BE2F6C}"/>
              </c:ext>
            </c:extLst>
          </c:dPt>
          <c:cat>
            <c:strRef>
              <c:f>Feuil1!$A$2:$A$3</c:f>
              <c:strCache>
                <c:ptCount val="2"/>
                <c:pt idx="0">
                  <c:v>1er trim.</c:v>
                </c:pt>
                <c:pt idx="1">
                  <c:v>2e trim.</c:v>
                </c:pt>
              </c:strCache>
            </c:strRef>
          </c:cat>
          <c:val>
            <c:numRef>
              <c:f>Feuil1!$B$2:$B$3</c:f>
              <c:numCache>
                <c:formatCode>0%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80-4D1B-88EB-3FEEA9BE2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Titre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2">
                  <a:alpha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B3-40CB-B908-96C382CD608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B3-40CB-B908-96C382CD608F}"/>
              </c:ext>
            </c:extLst>
          </c:dPt>
          <c:cat>
            <c:strRef>
              <c:f>Feuil1!$A$2:$A$3</c:f>
              <c:strCache>
                <c:ptCount val="2"/>
                <c:pt idx="0">
                  <c:v>1er trim.</c:v>
                </c:pt>
                <c:pt idx="1">
                  <c:v>2e trim.</c:v>
                </c:pt>
              </c:strCache>
            </c:strRef>
          </c:cat>
          <c:val>
            <c:numRef>
              <c:f>Feuil1!$B$2:$B$3</c:f>
              <c:numCache>
                <c:formatCode>0%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B3-40CB-B908-96C382CD60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Titre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2">
                  <a:alpha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71-4305-AD76-B70487C5CE1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71-4305-AD76-B70487C5CE19}"/>
              </c:ext>
            </c:extLst>
          </c:dPt>
          <c:cat>
            <c:strRef>
              <c:f>Feuil1!$A$2:$A$3</c:f>
              <c:strCache>
                <c:ptCount val="2"/>
                <c:pt idx="0">
                  <c:v>1er trim.</c:v>
                </c:pt>
                <c:pt idx="1">
                  <c:v>2e trim.</c:v>
                </c:pt>
              </c:strCache>
            </c:strRef>
          </c:cat>
          <c:val>
            <c:numRef>
              <c:f>Feuil1!$B$2:$B$3</c:f>
              <c:numCache>
                <c:formatCode>0%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71-4305-AD76-B70487C5C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Feuil1!$B$2:$B$3</c:f>
              <c:numCache>
                <c:formatCode>0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23-4A62-B6C1-41F0EC76E459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F23-4A62-B6C1-41F0EC76E459}"/>
              </c:ext>
            </c:extLst>
          </c:dPt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Feuil1!$C$2:$C$3</c:f>
              <c:numCache>
                <c:formatCode>0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23-4A62-B6C1-41F0EC76E4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77324607"/>
        <c:axId val="312426431"/>
      </c:barChart>
      <c:catAx>
        <c:axId val="977324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Apax-Bold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12426431"/>
        <c:crosses val="autoZero"/>
        <c:auto val="1"/>
        <c:lblAlgn val="ctr"/>
        <c:lblOffset val="100"/>
        <c:noMultiLvlLbl val="0"/>
      </c:catAx>
      <c:valAx>
        <c:axId val="312426431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7732460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Feuil1!$B$2:$B$3</c:f>
              <c:numCache>
                <c:formatCode>0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6-480A-A977-79B080E48574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4C6-480A-A977-79B080E48574}"/>
              </c:ext>
            </c:extLst>
          </c:dPt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Feuil1!$C$2:$C$3</c:f>
              <c:numCache>
                <c:formatCode>0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6-480A-A977-79B080E48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77324607"/>
        <c:axId val="312426431"/>
      </c:barChart>
      <c:catAx>
        <c:axId val="977324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Apax-Bold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12426431"/>
        <c:crosses val="autoZero"/>
        <c:auto val="1"/>
        <c:lblAlgn val="ctr"/>
        <c:lblOffset val="100"/>
        <c:noMultiLvlLbl val="0"/>
      </c:catAx>
      <c:valAx>
        <c:axId val="312426431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77324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Feuil1!$B$2:$B$3</c:f>
              <c:numCache>
                <c:formatCode>0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36-4AB3-93A1-55B03F19EBB2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536-4AB3-93A1-55B03F19EBB2}"/>
              </c:ext>
            </c:extLst>
          </c:dPt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Feuil1!$C$2:$C$3</c:f>
              <c:numCache>
                <c:formatCode>0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36-4AB3-93A1-55B03F19E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77324607"/>
        <c:axId val="312426431"/>
      </c:barChart>
      <c:catAx>
        <c:axId val="977324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Apax-Bold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12426431"/>
        <c:crosses val="autoZero"/>
        <c:auto val="1"/>
        <c:lblAlgn val="ctr"/>
        <c:lblOffset val="100"/>
        <c:noMultiLvlLbl val="0"/>
      </c:catAx>
      <c:valAx>
        <c:axId val="312426431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77324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Feuil1!$B$2:$B$3</c:f>
              <c:numCache>
                <c:formatCode>0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C-487B-A7D1-83877ABD9BB9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FDC-487B-A7D1-83877ABD9BB9}"/>
              </c:ext>
            </c:extLst>
          </c:dPt>
          <c:cat>
            <c:numRef>
              <c:f>Feuil1!$A$2:$A$3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2025</c:v>
                </c:pt>
              </c:numCache>
            </c:numRef>
          </c:cat>
          <c:val>
            <c:numRef>
              <c:f>Feuil1!$C$2:$C$3</c:f>
              <c:numCache>
                <c:formatCode>0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DC-487B-A7D1-83877ABD9B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77324607"/>
        <c:axId val="312426431"/>
      </c:barChart>
      <c:catAx>
        <c:axId val="977324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Apax-Bold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12426431"/>
        <c:crosses val="autoZero"/>
        <c:auto val="1"/>
        <c:lblAlgn val="ctr"/>
        <c:lblOffset val="100"/>
        <c:noMultiLvlLbl val="0"/>
      </c:catAx>
      <c:valAx>
        <c:axId val="312426431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77324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08/06/2026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621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3919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753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4123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360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2414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3174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056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1596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2411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5216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592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5213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414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2392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9629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8836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3928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9532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6058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8559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2699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8409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02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0569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882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w/o BG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8BBE0DB-CE4B-01A3-F729-24B49EBABCE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880800" y="0"/>
            <a:ext cx="11311200" cy="5815044"/>
          </a:xfrm>
          <a:custGeom>
            <a:avLst/>
            <a:gdLst>
              <a:gd name="connsiteX0" fmla="*/ 13972 w 11309173"/>
              <a:gd name="connsiteY0" fmla="*/ 0 h 5814002"/>
              <a:gd name="connsiteX1" fmla="*/ 35568 w 11309173"/>
              <a:gd name="connsiteY1" fmla="*/ 0 h 5814002"/>
              <a:gd name="connsiteX2" fmla="*/ 31610 w 11309173"/>
              <a:gd name="connsiteY2" fmla="*/ 1132224 h 5814002"/>
              <a:gd name="connsiteX3" fmla="*/ 31610 w 11309173"/>
              <a:gd name="connsiteY3" fmla="*/ 1166462 h 5814002"/>
              <a:gd name="connsiteX4" fmla="*/ 31491 w 11309173"/>
              <a:gd name="connsiteY4" fmla="*/ 1166462 h 5814002"/>
              <a:gd name="connsiteX5" fmla="*/ 21595 w 11309173"/>
              <a:gd name="connsiteY5" fmla="*/ 3997523 h 5814002"/>
              <a:gd name="connsiteX6" fmla="*/ 144810 w 11309173"/>
              <a:gd name="connsiteY6" fmla="*/ 4760952 h 5814002"/>
              <a:gd name="connsiteX7" fmla="*/ 767241 w 11309173"/>
              <a:gd name="connsiteY7" fmla="*/ 5270328 h 5814002"/>
              <a:gd name="connsiteX8" fmla="*/ 811700 w 11309173"/>
              <a:gd name="connsiteY8" fmla="*/ 5283031 h 5814002"/>
              <a:gd name="connsiteX9" fmla="*/ 1895236 w 11309173"/>
              <a:gd name="connsiteY9" fmla="*/ 5385922 h 5814002"/>
              <a:gd name="connsiteX10" fmla="*/ 3242989 w 11309173"/>
              <a:gd name="connsiteY10" fmla="*/ 5467219 h 5814002"/>
              <a:gd name="connsiteX11" fmla="*/ 11309173 w 11309173"/>
              <a:gd name="connsiteY11" fmla="*/ 5792406 h 5814002"/>
              <a:gd name="connsiteX12" fmla="*/ 11307903 w 11309173"/>
              <a:gd name="connsiteY12" fmla="*/ 5814002 h 5814002"/>
              <a:gd name="connsiteX13" fmla="*/ 3242989 w 11309173"/>
              <a:gd name="connsiteY13" fmla="*/ 5488814 h 5814002"/>
              <a:gd name="connsiteX14" fmla="*/ 1893967 w 11309173"/>
              <a:gd name="connsiteY14" fmla="*/ 5407517 h 5814002"/>
              <a:gd name="connsiteX15" fmla="*/ 805348 w 11309173"/>
              <a:gd name="connsiteY15" fmla="*/ 5303355 h 5814002"/>
              <a:gd name="connsiteX16" fmla="*/ 760890 w 11309173"/>
              <a:gd name="connsiteY16" fmla="*/ 5290653 h 5814002"/>
              <a:gd name="connsiteX17" fmla="*/ 124486 w 11309173"/>
              <a:gd name="connsiteY17" fmla="*/ 4771114 h 5814002"/>
              <a:gd name="connsiteX18" fmla="*/ 0 w 11309173"/>
              <a:gd name="connsiteY18" fmla="*/ 3997523 h 581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309173" h="5814002">
                <a:moveTo>
                  <a:pt x="13972" y="0"/>
                </a:moveTo>
                <a:lnTo>
                  <a:pt x="35568" y="0"/>
                </a:lnTo>
                <a:lnTo>
                  <a:pt x="31610" y="1132224"/>
                </a:lnTo>
                <a:lnTo>
                  <a:pt x="31610" y="1166462"/>
                </a:lnTo>
                <a:lnTo>
                  <a:pt x="31491" y="1166462"/>
                </a:lnTo>
                <a:lnTo>
                  <a:pt x="21595" y="3997523"/>
                </a:lnTo>
                <a:cubicBezTo>
                  <a:pt x="21595" y="4536115"/>
                  <a:pt x="143540" y="4758411"/>
                  <a:pt x="144810" y="4760952"/>
                </a:cubicBezTo>
                <a:cubicBezTo>
                  <a:pt x="326459" y="5147112"/>
                  <a:pt x="591944" y="5220787"/>
                  <a:pt x="767241" y="5270328"/>
                </a:cubicBezTo>
                <a:cubicBezTo>
                  <a:pt x="782484" y="5275409"/>
                  <a:pt x="797727" y="5279220"/>
                  <a:pt x="811700" y="5283031"/>
                </a:cubicBezTo>
                <a:cubicBezTo>
                  <a:pt x="978105" y="5331301"/>
                  <a:pt x="1886345" y="5385922"/>
                  <a:pt x="1895236" y="5385922"/>
                </a:cubicBezTo>
                <a:lnTo>
                  <a:pt x="3242989" y="5467219"/>
                </a:lnTo>
                <a:lnTo>
                  <a:pt x="11309173" y="5792406"/>
                </a:lnTo>
                <a:lnTo>
                  <a:pt x="11307903" y="5814002"/>
                </a:lnTo>
                <a:lnTo>
                  <a:pt x="3242989" y="5488814"/>
                </a:lnTo>
                <a:lnTo>
                  <a:pt x="1893967" y="5407517"/>
                </a:lnTo>
                <a:cubicBezTo>
                  <a:pt x="1855859" y="5404976"/>
                  <a:pt x="973024" y="5352895"/>
                  <a:pt x="805348" y="5303355"/>
                </a:cubicBezTo>
                <a:cubicBezTo>
                  <a:pt x="791376" y="5299544"/>
                  <a:pt x="776133" y="5294463"/>
                  <a:pt x="760890" y="5290653"/>
                </a:cubicBezTo>
                <a:cubicBezTo>
                  <a:pt x="580511" y="5241112"/>
                  <a:pt x="309945" y="5164896"/>
                  <a:pt x="124486" y="4771114"/>
                </a:cubicBezTo>
                <a:cubicBezTo>
                  <a:pt x="120676" y="4762223"/>
                  <a:pt x="0" y="4542466"/>
                  <a:pt x="0" y="399752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648800" y="2629293"/>
            <a:ext cx="9000000" cy="1784960"/>
          </a:xfrm>
        </p:spPr>
        <p:txBody>
          <a:bodyPr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/>
          <a:p>
            <a:r>
              <a:rPr lang="en-GB" noProof="0" dirty="0"/>
              <a:t>Date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1648800" y="360419"/>
            <a:ext cx="9000000" cy="2083329"/>
          </a:xfrm>
        </p:spPr>
        <p:txBody>
          <a:bodyPr anchor="b" anchorCtr="0"/>
          <a:lstStyle>
            <a:lvl1pPr algn="l">
              <a:lnSpc>
                <a:spcPct val="74000"/>
              </a:lnSpc>
              <a:defRPr sz="4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6FC9029-5969-A981-E230-14D7EA97EF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648800" y="4581128"/>
            <a:ext cx="9000000" cy="553515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Date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A9F403DA-200A-AB85-8C9C-C915BF57CE5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900000" y="5792400"/>
            <a:ext cx="2271600" cy="657988"/>
          </a:xfrm>
          <a:custGeom>
            <a:avLst/>
            <a:gdLst>
              <a:gd name="connsiteX0" fmla="*/ 2226814 w 2308568"/>
              <a:gd name="connsiteY0" fmla="*/ 551409 h 668696"/>
              <a:gd name="connsiteX1" fmla="*/ 2188533 w 2308568"/>
              <a:gd name="connsiteY1" fmla="*/ 592948 h 668696"/>
              <a:gd name="connsiteX2" fmla="*/ 2226814 w 2308568"/>
              <a:gd name="connsiteY2" fmla="*/ 633673 h 668696"/>
              <a:gd name="connsiteX3" fmla="*/ 2266724 w 2308568"/>
              <a:gd name="connsiteY3" fmla="*/ 591319 h 668696"/>
              <a:gd name="connsiteX4" fmla="*/ 2226814 w 2308568"/>
              <a:gd name="connsiteY4" fmla="*/ 551409 h 668696"/>
              <a:gd name="connsiteX5" fmla="*/ 1810610 w 2308568"/>
              <a:gd name="connsiteY5" fmla="*/ 551409 h 668696"/>
              <a:gd name="connsiteX6" fmla="*/ 1774772 w 2308568"/>
              <a:gd name="connsiteY6" fmla="*/ 587247 h 668696"/>
              <a:gd name="connsiteX7" fmla="*/ 1836673 w 2308568"/>
              <a:gd name="connsiteY7" fmla="*/ 566070 h 668696"/>
              <a:gd name="connsiteX8" fmla="*/ 1810610 w 2308568"/>
              <a:gd name="connsiteY8" fmla="*/ 551409 h 668696"/>
              <a:gd name="connsiteX9" fmla="*/ 1321102 w 2308568"/>
              <a:gd name="connsiteY9" fmla="*/ 551409 h 668696"/>
              <a:gd name="connsiteX10" fmla="*/ 1282820 w 2308568"/>
              <a:gd name="connsiteY10" fmla="*/ 592948 h 668696"/>
              <a:gd name="connsiteX11" fmla="*/ 1321102 w 2308568"/>
              <a:gd name="connsiteY11" fmla="*/ 633673 h 668696"/>
              <a:gd name="connsiteX12" fmla="*/ 1361012 w 2308568"/>
              <a:gd name="connsiteY12" fmla="*/ 590505 h 668696"/>
              <a:gd name="connsiteX13" fmla="*/ 1321102 w 2308568"/>
              <a:gd name="connsiteY13" fmla="*/ 551409 h 668696"/>
              <a:gd name="connsiteX14" fmla="*/ 2073690 w 2308568"/>
              <a:gd name="connsiteY14" fmla="*/ 521273 h 668696"/>
              <a:gd name="connsiteX15" fmla="*/ 2114414 w 2308568"/>
              <a:gd name="connsiteY15" fmla="*/ 521273 h 668696"/>
              <a:gd name="connsiteX16" fmla="*/ 2114414 w 2308568"/>
              <a:gd name="connsiteY16" fmla="*/ 664623 h 668696"/>
              <a:gd name="connsiteX17" fmla="*/ 2073690 w 2308568"/>
              <a:gd name="connsiteY17" fmla="*/ 664623 h 668696"/>
              <a:gd name="connsiteX18" fmla="*/ 1440832 w 2308568"/>
              <a:gd name="connsiteY18" fmla="*/ 521273 h 668696"/>
              <a:gd name="connsiteX19" fmla="*/ 1481556 w 2308568"/>
              <a:gd name="connsiteY19" fmla="*/ 521273 h 668696"/>
              <a:gd name="connsiteX20" fmla="*/ 1481556 w 2308568"/>
              <a:gd name="connsiteY20" fmla="*/ 593763 h 668696"/>
              <a:gd name="connsiteX21" fmla="*/ 1512507 w 2308568"/>
              <a:gd name="connsiteY21" fmla="*/ 632044 h 668696"/>
              <a:gd name="connsiteX22" fmla="*/ 1543457 w 2308568"/>
              <a:gd name="connsiteY22" fmla="*/ 593763 h 668696"/>
              <a:gd name="connsiteX23" fmla="*/ 1543457 w 2308568"/>
              <a:gd name="connsiteY23" fmla="*/ 521273 h 668696"/>
              <a:gd name="connsiteX24" fmla="*/ 1584182 w 2308568"/>
              <a:gd name="connsiteY24" fmla="*/ 521273 h 668696"/>
              <a:gd name="connsiteX25" fmla="*/ 1584182 w 2308568"/>
              <a:gd name="connsiteY25" fmla="*/ 598650 h 668696"/>
              <a:gd name="connsiteX26" fmla="*/ 1512507 w 2308568"/>
              <a:gd name="connsiteY26" fmla="*/ 668696 h 668696"/>
              <a:gd name="connsiteX27" fmla="*/ 1440832 w 2308568"/>
              <a:gd name="connsiteY27" fmla="*/ 598650 h 668696"/>
              <a:gd name="connsiteX28" fmla="*/ 1055578 w 2308568"/>
              <a:gd name="connsiteY28" fmla="*/ 520459 h 668696"/>
              <a:gd name="connsiteX29" fmla="*/ 1092230 w 2308568"/>
              <a:gd name="connsiteY29" fmla="*/ 520459 h 668696"/>
              <a:gd name="connsiteX30" fmla="*/ 1092230 w 2308568"/>
              <a:gd name="connsiteY30" fmla="*/ 559554 h 668696"/>
              <a:gd name="connsiteX31" fmla="*/ 1055578 w 2308568"/>
              <a:gd name="connsiteY31" fmla="*/ 559554 h 668696"/>
              <a:gd name="connsiteX32" fmla="*/ 1713686 w 2308568"/>
              <a:gd name="connsiteY32" fmla="*/ 518015 h 668696"/>
              <a:gd name="connsiteX33" fmla="*/ 1713686 w 2308568"/>
              <a:gd name="connsiteY33" fmla="*/ 555482 h 668696"/>
              <a:gd name="connsiteX34" fmla="*/ 1664002 w 2308568"/>
              <a:gd name="connsiteY34" fmla="*/ 585618 h 668696"/>
              <a:gd name="connsiteX35" fmla="*/ 1664002 w 2308568"/>
              <a:gd name="connsiteY35" fmla="*/ 663809 h 668696"/>
              <a:gd name="connsiteX36" fmla="*/ 1623277 w 2308568"/>
              <a:gd name="connsiteY36" fmla="*/ 663809 h 668696"/>
              <a:gd name="connsiteX37" fmla="*/ 1623277 w 2308568"/>
              <a:gd name="connsiteY37" fmla="*/ 583174 h 668696"/>
              <a:gd name="connsiteX38" fmla="*/ 1713686 w 2308568"/>
              <a:gd name="connsiteY38" fmla="*/ 518015 h 668696"/>
              <a:gd name="connsiteX39" fmla="*/ 2221112 w 2308568"/>
              <a:gd name="connsiteY39" fmla="*/ 517201 h 668696"/>
              <a:gd name="connsiteX40" fmla="*/ 2266724 w 2308568"/>
              <a:gd name="connsiteY40" fmla="*/ 535934 h 668696"/>
              <a:gd name="connsiteX41" fmla="*/ 2266724 w 2308568"/>
              <a:gd name="connsiteY41" fmla="*/ 521273 h 668696"/>
              <a:gd name="connsiteX42" fmla="*/ 2305005 w 2308568"/>
              <a:gd name="connsiteY42" fmla="*/ 521273 h 668696"/>
              <a:gd name="connsiteX43" fmla="*/ 2305005 w 2308568"/>
              <a:gd name="connsiteY43" fmla="*/ 664623 h 668696"/>
              <a:gd name="connsiteX44" fmla="*/ 2266724 w 2308568"/>
              <a:gd name="connsiteY44" fmla="*/ 664623 h 668696"/>
              <a:gd name="connsiteX45" fmla="*/ 2266724 w 2308568"/>
              <a:gd name="connsiteY45" fmla="*/ 649148 h 668696"/>
              <a:gd name="connsiteX46" fmla="*/ 2221112 w 2308568"/>
              <a:gd name="connsiteY46" fmla="*/ 668696 h 668696"/>
              <a:gd name="connsiteX47" fmla="*/ 2147808 w 2308568"/>
              <a:gd name="connsiteY47" fmla="*/ 592948 h 668696"/>
              <a:gd name="connsiteX48" fmla="*/ 2221112 w 2308568"/>
              <a:gd name="connsiteY48" fmla="*/ 517201 h 668696"/>
              <a:gd name="connsiteX49" fmla="*/ 1986539 w 2308568"/>
              <a:gd name="connsiteY49" fmla="*/ 517201 h 668696"/>
              <a:gd name="connsiteX50" fmla="*/ 2038667 w 2308568"/>
              <a:gd name="connsiteY50" fmla="*/ 533491 h 668696"/>
              <a:gd name="connsiteX51" fmla="*/ 2021562 w 2308568"/>
              <a:gd name="connsiteY51" fmla="*/ 564441 h 668696"/>
              <a:gd name="connsiteX52" fmla="*/ 1990612 w 2308568"/>
              <a:gd name="connsiteY52" fmla="*/ 554667 h 668696"/>
              <a:gd name="connsiteX53" fmla="*/ 1950702 w 2308568"/>
              <a:gd name="connsiteY53" fmla="*/ 593763 h 668696"/>
              <a:gd name="connsiteX54" fmla="*/ 1991426 w 2308568"/>
              <a:gd name="connsiteY54" fmla="*/ 632858 h 668696"/>
              <a:gd name="connsiteX55" fmla="*/ 2021562 w 2308568"/>
              <a:gd name="connsiteY55" fmla="*/ 622270 h 668696"/>
              <a:gd name="connsiteX56" fmla="*/ 2039481 w 2308568"/>
              <a:gd name="connsiteY56" fmla="*/ 651591 h 668696"/>
              <a:gd name="connsiteX57" fmla="*/ 1988168 w 2308568"/>
              <a:gd name="connsiteY57" fmla="*/ 668696 h 668696"/>
              <a:gd name="connsiteX58" fmla="*/ 1909163 w 2308568"/>
              <a:gd name="connsiteY58" fmla="*/ 592948 h 668696"/>
              <a:gd name="connsiteX59" fmla="*/ 1986539 w 2308568"/>
              <a:gd name="connsiteY59" fmla="*/ 517201 h 668696"/>
              <a:gd name="connsiteX60" fmla="*/ 1811424 w 2308568"/>
              <a:gd name="connsiteY60" fmla="*/ 517201 h 668696"/>
              <a:gd name="connsiteX61" fmla="*/ 1880656 w 2308568"/>
              <a:gd name="connsiteY61" fmla="*/ 584804 h 668696"/>
              <a:gd name="connsiteX62" fmla="*/ 1781288 w 2308568"/>
              <a:gd name="connsiteY62" fmla="*/ 616569 h 668696"/>
              <a:gd name="connsiteX63" fmla="*/ 1820383 w 2308568"/>
              <a:gd name="connsiteY63" fmla="*/ 633673 h 668696"/>
              <a:gd name="connsiteX64" fmla="*/ 1860294 w 2308568"/>
              <a:gd name="connsiteY64" fmla="*/ 620641 h 668696"/>
              <a:gd name="connsiteX65" fmla="*/ 1877398 w 2308568"/>
              <a:gd name="connsiteY65" fmla="*/ 649963 h 668696"/>
              <a:gd name="connsiteX66" fmla="*/ 1820383 w 2308568"/>
              <a:gd name="connsiteY66" fmla="*/ 667881 h 668696"/>
              <a:gd name="connsiteX67" fmla="*/ 1738120 w 2308568"/>
              <a:gd name="connsiteY67" fmla="*/ 592134 h 668696"/>
              <a:gd name="connsiteX68" fmla="*/ 1811424 w 2308568"/>
              <a:gd name="connsiteY68" fmla="*/ 517201 h 668696"/>
              <a:gd name="connsiteX69" fmla="*/ 1315400 w 2308568"/>
              <a:gd name="connsiteY69" fmla="*/ 517201 h 668696"/>
              <a:gd name="connsiteX70" fmla="*/ 1361012 w 2308568"/>
              <a:gd name="connsiteY70" fmla="*/ 534305 h 668696"/>
              <a:gd name="connsiteX71" fmla="*/ 1361012 w 2308568"/>
              <a:gd name="connsiteY71" fmla="*/ 522088 h 668696"/>
              <a:gd name="connsiteX72" fmla="*/ 1399293 w 2308568"/>
              <a:gd name="connsiteY72" fmla="*/ 522088 h 668696"/>
              <a:gd name="connsiteX73" fmla="*/ 1399293 w 2308568"/>
              <a:gd name="connsiteY73" fmla="*/ 665438 h 668696"/>
              <a:gd name="connsiteX74" fmla="*/ 1361012 w 2308568"/>
              <a:gd name="connsiteY74" fmla="*/ 665438 h 668696"/>
              <a:gd name="connsiteX75" fmla="*/ 1361012 w 2308568"/>
              <a:gd name="connsiteY75" fmla="*/ 651591 h 668696"/>
              <a:gd name="connsiteX76" fmla="*/ 1315400 w 2308568"/>
              <a:gd name="connsiteY76" fmla="*/ 668696 h 668696"/>
              <a:gd name="connsiteX77" fmla="*/ 1242096 w 2308568"/>
              <a:gd name="connsiteY77" fmla="*/ 592948 h 668696"/>
              <a:gd name="connsiteX78" fmla="*/ 1315400 w 2308568"/>
              <a:gd name="connsiteY78" fmla="*/ 517201 h 668696"/>
              <a:gd name="connsiteX79" fmla="*/ 2073690 w 2308568"/>
              <a:gd name="connsiteY79" fmla="*/ 456114 h 668696"/>
              <a:gd name="connsiteX80" fmla="*/ 2114414 w 2308568"/>
              <a:gd name="connsiteY80" fmla="*/ 456114 h 668696"/>
              <a:gd name="connsiteX81" fmla="*/ 2114414 w 2308568"/>
              <a:gd name="connsiteY81" fmla="*/ 495210 h 668696"/>
              <a:gd name="connsiteX82" fmla="*/ 2073690 w 2308568"/>
              <a:gd name="connsiteY82" fmla="*/ 495210 h 668696"/>
              <a:gd name="connsiteX83" fmla="*/ 1178426 w 2308568"/>
              <a:gd name="connsiteY83" fmla="*/ 444024 h 668696"/>
              <a:gd name="connsiteX84" fmla="*/ 1225806 w 2308568"/>
              <a:gd name="connsiteY84" fmla="*/ 444711 h 668696"/>
              <a:gd name="connsiteX85" fmla="*/ 1225806 w 2308568"/>
              <a:gd name="connsiteY85" fmla="*/ 482178 h 668696"/>
              <a:gd name="connsiteX86" fmla="*/ 1159018 w 2308568"/>
              <a:gd name="connsiteY86" fmla="*/ 513128 h 668696"/>
              <a:gd name="connsiteX87" fmla="*/ 1159018 w 2308568"/>
              <a:gd name="connsiteY87" fmla="*/ 520459 h 668696"/>
              <a:gd name="connsiteX88" fmla="*/ 1223363 w 2308568"/>
              <a:gd name="connsiteY88" fmla="*/ 520459 h 668696"/>
              <a:gd name="connsiteX89" fmla="*/ 1223363 w 2308568"/>
              <a:gd name="connsiteY89" fmla="*/ 559554 h 668696"/>
              <a:gd name="connsiteX90" fmla="*/ 1159018 w 2308568"/>
              <a:gd name="connsiteY90" fmla="*/ 559554 h 668696"/>
              <a:gd name="connsiteX91" fmla="*/ 1159018 w 2308568"/>
              <a:gd name="connsiteY91" fmla="*/ 664623 h 668696"/>
              <a:gd name="connsiteX92" fmla="*/ 1118294 w 2308568"/>
              <a:gd name="connsiteY92" fmla="*/ 664623 h 668696"/>
              <a:gd name="connsiteX93" fmla="*/ 1118294 w 2308568"/>
              <a:gd name="connsiteY93" fmla="*/ 510685 h 668696"/>
              <a:gd name="connsiteX94" fmla="*/ 1178426 w 2308568"/>
              <a:gd name="connsiteY94" fmla="*/ 444024 h 668696"/>
              <a:gd name="connsiteX95" fmla="*/ 2089979 w 2308568"/>
              <a:gd name="connsiteY95" fmla="*/ 83893 h 668696"/>
              <a:gd name="connsiteX96" fmla="*/ 2024820 w 2308568"/>
              <a:gd name="connsiteY96" fmla="*/ 214211 h 668696"/>
              <a:gd name="connsiteX97" fmla="*/ 2154324 w 2308568"/>
              <a:gd name="connsiteY97" fmla="*/ 214211 h 668696"/>
              <a:gd name="connsiteX98" fmla="*/ 974129 w 2308568"/>
              <a:gd name="connsiteY98" fmla="*/ 83078 h 668696"/>
              <a:gd name="connsiteX99" fmla="*/ 974129 w 2308568"/>
              <a:gd name="connsiteY99" fmla="*/ 158825 h 668696"/>
              <a:gd name="connsiteX100" fmla="*/ 1123181 w 2308568"/>
              <a:gd name="connsiteY100" fmla="*/ 158825 h 668696"/>
              <a:gd name="connsiteX101" fmla="*/ 1180195 w 2308568"/>
              <a:gd name="connsiteY101" fmla="*/ 121359 h 668696"/>
              <a:gd name="connsiteX102" fmla="*/ 1123181 w 2308568"/>
              <a:gd name="connsiteY102" fmla="*/ 83078 h 668696"/>
              <a:gd name="connsiteX103" fmla="*/ 610052 w 2308568"/>
              <a:gd name="connsiteY103" fmla="*/ 68417 h 668696"/>
              <a:gd name="connsiteX104" fmla="*/ 471589 w 2308568"/>
              <a:gd name="connsiteY104" fmla="*/ 174301 h 668696"/>
              <a:gd name="connsiteX105" fmla="*/ 610052 w 2308568"/>
              <a:gd name="connsiteY105" fmla="*/ 280185 h 668696"/>
              <a:gd name="connsiteX106" fmla="*/ 747701 w 2308568"/>
              <a:gd name="connsiteY106" fmla="*/ 174301 h 668696"/>
              <a:gd name="connsiteX107" fmla="*/ 610052 w 2308568"/>
              <a:gd name="connsiteY107" fmla="*/ 68417 h 668696"/>
              <a:gd name="connsiteX108" fmla="*/ 2055771 w 2308568"/>
              <a:gd name="connsiteY108" fmla="*/ 8959 h 668696"/>
              <a:gd name="connsiteX109" fmla="*/ 2130704 w 2308568"/>
              <a:gd name="connsiteY109" fmla="*/ 8959 h 668696"/>
              <a:gd name="connsiteX110" fmla="*/ 2141292 w 2308568"/>
              <a:gd name="connsiteY110" fmla="*/ 15475 h 668696"/>
              <a:gd name="connsiteX111" fmla="*/ 2308263 w 2308568"/>
              <a:gd name="connsiteY111" fmla="*/ 333941 h 668696"/>
              <a:gd name="connsiteX112" fmla="*/ 2305819 w 2308568"/>
              <a:gd name="connsiteY112" fmla="*/ 338013 h 668696"/>
              <a:gd name="connsiteX113" fmla="*/ 2257764 w 2308568"/>
              <a:gd name="connsiteY113" fmla="*/ 338013 h 668696"/>
              <a:gd name="connsiteX114" fmla="*/ 2195863 w 2308568"/>
              <a:gd name="connsiteY114" fmla="*/ 299732 h 668696"/>
              <a:gd name="connsiteX115" fmla="*/ 2183646 w 2308568"/>
              <a:gd name="connsiteY115" fmla="*/ 275298 h 668696"/>
              <a:gd name="connsiteX116" fmla="*/ 1994684 w 2308568"/>
              <a:gd name="connsiteY116" fmla="*/ 275298 h 668696"/>
              <a:gd name="connsiteX117" fmla="*/ 1966991 w 2308568"/>
              <a:gd name="connsiteY117" fmla="*/ 331497 h 668696"/>
              <a:gd name="connsiteX118" fmla="*/ 1956403 w 2308568"/>
              <a:gd name="connsiteY118" fmla="*/ 338013 h 668696"/>
              <a:gd name="connsiteX119" fmla="*/ 1872511 w 2308568"/>
              <a:gd name="connsiteY119" fmla="*/ 338013 h 668696"/>
              <a:gd name="connsiteX120" fmla="*/ 1870067 w 2308568"/>
              <a:gd name="connsiteY120" fmla="*/ 333941 h 668696"/>
              <a:gd name="connsiteX121" fmla="*/ 2032965 w 2308568"/>
              <a:gd name="connsiteY121" fmla="*/ 22806 h 668696"/>
              <a:gd name="connsiteX122" fmla="*/ 2055771 w 2308568"/>
              <a:gd name="connsiteY122" fmla="*/ 8959 h 668696"/>
              <a:gd name="connsiteX123" fmla="*/ 1775586 w 2308568"/>
              <a:gd name="connsiteY123" fmla="*/ 8959 h 668696"/>
              <a:gd name="connsiteX124" fmla="*/ 1822827 w 2308568"/>
              <a:gd name="connsiteY124" fmla="*/ 8959 h 668696"/>
              <a:gd name="connsiteX125" fmla="*/ 1835044 w 2308568"/>
              <a:gd name="connsiteY125" fmla="*/ 21177 h 668696"/>
              <a:gd name="connsiteX126" fmla="*/ 1835044 w 2308568"/>
              <a:gd name="connsiteY126" fmla="*/ 325796 h 668696"/>
              <a:gd name="connsiteX127" fmla="*/ 1822827 w 2308568"/>
              <a:gd name="connsiteY127" fmla="*/ 338013 h 668696"/>
              <a:gd name="connsiteX128" fmla="*/ 1760926 w 2308568"/>
              <a:gd name="connsiteY128" fmla="*/ 338013 h 668696"/>
              <a:gd name="connsiteX129" fmla="*/ 1749523 w 2308568"/>
              <a:gd name="connsiteY129" fmla="*/ 325796 h 668696"/>
              <a:gd name="connsiteX130" fmla="*/ 1749523 w 2308568"/>
              <a:gd name="connsiteY130" fmla="*/ 35023 h 668696"/>
              <a:gd name="connsiteX131" fmla="*/ 1775586 w 2308568"/>
              <a:gd name="connsiteY131" fmla="*/ 8959 h 668696"/>
              <a:gd name="connsiteX132" fmla="*/ 1280377 w 2308568"/>
              <a:gd name="connsiteY132" fmla="*/ 8959 h 668696"/>
              <a:gd name="connsiteX133" fmla="*/ 1364269 w 2308568"/>
              <a:gd name="connsiteY133" fmla="*/ 8959 h 668696"/>
              <a:gd name="connsiteX134" fmla="*/ 1374858 w 2308568"/>
              <a:gd name="connsiteY134" fmla="*/ 15475 h 668696"/>
              <a:gd name="connsiteX135" fmla="*/ 1497846 w 2308568"/>
              <a:gd name="connsiteY135" fmla="*/ 262266 h 668696"/>
              <a:gd name="connsiteX136" fmla="*/ 1620019 w 2308568"/>
              <a:gd name="connsiteY136" fmla="*/ 15475 h 668696"/>
              <a:gd name="connsiteX137" fmla="*/ 1630608 w 2308568"/>
              <a:gd name="connsiteY137" fmla="*/ 8959 h 668696"/>
              <a:gd name="connsiteX138" fmla="*/ 1714500 w 2308568"/>
              <a:gd name="connsiteY138" fmla="*/ 8959 h 668696"/>
              <a:gd name="connsiteX139" fmla="*/ 1716129 w 2308568"/>
              <a:gd name="connsiteY139" fmla="*/ 13032 h 668696"/>
              <a:gd name="connsiteX140" fmla="*/ 1549159 w 2308568"/>
              <a:gd name="connsiteY140" fmla="*/ 331497 h 668696"/>
              <a:gd name="connsiteX141" fmla="*/ 1538570 w 2308568"/>
              <a:gd name="connsiteY141" fmla="*/ 338013 h 668696"/>
              <a:gd name="connsiteX142" fmla="*/ 1463637 w 2308568"/>
              <a:gd name="connsiteY142" fmla="*/ 338013 h 668696"/>
              <a:gd name="connsiteX143" fmla="*/ 1440832 w 2308568"/>
              <a:gd name="connsiteY143" fmla="*/ 324167 h 668696"/>
              <a:gd name="connsiteX144" fmla="*/ 1277934 w 2308568"/>
              <a:gd name="connsiteY144" fmla="*/ 13032 h 668696"/>
              <a:gd name="connsiteX145" fmla="*/ 1280377 w 2308568"/>
              <a:gd name="connsiteY145" fmla="*/ 8959 h 668696"/>
              <a:gd name="connsiteX146" fmla="*/ 914671 w 2308568"/>
              <a:gd name="connsiteY146" fmla="*/ 8959 h 668696"/>
              <a:gd name="connsiteX147" fmla="*/ 1135398 w 2308568"/>
              <a:gd name="connsiteY147" fmla="*/ 8959 h 668696"/>
              <a:gd name="connsiteX148" fmla="*/ 1266531 w 2308568"/>
              <a:gd name="connsiteY148" fmla="*/ 116472 h 668696"/>
              <a:gd name="connsiteX149" fmla="*/ 1191598 w 2308568"/>
              <a:gd name="connsiteY149" fmla="*/ 215840 h 668696"/>
              <a:gd name="connsiteX150" fmla="*/ 1285264 w 2308568"/>
              <a:gd name="connsiteY150" fmla="*/ 333941 h 668696"/>
              <a:gd name="connsiteX151" fmla="*/ 1282820 w 2308568"/>
              <a:gd name="connsiteY151" fmla="*/ 338013 h 668696"/>
              <a:gd name="connsiteX152" fmla="*/ 1196485 w 2308568"/>
              <a:gd name="connsiteY152" fmla="*/ 338013 h 668696"/>
              <a:gd name="connsiteX153" fmla="*/ 1188340 w 2308568"/>
              <a:gd name="connsiteY153" fmla="*/ 333126 h 668696"/>
              <a:gd name="connsiteX154" fmla="*/ 1114221 w 2308568"/>
              <a:gd name="connsiteY154" fmla="*/ 250048 h 668696"/>
              <a:gd name="connsiteX155" fmla="*/ 1049877 w 2308568"/>
              <a:gd name="connsiteY155" fmla="*/ 223985 h 668696"/>
              <a:gd name="connsiteX156" fmla="*/ 974944 w 2308568"/>
              <a:gd name="connsiteY156" fmla="*/ 223985 h 668696"/>
              <a:gd name="connsiteX157" fmla="*/ 974944 w 2308568"/>
              <a:gd name="connsiteY157" fmla="*/ 325796 h 668696"/>
              <a:gd name="connsiteX158" fmla="*/ 962726 w 2308568"/>
              <a:gd name="connsiteY158" fmla="*/ 338013 h 668696"/>
              <a:gd name="connsiteX159" fmla="*/ 900825 w 2308568"/>
              <a:gd name="connsiteY159" fmla="*/ 338013 h 668696"/>
              <a:gd name="connsiteX160" fmla="*/ 888608 w 2308568"/>
              <a:gd name="connsiteY160" fmla="*/ 325796 h 668696"/>
              <a:gd name="connsiteX161" fmla="*/ 888608 w 2308568"/>
              <a:gd name="connsiteY161" fmla="*/ 35023 h 668696"/>
              <a:gd name="connsiteX162" fmla="*/ 914671 w 2308568"/>
              <a:gd name="connsiteY162" fmla="*/ 8959 h 668696"/>
              <a:gd name="connsiteX163" fmla="*/ 26064 w 2308568"/>
              <a:gd name="connsiteY163" fmla="*/ 8959 h 668696"/>
              <a:gd name="connsiteX164" fmla="*/ 356746 w 2308568"/>
              <a:gd name="connsiteY164" fmla="*/ 8959 h 668696"/>
              <a:gd name="connsiteX165" fmla="*/ 368964 w 2308568"/>
              <a:gd name="connsiteY165" fmla="*/ 21177 h 668696"/>
              <a:gd name="connsiteX166" fmla="*/ 368964 w 2308568"/>
              <a:gd name="connsiteY166" fmla="*/ 78191 h 668696"/>
              <a:gd name="connsiteX167" fmla="*/ 364077 w 2308568"/>
              <a:gd name="connsiteY167" fmla="*/ 83078 h 668696"/>
              <a:gd name="connsiteX168" fmla="*/ 85521 w 2308568"/>
              <a:gd name="connsiteY168" fmla="*/ 83078 h 668696"/>
              <a:gd name="connsiteX169" fmla="*/ 106698 w 2308568"/>
              <a:gd name="connsiteY169" fmla="*/ 103440 h 668696"/>
              <a:gd name="connsiteX170" fmla="*/ 274483 w 2308568"/>
              <a:gd name="connsiteY170" fmla="*/ 118101 h 668696"/>
              <a:gd name="connsiteX171" fmla="*/ 274483 w 2308568"/>
              <a:gd name="connsiteY171" fmla="*/ 231315 h 668696"/>
              <a:gd name="connsiteX172" fmla="*/ 114843 w 2308568"/>
              <a:gd name="connsiteY172" fmla="*/ 245161 h 668696"/>
              <a:gd name="connsiteX173" fmla="*/ 85521 w 2308568"/>
              <a:gd name="connsiteY173" fmla="*/ 266338 h 668696"/>
              <a:gd name="connsiteX174" fmla="*/ 85521 w 2308568"/>
              <a:gd name="connsiteY174" fmla="*/ 325796 h 668696"/>
              <a:gd name="connsiteX175" fmla="*/ 73304 w 2308568"/>
              <a:gd name="connsiteY175" fmla="*/ 338013 h 668696"/>
              <a:gd name="connsiteX176" fmla="*/ 11403 w 2308568"/>
              <a:gd name="connsiteY176" fmla="*/ 338013 h 668696"/>
              <a:gd name="connsiteX177" fmla="*/ 0 w 2308568"/>
              <a:gd name="connsiteY177" fmla="*/ 325796 h 668696"/>
              <a:gd name="connsiteX178" fmla="*/ 0 w 2308568"/>
              <a:gd name="connsiteY178" fmla="*/ 244347 h 668696"/>
              <a:gd name="connsiteX179" fmla="*/ 33394 w 2308568"/>
              <a:gd name="connsiteY179" fmla="*/ 194663 h 668696"/>
              <a:gd name="connsiteX180" fmla="*/ 232129 w 2308568"/>
              <a:gd name="connsiteY180" fmla="*/ 182446 h 668696"/>
              <a:gd name="connsiteX181" fmla="*/ 232129 w 2308568"/>
              <a:gd name="connsiteY181" fmla="*/ 171043 h 668696"/>
              <a:gd name="connsiteX182" fmla="*/ 34209 w 2308568"/>
              <a:gd name="connsiteY182" fmla="*/ 159640 h 668696"/>
              <a:gd name="connsiteX183" fmla="*/ 0 w 2308568"/>
              <a:gd name="connsiteY183" fmla="*/ 109142 h 668696"/>
              <a:gd name="connsiteX184" fmla="*/ 0 w 2308568"/>
              <a:gd name="connsiteY184" fmla="*/ 35023 h 668696"/>
              <a:gd name="connsiteX185" fmla="*/ 26064 w 2308568"/>
              <a:gd name="connsiteY185" fmla="*/ 8959 h 668696"/>
              <a:gd name="connsiteX186" fmla="*/ 610052 w 2308568"/>
              <a:gd name="connsiteY186" fmla="*/ 0 h 668696"/>
              <a:gd name="connsiteX187" fmla="*/ 834037 w 2308568"/>
              <a:gd name="connsiteY187" fmla="*/ 173486 h 668696"/>
              <a:gd name="connsiteX188" fmla="*/ 610052 w 2308568"/>
              <a:gd name="connsiteY188" fmla="*/ 346973 h 668696"/>
              <a:gd name="connsiteX189" fmla="*/ 384439 w 2308568"/>
              <a:gd name="connsiteY189" fmla="*/ 173486 h 668696"/>
              <a:gd name="connsiteX190" fmla="*/ 610052 w 2308568"/>
              <a:gd name="connsiteY190" fmla="*/ 0 h 6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2308568" h="668696">
                <a:moveTo>
                  <a:pt x="2226814" y="551409"/>
                </a:moveTo>
                <a:cubicBezTo>
                  <a:pt x="2204008" y="551409"/>
                  <a:pt x="2188533" y="566885"/>
                  <a:pt x="2188533" y="592948"/>
                </a:cubicBezTo>
                <a:cubicBezTo>
                  <a:pt x="2188533" y="616569"/>
                  <a:pt x="2204008" y="633673"/>
                  <a:pt x="2226814" y="633673"/>
                </a:cubicBezTo>
                <a:cubicBezTo>
                  <a:pt x="2248805" y="633673"/>
                  <a:pt x="2266724" y="617383"/>
                  <a:pt x="2266724" y="591319"/>
                </a:cubicBezTo>
                <a:cubicBezTo>
                  <a:pt x="2266724" y="567699"/>
                  <a:pt x="2248805" y="551409"/>
                  <a:pt x="2226814" y="551409"/>
                </a:cubicBezTo>
                <a:close/>
                <a:moveTo>
                  <a:pt x="1810610" y="551409"/>
                </a:moveTo>
                <a:cubicBezTo>
                  <a:pt x="1789433" y="551409"/>
                  <a:pt x="1775586" y="565256"/>
                  <a:pt x="1774772" y="587247"/>
                </a:cubicBezTo>
                <a:lnTo>
                  <a:pt x="1836673" y="566070"/>
                </a:lnTo>
                <a:cubicBezTo>
                  <a:pt x="1833415" y="557925"/>
                  <a:pt x="1826085" y="551409"/>
                  <a:pt x="1810610" y="551409"/>
                </a:cubicBezTo>
                <a:close/>
                <a:moveTo>
                  <a:pt x="1321102" y="551409"/>
                </a:moveTo>
                <a:cubicBezTo>
                  <a:pt x="1298296" y="551409"/>
                  <a:pt x="1282820" y="566885"/>
                  <a:pt x="1282820" y="592948"/>
                </a:cubicBezTo>
                <a:cubicBezTo>
                  <a:pt x="1282820" y="616569"/>
                  <a:pt x="1298296" y="633673"/>
                  <a:pt x="1321102" y="633673"/>
                </a:cubicBezTo>
                <a:cubicBezTo>
                  <a:pt x="1342278" y="633673"/>
                  <a:pt x="1360197" y="617383"/>
                  <a:pt x="1361012" y="590505"/>
                </a:cubicBezTo>
                <a:cubicBezTo>
                  <a:pt x="1361012" y="567699"/>
                  <a:pt x="1343093" y="551409"/>
                  <a:pt x="1321102" y="551409"/>
                </a:cubicBezTo>
                <a:close/>
                <a:moveTo>
                  <a:pt x="2073690" y="521273"/>
                </a:moveTo>
                <a:lnTo>
                  <a:pt x="2114414" y="521273"/>
                </a:lnTo>
                <a:lnTo>
                  <a:pt x="2114414" y="664623"/>
                </a:lnTo>
                <a:lnTo>
                  <a:pt x="2073690" y="664623"/>
                </a:lnTo>
                <a:close/>
                <a:moveTo>
                  <a:pt x="1440832" y="521273"/>
                </a:moveTo>
                <a:lnTo>
                  <a:pt x="1481556" y="521273"/>
                </a:lnTo>
                <a:lnTo>
                  <a:pt x="1481556" y="593763"/>
                </a:lnTo>
                <a:cubicBezTo>
                  <a:pt x="1481556" y="616569"/>
                  <a:pt x="1489701" y="632044"/>
                  <a:pt x="1512507" y="632044"/>
                </a:cubicBezTo>
                <a:cubicBezTo>
                  <a:pt x="1535312" y="632044"/>
                  <a:pt x="1543457" y="615754"/>
                  <a:pt x="1543457" y="593763"/>
                </a:cubicBezTo>
                <a:lnTo>
                  <a:pt x="1543457" y="521273"/>
                </a:lnTo>
                <a:lnTo>
                  <a:pt x="1584182" y="521273"/>
                </a:lnTo>
                <a:lnTo>
                  <a:pt x="1584182" y="598650"/>
                </a:lnTo>
                <a:cubicBezTo>
                  <a:pt x="1584182" y="639374"/>
                  <a:pt x="1559747" y="668696"/>
                  <a:pt x="1512507" y="668696"/>
                </a:cubicBezTo>
                <a:cubicBezTo>
                  <a:pt x="1465266" y="668696"/>
                  <a:pt x="1440832" y="639374"/>
                  <a:pt x="1440832" y="598650"/>
                </a:cubicBezTo>
                <a:close/>
                <a:moveTo>
                  <a:pt x="1055578" y="520459"/>
                </a:moveTo>
                <a:lnTo>
                  <a:pt x="1092230" y="520459"/>
                </a:lnTo>
                <a:lnTo>
                  <a:pt x="1092230" y="559554"/>
                </a:lnTo>
                <a:lnTo>
                  <a:pt x="1055578" y="559554"/>
                </a:lnTo>
                <a:close/>
                <a:moveTo>
                  <a:pt x="1713686" y="518015"/>
                </a:moveTo>
                <a:lnTo>
                  <a:pt x="1713686" y="555482"/>
                </a:lnTo>
                <a:cubicBezTo>
                  <a:pt x="1676219" y="553853"/>
                  <a:pt x="1664002" y="562812"/>
                  <a:pt x="1664002" y="585618"/>
                </a:cubicBezTo>
                <a:lnTo>
                  <a:pt x="1664002" y="663809"/>
                </a:lnTo>
                <a:lnTo>
                  <a:pt x="1623277" y="663809"/>
                </a:lnTo>
                <a:lnTo>
                  <a:pt x="1623277" y="583174"/>
                </a:lnTo>
                <a:cubicBezTo>
                  <a:pt x="1623277" y="537563"/>
                  <a:pt x="1649341" y="513943"/>
                  <a:pt x="1713686" y="518015"/>
                </a:cubicBezTo>
                <a:close/>
                <a:moveTo>
                  <a:pt x="2221112" y="517201"/>
                </a:moveTo>
                <a:cubicBezTo>
                  <a:pt x="2238217" y="517201"/>
                  <a:pt x="2254506" y="522902"/>
                  <a:pt x="2266724" y="535934"/>
                </a:cubicBezTo>
                <a:lnTo>
                  <a:pt x="2266724" y="521273"/>
                </a:lnTo>
                <a:lnTo>
                  <a:pt x="2305005" y="521273"/>
                </a:lnTo>
                <a:lnTo>
                  <a:pt x="2305005" y="664623"/>
                </a:lnTo>
                <a:lnTo>
                  <a:pt x="2266724" y="664623"/>
                </a:lnTo>
                <a:lnTo>
                  <a:pt x="2266724" y="649148"/>
                </a:lnTo>
                <a:cubicBezTo>
                  <a:pt x="2255321" y="662995"/>
                  <a:pt x="2239031" y="668696"/>
                  <a:pt x="2221112" y="668696"/>
                </a:cubicBezTo>
                <a:cubicBezTo>
                  <a:pt x="2178759" y="668696"/>
                  <a:pt x="2147808" y="637745"/>
                  <a:pt x="2147808" y="592948"/>
                </a:cubicBezTo>
                <a:cubicBezTo>
                  <a:pt x="2147808" y="548151"/>
                  <a:pt x="2178759" y="517201"/>
                  <a:pt x="2221112" y="517201"/>
                </a:cubicBezTo>
                <a:close/>
                <a:moveTo>
                  <a:pt x="1986539" y="517201"/>
                </a:moveTo>
                <a:cubicBezTo>
                  <a:pt x="2008530" y="517201"/>
                  <a:pt x="2025635" y="522902"/>
                  <a:pt x="2038667" y="533491"/>
                </a:cubicBezTo>
                <a:lnTo>
                  <a:pt x="2021562" y="564441"/>
                </a:lnTo>
                <a:cubicBezTo>
                  <a:pt x="2012603" y="558740"/>
                  <a:pt x="2004458" y="554667"/>
                  <a:pt x="1990612" y="554667"/>
                </a:cubicBezTo>
                <a:cubicBezTo>
                  <a:pt x="1967806" y="554667"/>
                  <a:pt x="1950702" y="569328"/>
                  <a:pt x="1950702" y="593763"/>
                </a:cubicBezTo>
                <a:cubicBezTo>
                  <a:pt x="1950702" y="618198"/>
                  <a:pt x="1967806" y="632858"/>
                  <a:pt x="1991426" y="632858"/>
                </a:cubicBezTo>
                <a:cubicBezTo>
                  <a:pt x="2006087" y="632858"/>
                  <a:pt x="2014232" y="627971"/>
                  <a:pt x="2021562" y="622270"/>
                </a:cubicBezTo>
                <a:lnTo>
                  <a:pt x="2039481" y="651591"/>
                </a:lnTo>
                <a:cubicBezTo>
                  <a:pt x="2026449" y="663809"/>
                  <a:pt x="2010974" y="668696"/>
                  <a:pt x="1988168" y="668696"/>
                </a:cubicBezTo>
                <a:cubicBezTo>
                  <a:pt x="1943371" y="668696"/>
                  <a:pt x="1909163" y="640189"/>
                  <a:pt x="1909163" y="592948"/>
                </a:cubicBezTo>
                <a:cubicBezTo>
                  <a:pt x="1909163" y="545708"/>
                  <a:pt x="1944186" y="517201"/>
                  <a:pt x="1986539" y="517201"/>
                </a:cubicBezTo>
                <a:close/>
                <a:moveTo>
                  <a:pt x="1811424" y="517201"/>
                </a:moveTo>
                <a:cubicBezTo>
                  <a:pt x="1852149" y="517201"/>
                  <a:pt x="1876583" y="541635"/>
                  <a:pt x="1880656" y="584804"/>
                </a:cubicBezTo>
                <a:lnTo>
                  <a:pt x="1781288" y="616569"/>
                </a:lnTo>
                <a:cubicBezTo>
                  <a:pt x="1789433" y="627971"/>
                  <a:pt x="1803279" y="633673"/>
                  <a:pt x="1820383" y="633673"/>
                </a:cubicBezTo>
                <a:cubicBezTo>
                  <a:pt x="1838302" y="633673"/>
                  <a:pt x="1849705" y="627971"/>
                  <a:pt x="1860294" y="620641"/>
                </a:cubicBezTo>
                <a:lnTo>
                  <a:pt x="1877398" y="649963"/>
                </a:lnTo>
                <a:cubicBezTo>
                  <a:pt x="1864366" y="661365"/>
                  <a:pt x="1844818" y="667881"/>
                  <a:pt x="1820383" y="667881"/>
                </a:cubicBezTo>
                <a:cubicBezTo>
                  <a:pt x="1770700" y="667881"/>
                  <a:pt x="1738120" y="638560"/>
                  <a:pt x="1738120" y="592134"/>
                </a:cubicBezTo>
                <a:cubicBezTo>
                  <a:pt x="1738120" y="547337"/>
                  <a:pt x="1767442" y="517201"/>
                  <a:pt x="1811424" y="517201"/>
                </a:cubicBezTo>
                <a:close/>
                <a:moveTo>
                  <a:pt x="1315400" y="517201"/>
                </a:moveTo>
                <a:cubicBezTo>
                  <a:pt x="1334948" y="517201"/>
                  <a:pt x="1349609" y="522088"/>
                  <a:pt x="1361012" y="534305"/>
                </a:cubicBezTo>
                <a:lnTo>
                  <a:pt x="1361012" y="522088"/>
                </a:lnTo>
                <a:lnTo>
                  <a:pt x="1399293" y="522088"/>
                </a:lnTo>
                <a:lnTo>
                  <a:pt x="1399293" y="665438"/>
                </a:lnTo>
                <a:lnTo>
                  <a:pt x="1361012" y="665438"/>
                </a:lnTo>
                <a:lnTo>
                  <a:pt x="1361012" y="651591"/>
                </a:lnTo>
                <a:cubicBezTo>
                  <a:pt x="1350423" y="662995"/>
                  <a:pt x="1334948" y="668696"/>
                  <a:pt x="1315400" y="668696"/>
                </a:cubicBezTo>
                <a:cubicBezTo>
                  <a:pt x="1273047" y="668696"/>
                  <a:pt x="1242096" y="637745"/>
                  <a:pt x="1242096" y="592948"/>
                </a:cubicBezTo>
                <a:cubicBezTo>
                  <a:pt x="1242096" y="548151"/>
                  <a:pt x="1273047" y="517201"/>
                  <a:pt x="1315400" y="517201"/>
                </a:cubicBezTo>
                <a:close/>
                <a:moveTo>
                  <a:pt x="2073690" y="456114"/>
                </a:moveTo>
                <a:lnTo>
                  <a:pt x="2114414" y="456114"/>
                </a:lnTo>
                <a:lnTo>
                  <a:pt x="2114414" y="495210"/>
                </a:lnTo>
                <a:lnTo>
                  <a:pt x="2073690" y="495210"/>
                </a:lnTo>
                <a:close/>
                <a:moveTo>
                  <a:pt x="1178426" y="444024"/>
                </a:moveTo>
                <a:cubicBezTo>
                  <a:pt x="1191903" y="442115"/>
                  <a:pt x="1207684" y="442268"/>
                  <a:pt x="1225806" y="444711"/>
                </a:cubicBezTo>
                <a:lnTo>
                  <a:pt x="1225806" y="482178"/>
                </a:lnTo>
                <a:cubicBezTo>
                  <a:pt x="1174494" y="476476"/>
                  <a:pt x="1159018" y="487879"/>
                  <a:pt x="1159018" y="513128"/>
                </a:cubicBezTo>
                <a:lnTo>
                  <a:pt x="1159018" y="520459"/>
                </a:lnTo>
                <a:lnTo>
                  <a:pt x="1223363" y="520459"/>
                </a:lnTo>
                <a:lnTo>
                  <a:pt x="1223363" y="559554"/>
                </a:lnTo>
                <a:lnTo>
                  <a:pt x="1159018" y="559554"/>
                </a:lnTo>
                <a:lnTo>
                  <a:pt x="1159018" y="664623"/>
                </a:lnTo>
                <a:lnTo>
                  <a:pt x="1118294" y="664623"/>
                </a:lnTo>
                <a:lnTo>
                  <a:pt x="1118294" y="510685"/>
                </a:lnTo>
                <a:cubicBezTo>
                  <a:pt x="1118294" y="474033"/>
                  <a:pt x="1137995" y="449752"/>
                  <a:pt x="1178426" y="444024"/>
                </a:cubicBezTo>
                <a:close/>
                <a:moveTo>
                  <a:pt x="2089979" y="83893"/>
                </a:moveTo>
                <a:lnTo>
                  <a:pt x="2024820" y="214211"/>
                </a:lnTo>
                <a:lnTo>
                  <a:pt x="2154324" y="214211"/>
                </a:lnTo>
                <a:close/>
                <a:moveTo>
                  <a:pt x="974129" y="83078"/>
                </a:moveTo>
                <a:lnTo>
                  <a:pt x="974129" y="158825"/>
                </a:lnTo>
                <a:lnTo>
                  <a:pt x="1123181" y="158825"/>
                </a:lnTo>
                <a:cubicBezTo>
                  <a:pt x="1169607" y="158825"/>
                  <a:pt x="1179381" y="137649"/>
                  <a:pt x="1180195" y="121359"/>
                </a:cubicBezTo>
                <a:cubicBezTo>
                  <a:pt x="1180195" y="103440"/>
                  <a:pt x="1170421" y="83078"/>
                  <a:pt x="1123181" y="83078"/>
                </a:cubicBezTo>
                <a:close/>
                <a:moveTo>
                  <a:pt x="610052" y="68417"/>
                </a:moveTo>
                <a:cubicBezTo>
                  <a:pt x="516386" y="68417"/>
                  <a:pt x="471589" y="109142"/>
                  <a:pt x="471589" y="174301"/>
                </a:cubicBezTo>
                <a:cubicBezTo>
                  <a:pt x="471589" y="237016"/>
                  <a:pt x="513128" y="280185"/>
                  <a:pt x="610052" y="280185"/>
                </a:cubicBezTo>
                <a:cubicBezTo>
                  <a:pt x="711049" y="280185"/>
                  <a:pt x="747701" y="232944"/>
                  <a:pt x="747701" y="174301"/>
                </a:cubicBezTo>
                <a:cubicBezTo>
                  <a:pt x="747701" y="109142"/>
                  <a:pt x="702904" y="68417"/>
                  <a:pt x="610052" y="68417"/>
                </a:cubicBezTo>
                <a:close/>
                <a:moveTo>
                  <a:pt x="2055771" y="8959"/>
                </a:moveTo>
                <a:lnTo>
                  <a:pt x="2130704" y="8959"/>
                </a:lnTo>
                <a:cubicBezTo>
                  <a:pt x="2135591" y="8959"/>
                  <a:pt x="2139663" y="11403"/>
                  <a:pt x="2141292" y="15475"/>
                </a:cubicBezTo>
                <a:lnTo>
                  <a:pt x="2308263" y="333941"/>
                </a:lnTo>
                <a:cubicBezTo>
                  <a:pt x="2309077" y="336384"/>
                  <a:pt x="2308263" y="338013"/>
                  <a:pt x="2305819" y="338013"/>
                </a:cubicBezTo>
                <a:lnTo>
                  <a:pt x="2257764" y="338013"/>
                </a:lnTo>
                <a:cubicBezTo>
                  <a:pt x="2231701" y="338013"/>
                  <a:pt x="2207266" y="323352"/>
                  <a:pt x="2195863" y="299732"/>
                </a:cubicBezTo>
                <a:lnTo>
                  <a:pt x="2183646" y="275298"/>
                </a:lnTo>
                <a:lnTo>
                  <a:pt x="1994684" y="275298"/>
                </a:lnTo>
                <a:lnTo>
                  <a:pt x="1966991" y="331497"/>
                </a:lnTo>
                <a:cubicBezTo>
                  <a:pt x="1965363" y="335570"/>
                  <a:pt x="1961290" y="338013"/>
                  <a:pt x="1956403" y="338013"/>
                </a:cubicBezTo>
                <a:lnTo>
                  <a:pt x="1872511" y="338013"/>
                </a:lnTo>
                <a:cubicBezTo>
                  <a:pt x="1870067" y="338013"/>
                  <a:pt x="1869253" y="335570"/>
                  <a:pt x="1870067" y="333941"/>
                </a:cubicBezTo>
                <a:lnTo>
                  <a:pt x="2032965" y="22806"/>
                </a:lnTo>
                <a:cubicBezTo>
                  <a:pt x="2037038" y="14661"/>
                  <a:pt x="2045997" y="8959"/>
                  <a:pt x="2055771" y="8959"/>
                </a:cubicBezTo>
                <a:close/>
                <a:moveTo>
                  <a:pt x="1775586" y="8959"/>
                </a:moveTo>
                <a:lnTo>
                  <a:pt x="1822827" y="8959"/>
                </a:lnTo>
                <a:cubicBezTo>
                  <a:pt x="1829343" y="8959"/>
                  <a:pt x="1835044" y="14661"/>
                  <a:pt x="1835044" y="21177"/>
                </a:cubicBezTo>
                <a:lnTo>
                  <a:pt x="1835044" y="325796"/>
                </a:lnTo>
                <a:cubicBezTo>
                  <a:pt x="1835044" y="332312"/>
                  <a:pt x="1829343" y="338013"/>
                  <a:pt x="1822827" y="338013"/>
                </a:cubicBezTo>
                <a:lnTo>
                  <a:pt x="1760926" y="338013"/>
                </a:lnTo>
                <a:cubicBezTo>
                  <a:pt x="1754410" y="338013"/>
                  <a:pt x="1748708" y="333126"/>
                  <a:pt x="1749523" y="325796"/>
                </a:cubicBezTo>
                <a:lnTo>
                  <a:pt x="1749523" y="35023"/>
                </a:lnTo>
                <a:cubicBezTo>
                  <a:pt x="1749523" y="20362"/>
                  <a:pt x="1760926" y="8959"/>
                  <a:pt x="1775586" y="8959"/>
                </a:cubicBezTo>
                <a:close/>
                <a:moveTo>
                  <a:pt x="1280377" y="8959"/>
                </a:moveTo>
                <a:lnTo>
                  <a:pt x="1364269" y="8959"/>
                </a:lnTo>
                <a:cubicBezTo>
                  <a:pt x="1369156" y="8959"/>
                  <a:pt x="1373229" y="11403"/>
                  <a:pt x="1374858" y="15475"/>
                </a:cubicBezTo>
                <a:lnTo>
                  <a:pt x="1497846" y="262266"/>
                </a:lnTo>
                <a:lnTo>
                  <a:pt x="1620019" y="15475"/>
                </a:lnTo>
                <a:cubicBezTo>
                  <a:pt x="1621648" y="11403"/>
                  <a:pt x="1625721" y="8959"/>
                  <a:pt x="1630608" y="8959"/>
                </a:cubicBezTo>
                <a:lnTo>
                  <a:pt x="1714500" y="8959"/>
                </a:lnTo>
                <a:cubicBezTo>
                  <a:pt x="1716129" y="8959"/>
                  <a:pt x="1717758" y="11403"/>
                  <a:pt x="1716129" y="13032"/>
                </a:cubicBezTo>
                <a:lnTo>
                  <a:pt x="1549159" y="331497"/>
                </a:lnTo>
                <a:cubicBezTo>
                  <a:pt x="1547530" y="335570"/>
                  <a:pt x="1543457" y="338013"/>
                  <a:pt x="1538570" y="338013"/>
                </a:cubicBezTo>
                <a:lnTo>
                  <a:pt x="1463637" y="338013"/>
                </a:lnTo>
                <a:cubicBezTo>
                  <a:pt x="1453863" y="338013"/>
                  <a:pt x="1444904" y="332312"/>
                  <a:pt x="1440832" y="324167"/>
                </a:cubicBezTo>
                <a:lnTo>
                  <a:pt x="1277934" y="13032"/>
                </a:lnTo>
                <a:cubicBezTo>
                  <a:pt x="1277119" y="11403"/>
                  <a:pt x="1278748" y="8959"/>
                  <a:pt x="1280377" y="8959"/>
                </a:cubicBezTo>
                <a:close/>
                <a:moveTo>
                  <a:pt x="914671" y="8959"/>
                </a:moveTo>
                <a:lnTo>
                  <a:pt x="1135398" y="8959"/>
                </a:lnTo>
                <a:cubicBezTo>
                  <a:pt x="1220105" y="8959"/>
                  <a:pt x="1266531" y="46426"/>
                  <a:pt x="1266531" y="116472"/>
                </a:cubicBezTo>
                <a:cubicBezTo>
                  <a:pt x="1266531" y="187333"/>
                  <a:pt x="1207888" y="210953"/>
                  <a:pt x="1191598" y="215840"/>
                </a:cubicBezTo>
                <a:lnTo>
                  <a:pt x="1285264" y="333941"/>
                </a:lnTo>
                <a:cubicBezTo>
                  <a:pt x="1286079" y="335570"/>
                  <a:pt x="1285264" y="338013"/>
                  <a:pt x="1282820" y="338013"/>
                </a:cubicBezTo>
                <a:lnTo>
                  <a:pt x="1196485" y="338013"/>
                </a:lnTo>
                <a:cubicBezTo>
                  <a:pt x="1192412" y="338013"/>
                  <a:pt x="1189154" y="336384"/>
                  <a:pt x="1188340" y="333126"/>
                </a:cubicBezTo>
                <a:lnTo>
                  <a:pt x="1114221" y="250048"/>
                </a:lnTo>
                <a:cubicBezTo>
                  <a:pt x="1093045" y="228057"/>
                  <a:pt x="1088972" y="223985"/>
                  <a:pt x="1049877" y="223985"/>
                </a:cubicBezTo>
                <a:lnTo>
                  <a:pt x="974944" y="223985"/>
                </a:lnTo>
                <a:lnTo>
                  <a:pt x="974944" y="325796"/>
                </a:lnTo>
                <a:cubicBezTo>
                  <a:pt x="974944" y="332312"/>
                  <a:pt x="969242" y="338013"/>
                  <a:pt x="962726" y="338013"/>
                </a:cubicBezTo>
                <a:lnTo>
                  <a:pt x="900825" y="338013"/>
                </a:lnTo>
                <a:cubicBezTo>
                  <a:pt x="894309" y="338013"/>
                  <a:pt x="888608" y="332312"/>
                  <a:pt x="888608" y="325796"/>
                </a:cubicBezTo>
                <a:lnTo>
                  <a:pt x="888608" y="35023"/>
                </a:lnTo>
                <a:cubicBezTo>
                  <a:pt x="888608" y="20362"/>
                  <a:pt x="900011" y="8959"/>
                  <a:pt x="914671" y="8959"/>
                </a:cubicBezTo>
                <a:close/>
                <a:moveTo>
                  <a:pt x="26064" y="8959"/>
                </a:moveTo>
                <a:lnTo>
                  <a:pt x="356746" y="8959"/>
                </a:lnTo>
                <a:cubicBezTo>
                  <a:pt x="363262" y="8959"/>
                  <a:pt x="368964" y="14661"/>
                  <a:pt x="368964" y="21177"/>
                </a:cubicBezTo>
                <a:lnTo>
                  <a:pt x="368964" y="78191"/>
                </a:lnTo>
                <a:cubicBezTo>
                  <a:pt x="368964" y="80635"/>
                  <a:pt x="366520" y="83078"/>
                  <a:pt x="364077" y="83078"/>
                </a:cubicBezTo>
                <a:lnTo>
                  <a:pt x="85521" y="83078"/>
                </a:lnTo>
                <a:cubicBezTo>
                  <a:pt x="85521" y="96110"/>
                  <a:pt x="85521" y="101811"/>
                  <a:pt x="106698" y="103440"/>
                </a:cubicBezTo>
                <a:lnTo>
                  <a:pt x="274483" y="118101"/>
                </a:lnTo>
                <a:cubicBezTo>
                  <a:pt x="338013" y="123802"/>
                  <a:pt x="338013" y="225614"/>
                  <a:pt x="274483" y="231315"/>
                </a:cubicBezTo>
                <a:cubicBezTo>
                  <a:pt x="223170" y="236202"/>
                  <a:pt x="140907" y="242718"/>
                  <a:pt x="114843" y="245161"/>
                </a:cubicBezTo>
                <a:cubicBezTo>
                  <a:pt x="96110" y="246790"/>
                  <a:pt x="85521" y="252492"/>
                  <a:pt x="85521" y="266338"/>
                </a:cubicBezTo>
                <a:lnTo>
                  <a:pt x="85521" y="325796"/>
                </a:lnTo>
                <a:cubicBezTo>
                  <a:pt x="85521" y="332312"/>
                  <a:pt x="79820" y="338013"/>
                  <a:pt x="73304" y="338013"/>
                </a:cubicBezTo>
                <a:lnTo>
                  <a:pt x="11403" y="338013"/>
                </a:lnTo>
                <a:cubicBezTo>
                  <a:pt x="4887" y="338013"/>
                  <a:pt x="0" y="332312"/>
                  <a:pt x="0" y="325796"/>
                </a:cubicBezTo>
                <a:lnTo>
                  <a:pt x="0" y="244347"/>
                </a:lnTo>
                <a:cubicBezTo>
                  <a:pt x="814" y="215025"/>
                  <a:pt x="9774" y="197107"/>
                  <a:pt x="33394" y="194663"/>
                </a:cubicBezTo>
                <a:cubicBezTo>
                  <a:pt x="61087" y="192220"/>
                  <a:pt x="232129" y="182446"/>
                  <a:pt x="232129" y="182446"/>
                </a:cubicBezTo>
                <a:cubicBezTo>
                  <a:pt x="237016" y="180002"/>
                  <a:pt x="237016" y="173486"/>
                  <a:pt x="232129" y="171043"/>
                </a:cubicBezTo>
                <a:cubicBezTo>
                  <a:pt x="232129" y="171043"/>
                  <a:pt x="65159" y="162084"/>
                  <a:pt x="34209" y="159640"/>
                </a:cubicBezTo>
                <a:cubicBezTo>
                  <a:pt x="7330" y="157197"/>
                  <a:pt x="0" y="136834"/>
                  <a:pt x="0" y="109142"/>
                </a:cubicBezTo>
                <a:lnTo>
                  <a:pt x="0" y="35023"/>
                </a:lnTo>
                <a:cubicBezTo>
                  <a:pt x="0" y="20362"/>
                  <a:pt x="11403" y="8959"/>
                  <a:pt x="26064" y="8959"/>
                </a:cubicBezTo>
                <a:close/>
                <a:moveTo>
                  <a:pt x="610052" y="0"/>
                </a:moveTo>
                <a:cubicBezTo>
                  <a:pt x="730597" y="0"/>
                  <a:pt x="834037" y="47241"/>
                  <a:pt x="834037" y="173486"/>
                </a:cubicBezTo>
                <a:cubicBezTo>
                  <a:pt x="834037" y="303805"/>
                  <a:pt x="724081" y="346973"/>
                  <a:pt x="610052" y="346973"/>
                </a:cubicBezTo>
                <a:cubicBezTo>
                  <a:pt x="490323" y="346973"/>
                  <a:pt x="384439" y="299732"/>
                  <a:pt x="384439" y="173486"/>
                </a:cubicBezTo>
                <a:cubicBezTo>
                  <a:pt x="384439" y="45611"/>
                  <a:pt x="491951" y="0"/>
                  <a:pt x="61005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91F52BF1-5ECF-46AD-189A-3282658F50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 then place the visual into background position (Right click with the mouse / Send to back)</a:t>
            </a:r>
          </a:p>
        </p:txBody>
      </p:sp>
    </p:spTree>
    <p:extLst>
      <p:ext uri="{BB962C8B-B14F-4D97-AF65-F5344CB8AC3E}">
        <p14:creationId xmlns:p14="http://schemas.microsoft.com/office/powerpoint/2010/main" val="5506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with BG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8BBE0DB-CE4B-01A3-F729-24B49EBABCE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880800" y="0"/>
            <a:ext cx="11311200" cy="5815044"/>
          </a:xfrm>
          <a:custGeom>
            <a:avLst/>
            <a:gdLst>
              <a:gd name="connsiteX0" fmla="*/ 13972 w 11309173"/>
              <a:gd name="connsiteY0" fmla="*/ 0 h 5814002"/>
              <a:gd name="connsiteX1" fmla="*/ 35568 w 11309173"/>
              <a:gd name="connsiteY1" fmla="*/ 0 h 5814002"/>
              <a:gd name="connsiteX2" fmla="*/ 31610 w 11309173"/>
              <a:gd name="connsiteY2" fmla="*/ 1132224 h 5814002"/>
              <a:gd name="connsiteX3" fmla="*/ 31610 w 11309173"/>
              <a:gd name="connsiteY3" fmla="*/ 1166462 h 5814002"/>
              <a:gd name="connsiteX4" fmla="*/ 31491 w 11309173"/>
              <a:gd name="connsiteY4" fmla="*/ 1166462 h 5814002"/>
              <a:gd name="connsiteX5" fmla="*/ 21595 w 11309173"/>
              <a:gd name="connsiteY5" fmla="*/ 3997523 h 5814002"/>
              <a:gd name="connsiteX6" fmla="*/ 144810 w 11309173"/>
              <a:gd name="connsiteY6" fmla="*/ 4760952 h 5814002"/>
              <a:gd name="connsiteX7" fmla="*/ 767241 w 11309173"/>
              <a:gd name="connsiteY7" fmla="*/ 5270328 h 5814002"/>
              <a:gd name="connsiteX8" fmla="*/ 811700 w 11309173"/>
              <a:gd name="connsiteY8" fmla="*/ 5283031 h 5814002"/>
              <a:gd name="connsiteX9" fmla="*/ 1895236 w 11309173"/>
              <a:gd name="connsiteY9" fmla="*/ 5385922 h 5814002"/>
              <a:gd name="connsiteX10" fmla="*/ 3242989 w 11309173"/>
              <a:gd name="connsiteY10" fmla="*/ 5467219 h 5814002"/>
              <a:gd name="connsiteX11" fmla="*/ 11309173 w 11309173"/>
              <a:gd name="connsiteY11" fmla="*/ 5792406 h 5814002"/>
              <a:gd name="connsiteX12" fmla="*/ 11307903 w 11309173"/>
              <a:gd name="connsiteY12" fmla="*/ 5814002 h 5814002"/>
              <a:gd name="connsiteX13" fmla="*/ 3242989 w 11309173"/>
              <a:gd name="connsiteY13" fmla="*/ 5488814 h 5814002"/>
              <a:gd name="connsiteX14" fmla="*/ 1893967 w 11309173"/>
              <a:gd name="connsiteY14" fmla="*/ 5407517 h 5814002"/>
              <a:gd name="connsiteX15" fmla="*/ 805348 w 11309173"/>
              <a:gd name="connsiteY15" fmla="*/ 5303355 h 5814002"/>
              <a:gd name="connsiteX16" fmla="*/ 760890 w 11309173"/>
              <a:gd name="connsiteY16" fmla="*/ 5290653 h 5814002"/>
              <a:gd name="connsiteX17" fmla="*/ 124486 w 11309173"/>
              <a:gd name="connsiteY17" fmla="*/ 4771114 h 5814002"/>
              <a:gd name="connsiteX18" fmla="*/ 0 w 11309173"/>
              <a:gd name="connsiteY18" fmla="*/ 3997523 h 581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309173" h="5814002">
                <a:moveTo>
                  <a:pt x="13972" y="0"/>
                </a:moveTo>
                <a:lnTo>
                  <a:pt x="35568" y="0"/>
                </a:lnTo>
                <a:lnTo>
                  <a:pt x="31610" y="1132224"/>
                </a:lnTo>
                <a:lnTo>
                  <a:pt x="31610" y="1166462"/>
                </a:lnTo>
                <a:lnTo>
                  <a:pt x="31491" y="1166462"/>
                </a:lnTo>
                <a:lnTo>
                  <a:pt x="21595" y="3997523"/>
                </a:lnTo>
                <a:cubicBezTo>
                  <a:pt x="21595" y="4536115"/>
                  <a:pt x="143540" y="4758411"/>
                  <a:pt x="144810" y="4760952"/>
                </a:cubicBezTo>
                <a:cubicBezTo>
                  <a:pt x="326459" y="5147112"/>
                  <a:pt x="591944" y="5220787"/>
                  <a:pt x="767241" y="5270328"/>
                </a:cubicBezTo>
                <a:cubicBezTo>
                  <a:pt x="782484" y="5275409"/>
                  <a:pt x="797727" y="5279220"/>
                  <a:pt x="811700" y="5283031"/>
                </a:cubicBezTo>
                <a:cubicBezTo>
                  <a:pt x="978105" y="5331301"/>
                  <a:pt x="1886345" y="5385922"/>
                  <a:pt x="1895236" y="5385922"/>
                </a:cubicBezTo>
                <a:lnTo>
                  <a:pt x="3242989" y="5467219"/>
                </a:lnTo>
                <a:lnTo>
                  <a:pt x="11309173" y="5792406"/>
                </a:lnTo>
                <a:lnTo>
                  <a:pt x="11307903" y="5814002"/>
                </a:lnTo>
                <a:lnTo>
                  <a:pt x="3242989" y="5488814"/>
                </a:lnTo>
                <a:lnTo>
                  <a:pt x="1893967" y="5407517"/>
                </a:lnTo>
                <a:cubicBezTo>
                  <a:pt x="1855859" y="5404976"/>
                  <a:pt x="973024" y="5352895"/>
                  <a:pt x="805348" y="5303355"/>
                </a:cubicBezTo>
                <a:cubicBezTo>
                  <a:pt x="791376" y="5299544"/>
                  <a:pt x="776133" y="5294463"/>
                  <a:pt x="760890" y="5290653"/>
                </a:cubicBezTo>
                <a:cubicBezTo>
                  <a:pt x="580511" y="5241112"/>
                  <a:pt x="309945" y="5164896"/>
                  <a:pt x="124486" y="4771114"/>
                </a:cubicBezTo>
                <a:cubicBezTo>
                  <a:pt x="120676" y="4762223"/>
                  <a:pt x="0" y="4542466"/>
                  <a:pt x="0" y="399752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  <a:endParaRPr lang="en-GB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648800" y="2629293"/>
            <a:ext cx="9000000" cy="1784960"/>
          </a:xfrm>
        </p:spPr>
        <p:txBody>
          <a:bodyPr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000" b="1" cap="all" baseline="0">
                <a:solidFill>
                  <a:schemeClr val="bg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Subtitle</a:t>
            </a:r>
          </a:p>
          <a:p>
            <a:pPr lvl="1"/>
            <a:r>
              <a:rPr lang="en-GB" noProof="0"/>
              <a:t>Subtitle</a:t>
            </a:r>
            <a:endParaRPr lang="en-GB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/>
          <a:p>
            <a:r>
              <a:rPr lang="en-GB" noProof="0"/>
              <a:t>Date</a:t>
            </a:r>
            <a:endParaRPr lang="en-GB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Title presentation - Month 00, 2024</a:t>
            </a:r>
            <a:endParaRPr lang="en-GB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1648800" y="360419"/>
            <a:ext cx="9000000" cy="2083329"/>
          </a:xfrm>
        </p:spPr>
        <p:txBody>
          <a:bodyPr anchor="b" anchorCtr="0"/>
          <a:lstStyle>
            <a:lvl1pPr algn="l">
              <a:lnSpc>
                <a:spcPct val="74000"/>
              </a:lnSpc>
              <a:defRPr sz="4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Title</a:t>
            </a:r>
            <a:endParaRPr lang="en-GB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6FC9029-5969-A981-E230-14D7EA97EF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648800" y="4581128"/>
            <a:ext cx="9000000" cy="553515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Date</a:t>
            </a:r>
            <a:endParaRPr lang="en-GB" noProof="0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C19ABD4-9132-56E1-E58C-F140C39BEEE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900000" y="5792400"/>
            <a:ext cx="2271600" cy="657988"/>
          </a:xfrm>
          <a:custGeom>
            <a:avLst/>
            <a:gdLst>
              <a:gd name="connsiteX0" fmla="*/ 2226814 w 2308568"/>
              <a:gd name="connsiteY0" fmla="*/ 551409 h 668696"/>
              <a:gd name="connsiteX1" fmla="*/ 2188533 w 2308568"/>
              <a:gd name="connsiteY1" fmla="*/ 592948 h 668696"/>
              <a:gd name="connsiteX2" fmla="*/ 2226814 w 2308568"/>
              <a:gd name="connsiteY2" fmla="*/ 633673 h 668696"/>
              <a:gd name="connsiteX3" fmla="*/ 2266724 w 2308568"/>
              <a:gd name="connsiteY3" fmla="*/ 591319 h 668696"/>
              <a:gd name="connsiteX4" fmla="*/ 2226814 w 2308568"/>
              <a:gd name="connsiteY4" fmla="*/ 551409 h 668696"/>
              <a:gd name="connsiteX5" fmla="*/ 1810610 w 2308568"/>
              <a:gd name="connsiteY5" fmla="*/ 551409 h 668696"/>
              <a:gd name="connsiteX6" fmla="*/ 1774772 w 2308568"/>
              <a:gd name="connsiteY6" fmla="*/ 587247 h 668696"/>
              <a:gd name="connsiteX7" fmla="*/ 1836673 w 2308568"/>
              <a:gd name="connsiteY7" fmla="*/ 566070 h 668696"/>
              <a:gd name="connsiteX8" fmla="*/ 1810610 w 2308568"/>
              <a:gd name="connsiteY8" fmla="*/ 551409 h 668696"/>
              <a:gd name="connsiteX9" fmla="*/ 1321102 w 2308568"/>
              <a:gd name="connsiteY9" fmla="*/ 551409 h 668696"/>
              <a:gd name="connsiteX10" fmla="*/ 1282820 w 2308568"/>
              <a:gd name="connsiteY10" fmla="*/ 592948 h 668696"/>
              <a:gd name="connsiteX11" fmla="*/ 1321102 w 2308568"/>
              <a:gd name="connsiteY11" fmla="*/ 633673 h 668696"/>
              <a:gd name="connsiteX12" fmla="*/ 1361012 w 2308568"/>
              <a:gd name="connsiteY12" fmla="*/ 590505 h 668696"/>
              <a:gd name="connsiteX13" fmla="*/ 1321102 w 2308568"/>
              <a:gd name="connsiteY13" fmla="*/ 551409 h 668696"/>
              <a:gd name="connsiteX14" fmla="*/ 2073690 w 2308568"/>
              <a:gd name="connsiteY14" fmla="*/ 521273 h 668696"/>
              <a:gd name="connsiteX15" fmla="*/ 2114414 w 2308568"/>
              <a:gd name="connsiteY15" fmla="*/ 521273 h 668696"/>
              <a:gd name="connsiteX16" fmla="*/ 2114414 w 2308568"/>
              <a:gd name="connsiteY16" fmla="*/ 664623 h 668696"/>
              <a:gd name="connsiteX17" fmla="*/ 2073690 w 2308568"/>
              <a:gd name="connsiteY17" fmla="*/ 664623 h 668696"/>
              <a:gd name="connsiteX18" fmla="*/ 1440832 w 2308568"/>
              <a:gd name="connsiteY18" fmla="*/ 521273 h 668696"/>
              <a:gd name="connsiteX19" fmla="*/ 1481556 w 2308568"/>
              <a:gd name="connsiteY19" fmla="*/ 521273 h 668696"/>
              <a:gd name="connsiteX20" fmla="*/ 1481556 w 2308568"/>
              <a:gd name="connsiteY20" fmla="*/ 593763 h 668696"/>
              <a:gd name="connsiteX21" fmla="*/ 1512507 w 2308568"/>
              <a:gd name="connsiteY21" fmla="*/ 632044 h 668696"/>
              <a:gd name="connsiteX22" fmla="*/ 1543457 w 2308568"/>
              <a:gd name="connsiteY22" fmla="*/ 593763 h 668696"/>
              <a:gd name="connsiteX23" fmla="*/ 1543457 w 2308568"/>
              <a:gd name="connsiteY23" fmla="*/ 521273 h 668696"/>
              <a:gd name="connsiteX24" fmla="*/ 1584182 w 2308568"/>
              <a:gd name="connsiteY24" fmla="*/ 521273 h 668696"/>
              <a:gd name="connsiteX25" fmla="*/ 1584182 w 2308568"/>
              <a:gd name="connsiteY25" fmla="*/ 598650 h 668696"/>
              <a:gd name="connsiteX26" fmla="*/ 1512507 w 2308568"/>
              <a:gd name="connsiteY26" fmla="*/ 668696 h 668696"/>
              <a:gd name="connsiteX27" fmla="*/ 1440832 w 2308568"/>
              <a:gd name="connsiteY27" fmla="*/ 598650 h 668696"/>
              <a:gd name="connsiteX28" fmla="*/ 1055578 w 2308568"/>
              <a:gd name="connsiteY28" fmla="*/ 520459 h 668696"/>
              <a:gd name="connsiteX29" fmla="*/ 1092230 w 2308568"/>
              <a:gd name="connsiteY29" fmla="*/ 520459 h 668696"/>
              <a:gd name="connsiteX30" fmla="*/ 1092230 w 2308568"/>
              <a:gd name="connsiteY30" fmla="*/ 559554 h 668696"/>
              <a:gd name="connsiteX31" fmla="*/ 1055578 w 2308568"/>
              <a:gd name="connsiteY31" fmla="*/ 559554 h 668696"/>
              <a:gd name="connsiteX32" fmla="*/ 1713686 w 2308568"/>
              <a:gd name="connsiteY32" fmla="*/ 518015 h 668696"/>
              <a:gd name="connsiteX33" fmla="*/ 1713686 w 2308568"/>
              <a:gd name="connsiteY33" fmla="*/ 555482 h 668696"/>
              <a:gd name="connsiteX34" fmla="*/ 1664002 w 2308568"/>
              <a:gd name="connsiteY34" fmla="*/ 585618 h 668696"/>
              <a:gd name="connsiteX35" fmla="*/ 1664002 w 2308568"/>
              <a:gd name="connsiteY35" fmla="*/ 663809 h 668696"/>
              <a:gd name="connsiteX36" fmla="*/ 1623277 w 2308568"/>
              <a:gd name="connsiteY36" fmla="*/ 663809 h 668696"/>
              <a:gd name="connsiteX37" fmla="*/ 1623277 w 2308568"/>
              <a:gd name="connsiteY37" fmla="*/ 583174 h 668696"/>
              <a:gd name="connsiteX38" fmla="*/ 1713686 w 2308568"/>
              <a:gd name="connsiteY38" fmla="*/ 518015 h 668696"/>
              <a:gd name="connsiteX39" fmla="*/ 2221112 w 2308568"/>
              <a:gd name="connsiteY39" fmla="*/ 517201 h 668696"/>
              <a:gd name="connsiteX40" fmla="*/ 2266724 w 2308568"/>
              <a:gd name="connsiteY40" fmla="*/ 535934 h 668696"/>
              <a:gd name="connsiteX41" fmla="*/ 2266724 w 2308568"/>
              <a:gd name="connsiteY41" fmla="*/ 521273 h 668696"/>
              <a:gd name="connsiteX42" fmla="*/ 2305005 w 2308568"/>
              <a:gd name="connsiteY42" fmla="*/ 521273 h 668696"/>
              <a:gd name="connsiteX43" fmla="*/ 2305005 w 2308568"/>
              <a:gd name="connsiteY43" fmla="*/ 664623 h 668696"/>
              <a:gd name="connsiteX44" fmla="*/ 2266724 w 2308568"/>
              <a:gd name="connsiteY44" fmla="*/ 664623 h 668696"/>
              <a:gd name="connsiteX45" fmla="*/ 2266724 w 2308568"/>
              <a:gd name="connsiteY45" fmla="*/ 649148 h 668696"/>
              <a:gd name="connsiteX46" fmla="*/ 2221112 w 2308568"/>
              <a:gd name="connsiteY46" fmla="*/ 668696 h 668696"/>
              <a:gd name="connsiteX47" fmla="*/ 2147808 w 2308568"/>
              <a:gd name="connsiteY47" fmla="*/ 592948 h 668696"/>
              <a:gd name="connsiteX48" fmla="*/ 2221112 w 2308568"/>
              <a:gd name="connsiteY48" fmla="*/ 517201 h 668696"/>
              <a:gd name="connsiteX49" fmla="*/ 1986539 w 2308568"/>
              <a:gd name="connsiteY49" fmla="*/ 517201 h 668696"/>
              <a:gd name="connsiteX50" fmla="*/ 2038667 w 2308568"/>
              <a:gd name="connsiteY50" fmla="*/ 533491 h 668696"/>
              <a:gd name="connsiteX51" fmla="*/ 2021562 w 2308568"/>
              <a:gd name="connsiteY51" fmla="*/ 564441 h 668696"/>
              <a:gd name="connsiteX52" fmla="*/ 1990612 w 2308568"/>
              <a:gd name="connsiteY52" fmla="*/ 554667 h 668696"/>
              <a:gd name="connsiteX53" fmla="*/ 1950702 w 2308568"/>
              <a:gd name="connsiteY53" fmla="*/ 593763 h 668696"/>
              <a:gd name="connsiteX54" fmla="*/ 1991426 w 2308568"/>
              <a:gd name="connsiteY54" fmla="*/ 632858 h 668696"/>
              <a:gd name="connsiteX55" fmla="*/ 2021562 w 2308568"/>
              <a:gd name="connsiteY55" fmla="*/ 622270 h 668696"/>
              <a:gd name="connsiteX56" fmla="*/ 2039481 w 2308568"/>
              <a:gd name="connsiteY56" fmla="*/ 651591 h 668696"/>
              <a:gd name="connsiteX57" fmla="*/ 1988168 w 2308568"/>
              <a:gd name="connsiteY57" fmla="*/ 668696 h 668696"/>
              <a:gd name="connsiteX58" fmla="*/ 1909163 w 2308568"/>
              <a:gd name="connsiteY58" fmla="*/ 592948 h 668696"/>
              <a:gd name="connsiteX59" fmla="*/ 1986539 w 2308568"/>
              <a:gd name="connsiteY59" fmla="*/ 517201 h 668696"/>
              <a:gd name="connsiteX60" fmla="*/ 1811424 w 2308568"/>
              <a:gd name="connsiteY60" fmla="*/ 517201 h 668696"/>
              <a:gd name="connsiteX61" fmla="*/ 1880656 w 2308568"/>
              <a:gd name="connsiteY61" fmla="*/ 584804 h 668696"/>
              <a:gd name="connsiteX62" fmla="*/ 1781288 w 2308568"/>
              <a:gd name="connsiteY62" fmla="*/ 616569 h 668696"/>
              <a:gd name="connsiteX63" fmla="*/ 1820383 w 2308568"/>
              <a:gd name="connsiteY63" fmla="*/ 633673 h 668696"/>
              <a:gd name="connsiteX64" fmla="*/ 1860294 w 2308568"/>
              <a:gd name="connsiteY64" fmla="*/ 620641 h 668696"/>
              <a:gd name="connsiteX65" fmla="*/ 1877398 w 2308568"/>
              <a:gd name="connsiteY65" fmla="*/ 649963 h 668696"/>
              <a:gd name="connsiteX66" fmla="*/ 1820383 w 2308568"/>
              <a:gd name="connsiteY66" fmla="*/ 667881 h 668696"/>
              <a:gd name="connsiteX67" fmla="*/ 1738120 w 2308568"/>
              <a:gd name="connsiteY67" fmla="*/ 592134 h 668696"/>
              <a:gd name="connsiteX68" fmla="*/ 1811424 w 2308568"/>
              <a:gd name="connsiteY68" fmla="*/ 517201 h 668696"/>
              <a:gd name="connsiteX69" fmla="*/ 1315400 w 2308568"/>
              <a:gd name="connsiteY69" fmla="*/ 517201 h 668696"/>
              <a:gd name="connsiteX70" fmla="*/ 1361012 w 2308568"/>
              <a:gd name="connsiteY70" fmla="*/ 534305 h 668696"/>
              <a:gd name="connsiteX71" fmla="*/ 1361012 w 2308568"/>
              <a:gd name="connsiteY71" fmla="*/ 522088 h 668696"/>
              <a:gd name="connsiteX72" fmla="*/ 1399293 w 2308568"/>
              <a:gd name="connsiteY72" fmla="*/ 522088 h 668696"/>
              <a:gd name="connsiteX73" fmla="*/ 1399293 w 2308568"/>
              <a:gd name="connsiteY73" fmla="*/ 665438 h 668696"/>
              <a:gd name="connsiteX74" fmla="*/ 1361012 w 2308568"/>
              <a:gd name="connsiteY74" fmla="*/ 665438 h 668696"/>
              <a:gd name="connsiteX75" fmla="*/ 1361012 w 2308568"/>
              <a:gd name="connsiteY75" fmla="*/ 651591 h 668696"/>
              <a:gd name="connsiteX76" fmla="*/ 1315400 w 2308568"/>
              <a:gd name="connsiteY76" fmla="*/ 668696 h 668696"/>
              <a:gd name="connsiteX77" fmla="*/ 1242096 w 2308568"/>
              <a:gd name="connsiteY77" fmla="*/ 592948 h 668696"/>
              <a:gd name="connsiteX78" fmla="*/ 1315400 w 2308568"/>
              <a:gd name="connsiteY78" fmla="*/ 517201 h 668696"/>
              <a:gd name="connsiteX79" fmla="*/ 2073690 w 2308568"/>
              <a:gd name="connsiteY79" fmla="*/ 456114 h 668696"/>
              <a:gd name="connsiteX80" fmla="*/ 2114414 w 2308568"/>
              <a:gd name="connsiteY80" fmla="*/ 456114 h 668696"/>
              <a:gd name="connsiteX81" fmla="*/ 2114414 w 2308568"/>
              <a:gd name="connsiteY81" fmla="*/ 495210 h 668696"/>
              <a:gd name="connsiteX82" fmla="*/ 2073690 w 2308568"/>
              <a:gd name="connsiteY82" fmla="*/ 495210 h 668696"/>
              <a:gd name="connsiteX83" fmla="*/ 1178426 w 2308568"/>
              <a:gd name="connsiteY83" fmla="*/ 444024 h 668696"/>
              <a:gd name="connsiteX84" fmla="*/ 1225806 w 2308568"/>
              <a:gd name="connsiteY84" fmla="*/ 444711 h 668696"/>
              <a:gd name="connsiteX85" fmla="*/ 1225806 w 2308568"/>
              <a:gd name="connsiteY85" fmla="*/ 482178 h 668696"/>
              <a:gd name="connsiteX86" fmla="*/ 1159018 w 2308568"/>
              <a:gd name="connsiteY86" fmla="*/ 513128 h 668696"/>
              <a:gd name="connsiteX87" fmla="*/ 1159018 w 2308568"/>
              <a:gd name="connsiteY87" fmla="*/ 520459 h 668696"/>
              <a:gd name="connsiteX88" fmla="*/ 1223363 w 2308568"/>
              <a:gd name="connsiteY88" fmla="*/ 520459 h 668696"/>
              <a:gd name="connsiteX89" fmla="*/ 1223363 w 2308568"/>
              <a:gd name="connsiteY89" fmla="*/ 559554 h 668696"/>
              <a:gd name="connsiteX90" fmla="*/ 1159018 w 2308568"/>
              <a:gd name="connsiteY90" fmla="*/ 559554 h 668696"/>
              <a:gd name="connsiteX91" fmla="*/ 1159018 w 2308568"/>
              <a:gd name="connsiteY91" fmla="*/ 664623 h 668696"/>
              <a:gd name="connsiteX92" fmla="*/ 1118294 w 2308568"/>
              <a:gd name="connsiteY92" fmla="*/ 664623 h 668696"/>
              <a:gd name="connsiteX93" fmla="*/ 1118294 w 2308568"/>
              <a:gd name="connsiteY93" fmla="*/ 510685 h 668696"/>
              <a:gd name="connsiteX94" fmla="*/ 1178426 w 2308568"/>
              <a:gd name="connsiteY94" fmla="*/ 444024 h 668696"/>
              <a:gd name="connsiteX95" fmla="*/ 2089979 w 2308568"/>
              <a:gd name="connsiteY95" fmla="*/ 83893 h 668696"/>
              <a:gd name="connsiteX96" fmla="*/ 2024820 w 2308568"/>
              <a:gd name="connsiteY96" fmla="*/ 214211 h 668696"/>
              <a:gd name="connsiteX97" fmla="*/ 2154324 w 2308568"/>
              <a:gd name="connsiteY97" fmla="*/ 214211 h 668696"/>
              <a:gd name="connsiteX98" fmla="*/ 974129 w 2308568"/>
              <a:gd name="connsiteY98" fmla="*/ 83078 h 668696"/>
              <a:gd name="connsiteX99" fmla="*/ 974129 w 2308568"/>
              <a:gd name="connsiteY99" fmla="*/ 158825 h 668696"/>
              <a:gd name="connsiteX100" fmla="*/ 1123181 w 2308568"/>
              <a:gd name="connsiteY100" fmla="*/ 158825 h 668696"/>
              <a:gd name="connsiteX101" fmla="*/ 1180195 w 2308568"/>
              <a:gd name="connsiteY101" fmla="*/ 121359 h 668696"/>
              <a:gd name="connsiteX102" fmla="*/ 1123181 w 2308568"/>
              <a:gd name="connsiteY102" fmla="*/ 83078 h 668696"/>
              <a:gd name="connsiteX103" fmla="*/ 610052 w 2308568"/>
              <a:gd name="connsiteY103" fmla="*/ 68417 h 668696"/>
              <a:gd name="connsiteX104" fmla="*/ 471589 w 2308568"/>
              <a:gd name="connsiteY104" fmla="*/ 174301 h 668696"/>
              <a:gd name="connsiteX105" fmla="*/ 610052 w 2308568"/>
              <a:gd name="connsiteY105" fmla="*/ 280185 h 668696"/>
              <a:gd name="connsiteX106" fmla="*/ 747701 w 2308568"/>
              <a:gd name="connsiteY106" fmla="*/ 174301 h 668696"/>
              <a:gd name="connsiteX107" fmla="*/ 610052 w 2308568"/>
              <a:gd name="connsiteY107" fmla="*/ 68417 h 668696"/>
              <a:gd name="connsiteX108" fmla="*/ 2055771 w 2308568"/>
              <a:gd name="connsiteY108" fmla="*/ 8959 h 668696"/>
              <a:gd name="connsiteX109" fmla="*/ 2130704 w 2308568"/>
              <a:gd name="connsiteY109" fmla="*/ 8959 h 668696"/>
              <a:gd name="connsiteX110" fmla="*/ 2141292 w 2308568"/>
              <a:gd name="connsiteY110" fmla="*/ 15475 h 668696"/>
              <a:gd name="connsiteX111" fmla="*/ 2308263 w 2308568"/>
              <a:gd name="connsiteY111" fmla="*/ 333941 h 668696"/>
              <a:gd name="connsiteX112" fmla="*/ 2305819 w 2308568"/>
              <a:gd name="connsiteY112" fmla="*/ 338013 h 668696"/>
              <a:gd name="connsiteX113" fmla="*/ 2257764 w 2308568"/>
              <a:gd name="connsiteY113" fmla="*/ 338013 h 668696"/>
              <a:gd name="connsiteX114" fmla="*/ 2195863 w 2308568"/>
              <a:gd name="connsiteY114" fmla="*/ 299732 h 668696"/>
              <a:gd name="connsiteX115" fmla="*/ 2183646 w 2308568"/>
              <a:gd name="connsiteY115" fmla="*/ 275298 h 668696"/>
              <a:gd name="connsiteX116" fmla="*/ 1994684 w 2308568"/>
              <a:gd name="connsiteY116" fmla="*/ 275298 h 668696"/>
              <a:gd name="connsiteX117" fmla="*/ 1966991 w 2308568"/>
              <a:gd name="connsiteY117" fmla="*/ 331497 h 668696"/>
              <a:gd name="connsiteX118" fmla="*/ 1956403 w 2308568"/>
              <a:gd name="connsiteY118" fmla="*/ 338013 h 668696"/>
              <a:gd name="connsiteX119" fmla="*/ 1872511 w 2308568"/>
              <a:gd name="connsiteY119" fmla="*/ 338013 h 668696"/>
              <a:gd name="connsiteX120" fmla="*/ 1870067 w 2308568"/>
              <a:gd name="connsiteY120" fmla="*/ 333941 h 668696"/>
              <a:gd name="connsiteX121" fmla="*/ 2032965 w 2308568"/>
              <a:gd name="connsiteY121" fmla="*/ 22806 h 668696"/>
              <a:gd name="connsiteX122" fmla="*/ 2055771 w 2308568"/>
              <a:gd name="connsiteY122" fmla="*/ 8959 h 668696"/>
              <a:gd name="connsiteX123" fmla="*/ 1775586 w 2308568"/>
              <a:gd name="connsiteY123" fmla="*/ 8959 h 668696"/>
              <a:gd name="connsiteX124" fmla="*/ 1822827 w 2308568"/>
              <a:gd name="connsiteY124" fmla="*/ 8959 h 668696"/>
              <a:gd name="connsiteX125" fmla="*/ 1835044 w 2308568"/>
              <a:gd name="connsiteY125" fmla="*/ 21177 h 668696"/>
              <a:gd name="connsiteX126" fmla="*/ 1835044 w 2308568"/>
              <a:gd name="connsiteY126" fmla="*/ 325796 h 668696"/>
              <a:gd name="connsiteX127" fmla="*/ 1822827 w 2308568"/>
              <a:gd name="connsiteY127" fmla="*/ 338013 h 668696"/>
              <a:gd name="connsiteX128" fmla="*/ 1760926 w 2308568"/>
              <a:gd name="connsiteY128" fmla="*/ 338013 h 668696"/>
              <a:gd name="connsiteX129" fmla="*/ 1749523 w 2308568"/>
              <a:gd name="connsiteY129" fmla="*/ 325796 h 668696"/>
              <a:gd name="connsiteX130" fmla="*/ 1749523 w 2308568"/>
              <a:gd name="connsiteY130" fmla="*/ 35023 h 668696"/>
              <a:gd name="connsiteX131" fmla="*/ 1775586 w 2308568"/>
              <a:gd name="connsiteY131" fmla="*/ 8959 h 668696"/>
              <a:gd name="connsiteX132" fmla="*/ 1280377 w 2308568"/>
              <a:gd name="connsiteY132" fmla="*/ 8959 h 668696"/>
              <a:gd name="connsiteX133" fmla="*/ 1364269 w 2308568"/>
              <a:gd name="connsiteY133" fmla="*/ 8959 h 668696"/>
              <a:gd name="connsiteX134" fmla="*/ 1374858 w 2308568"/>
              <a:gd name="connsiteY134" fmla="*/ 15475 h 668696"/>
              <a:gd name="connsiteX135" fmla="*/ 1497846 w 2308568"/>
              <a:gd name="connsiteY135" fmla="*/ 262266 h 668696"/>
              <a:gd name="connsiteX136" fmla="*/ 1620019 w 2308568"/>
              <a:gd name="connsiteY136" fmla="*/ 15475 h 668696"/>
              <a:gd name="connsiteX137" fmla="*/ 1630608 w 2308568"/>
              <a:gd name="connsiteY137" fmla="*/ 8959 h 668696"/>
              <a:gd name="connsiteX138" fmla="*/ 1714500 w 2308568"/>
              <a:gd name="connsiteY138" fmla="*/ 8959 h 668696"/>
              <a:gd name="connsiteX139" fmla="*/ 1716129 w 2308568"/>
              <a:gd name="connsiteY139" fmla="*/ 13032 h 668696"/>
              <a:gd name="connsiteX140" fmla="*/ 1549159 w 2308568"/>
              <a:gd name="connsiteY140" fmla="*/ 331497 h 668696"/>
              <a:gd name="connsiteX141" fmla="*/ 1538570 w 2308568"/>
              <a:gd name="connsiteY141" fmla="*/ 338013 h 668696"/>
              <a:gd name="connsiteX142" fmla="*/ 1463637 w 2308568"/>
              <a:gd name="connsiteY142" fmla="*/ 338013 h 668696"/>
              <a:gd name="connsiteX143" fmla="*/ 1440832 w 2308568"/>
              <a:gd name="connsiteY143" fmla="*/ 324167 h 668696"/>
              <a:gd name="connsiteX144" fmla="*/ 1277934 w 2308568"/>
              <a:gd name="connsiteY144" fmla="*/ 13032 h 668696"/>
              <a:gd name="connsiteX145" fmla="*/ 1280377 w 2308568"/>
              <a:gd name="connsiteY145" fmla="*/ 8959 h 668696"/>
              <a:gd name="connsiteX146" fmla="*/ 914671 w 2308568"/>
              <a:gd name="connsiteY146" fmla="*/ 8959 h 668696"/>
              <a:gd name="connsiteX147" fmla="*/ 1135398 w 2308568"/>
              <a:gd name="connsiteY147" fmla="*/ 8959 h 668696"/>
              <a:gd name="connsiteX148" fmla="*/ 1266531 w 2308568"/>
              <a:gd name="connsiteY148" fmla="*/ 116472 h 668696"/>
              <a:gd name="connsiteX149" fmla="*/ 1191598 w 2308568"/>
              <a:gd name="connsiteY149" fmla="*/ 215840 h 668696"/>
              <a:gd name="connsiteX150" fmla="*/ 1285264 w 2308568"/>
              <a:gd name="connsiteY150" fmla="*/ 333941 h 668696"/>
              <a:gd name="connsiteX151" fmla="*/ 1282820 w 2308568"/>
              <a:gd name="connsiteY151" fmla="*/ 338013 h 668696"/>
              <a:gd name="connsiteX152" fmla="*/ 1196485 w 2308568"/>
              <a:gd name="connsiteY152" fmla="*/ 338013 h 668696"/>
              <a:gd name="connsiteX153" fmla="*/ 1188340 w 2308568"/>
              <a:gd name="connsiteY153" fmla="*/ 333126 h 668696"/>
              <a:gd name="connsiteX154" fmla="*/ 1114221 w 2308568"/>
              <a:gd name="connsiteY154" fmla="*/ 250048 h 668696"/>
              <a:gd name="connsiteX155" fmla="*/ 1049877 w 2308568"/>
              <a:gd name="connsiteY155" fmla="*/ 223985 h 668696"/>
              <a:gd name="connsiteX156" fmla="*/ 974944 w 2308568"/>
              <a:gd name="connsiteY156" fmla="*/ 223985 h 668696"/>
              <a:gd name="connsiteX157" fmla="*/ 974944 w 2308568"/>
              <a:gd name="connsiteY157" fmla="*/ 325796 h 668696"/>
              <a:gd name="connsiteX158" fmla="*/ 962726 w 2308568"/>
              <a:gd name="connsiteY158" fmla="*/ 338013 h 668696"/>
              <a:gd name="connsiteX159" fmla="*/ 900825 w 2308568"/>
              <a:gd name="connsiteY159" fmla="*/ 338013 h 668696"/>
              <a:gd name="connsiteX160" fmla="*/ 888608 w 2308568"/>
              <a:gd name="connsiteY160" fmla="*/ 325796 h 668696"/>
              <a:gd name="connsiteX161" fmla="*/ 888608 w 2308568"/>
              <a:gd name="connsiteY161" fmla="*/ 35023 h 668696"/>
              <a:gd name="connsiteX162" fmla="*/ 914671 w 2308568"/>
              <a:gd name="connsiteY162" fmla="*/ 8959 h 668696"/>
              <a:gd name="connsiteX163" fmla="*/ 26064 w 2308568"/>
              <a:gd name="connsiteY163" fmla="*/ 8959 h 668696"/>
              <a:gd name="connsiteX164" fmla="*/ 356746 w 2308568"/>
              <a:gd name="connsiteY164" fmla="*/ 8959 h 668696"/>
              <a:gd name="connsiteX165" fmla="*/ 368964 w 2308568"/>
              <a:gd name="connsiteY165" fmla="*/ 21177 h 668696"/>
              <a:gd name="connsiteX166" fmla="*/ 368964 w 2308568"/>
              <a:gd name="connsiteY166" fmla="*/ 78191 h 668696"/>
              <a:gd name="connsiteX167" fmla="*/ 364077 w 2308568"/>
              <a:gd name="connsiteY167" fmla="*/ 83078 h 668696"/>
              <a:gd name="connsiteX168" fmla="*/ 85521 w 2308568"/>
              <a:gd name="connsiteY168" fmla="*/ 83078 h 668696"/>
              <a:gd name="connsiteX169" fmla="*/ 106698 w 2308568"/>
              <a:gd name="connsiteY169" fmla="*/ 103440 h 668696"/>
              <a:gd name="connsiteX170" fmla="*/ 274483 w 2308568"/>
              <a:gd name="connsiteY170" fmla="*/ 118101 h 668696"/>
              <a:gd name="connsiteX171" fmla="*/ 274483 w 2308568"/>
              <a:gd name="connsiteY171" fmla="*/ 231315 h 668696"/>
              <a:gd name="connsiteX172" fmla="*/ 114843 w 2308568"/>
              <a:gd name="connsiteY172" fmla="*/ 245161 h 668696"/>
              <a:gd name="connsiteX173" fmla="*/ 85521 w 2308568"/>
              <a:gd name="connsiteY173" fmla="*/ 266338 h 668696"/>
              <a:gd name="connsiteX174" fmla="*/ 85521 w 2308568"/>
              <a:gd name="connsiteY174" fmla="*/ 325796 h 668696"/>
              <a:gd name="connsiteX175" fmla="*/ 73304 w 2308568"/>
              <a:gd name="connsiteY175" fmla="*/ 338013 h 668696"/>
              <a:gd name="connsiteX176" fmla="*/ 11403 w 2308568"/>
              <a:gd name="connsiteY176" fmla="*/ 338013 h 668696"/>
              <a:gd name="connsiteX177" fmla="*/ 0 w 2308568"/>
              <a:gd name="connsiteY177" fmla="*/ 325796 h 668696"/>
              <a:gd name="connsiteX178" fmla="*/ 0 w 2308568"/>
              <a:gd name="connsiteY178" fmla="*/ 244347 h 668696"/>
              <a:gd name="connsiteX179" fmla="*/ 33394 w 2308568"/>
              <a:gd name="connsiteY179" fmla="*/ 194663 h 668696"/>
              <a:gd name="connsiteX180" fmla="*/ 232129 w 2308568"/>
              <a:gd name="connsiteY180" fmla="*/ 182446 h 668696"/>
              <a:gd name="connsiteX181" fmla="*/ 232129 w 2308568"/>
              <a:gd name="connsiteY181" fmla="*/ 171043 h 668696"/>
              <a:gd name="connsiteX182" fmla="*/ 34209 w 2308568"/>
              <a:gd name="connsiteY182" fmla="*/ 159640 h 668696"/>
              <a:gd name="connsiteX183" fmla="*/ 0 w 2308568"/>
              <a:gd name="connsiteY183" fmla="*/ 109142 h 668696"/>
              <a:gd name="connsiteX184" fmla="*/ 0 w 2308568"/>
              <a:gd name="connsiteY184" fmla="*/ 35023 h 668696"/>
              <a:gd name="connsiteX185" fmla="*/ 26064 w 2308568"/>
              <a:gd name="connsiteY185" fmla="*/ 8959 h 668696"/>
              <a:gd name="connsiteX186" fmla="*/ 610052 w 2308568"/>
              <a:gd name="connsiteY186" fmla="*/ 0 h 668696"/>
              <a:gd name="connsiteX187" fmla="*/ 834037 w 2308568"/>
              <a:gd name="connsiteY187" fmla="*/ 173486 h 668696"/>
              <a:gd name="connsiteX188" fmla="*/ 610052 w 2308568"/>
              <a:gd name="connsiteY188" fmla="*/ 346973 h 668696"/>
              <a:gd name="connsiteX189" fmla="*/ 384439 w 2308568"/>
              <a:gd name="connsiteY189" fmla="*/ 173486 h 668696"/>
              <a:gd name="connsiteX190" fmla="*/ 610052 w 2308568"/>
              <a:gd name="connsiteY190" fmla="*/ 0 h 6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2308568" h="668696">
                <a:moveTo>
                  <a:pt x="2226814" y="551409"/>
                </a:moveTo>
                <a:cubicBezTo>
                  <a:pt x="2204008" y="551409"/>
                  <a:pt x="2188533" y="566885"/>
                  <a:pt x="2188533" y="592948"/>
                </a:cubicBezTo>
                <a:cubicBezTo>
                  <a:pt x="2188533" y="616569"/>
                  <a:pt x="2204008" y="633673"/>
                  <a:pt x="2226814" y="633673"/>
                </a:cubicBezTo>
                <a:cubicBezTo>
                  <a:pt x="2248805" y="633673"/>
                  <a:pt x="2266724" y="617383"/>
                  <a:pt x="2266724" y="591319"/>
                </a:cubicBezTo>
                <a:cubicBezTo>
                  <a:pt x="2266724" y="567699"/>
                  <a:pt x="2248805" y="551409"/>
                  <a:pt x="2226814" y="551409"/>
                </a:cubicBezTo>
                <a:close/>
                <a:moveTo>
                  <a:pt x="1810610" y="551409"/>
                </a:moveTo>
                <a:cubicBezTo>
                  <a:pt x="1789433" y="551409"/>
                  <a:pt x="1775586" y="565256"/>
                  <a:pt x="1774772" y="587247"/>
                </a:cubicBezTo>
                <a:lnTo>
                  <a:pt x="1836673" y="566070"/>
                </a:lnTo>
                <a:cubicBezTo>
                  <a:pt x="1833415" y="557925"/>
                  <a:pt x="1826085" y="551409"/>
                  <a:pt x="1810610" y="551409"/>
                </a:cubicBezTo>
                <a:close/>
                <a:moveTo>
                  <a:pt x="1321102" y="551409"/>
                </a:moveTo>
                <a:cubicBezTo>
                  <a:pt x="1298296" y="551409"/>
                  <a:pt x="1282820" y="566885"/>
                  <a:pt x="1282820" y="592948"/>
                </a:cubicBezTo>
                <a:cubicBezTo>
                  <a:pt x="1282820" y="616569"/>
                  <a:pt x="1298296" y="633673"/>
                  <a:pt x="1321102" y="633673"/>
                </a:cubicBezTo>
                <a:cubicBezTo>
                  <a:pt x="1342278" y="633673"/>
                  <a:pt x="1360197" y="617383"/>
                  <a:pt x="1361012" y="590505"/>
                </a:cubicBezTo>
                <a:cubicBezTo>
                  <a:pt x="1361012" y="567699"/>
                  <a:pt x="1343093" y="551409"/>
                  <a:pt x="1321102" y="551409"/>
                </a:cubicBezTo>
                <a:close/>
                <a:moveTo>
                  <a:pt x="2073690" y="521273"/>
                </a:moveTo>
                <a:lnTo>
                  <a:pt x="2114414" y="521273"/>
                </a:lnTo>
                <a:lnTo>
                  <a:pt x="2114414" y="664623"/>
                </a:lnTo>
                <a:lnTo>
                  <a:pt x="2073690" y="664623"/>
                </a:lnTo>
                <a:close/>
                <a:moveTo>
                  <a:pt x="1440832" y="521273"/>
                </a:moveTo>
                <a:lnTo>
                  <a:pt x="1481556" y="521273"/>
                </a:lnTo>
                <a:lnTo>
                  <a:pt x="1481556" y="593763"/>
                </a:lnTo>
                <a:cubicBezTo>
                  <a:pt x="1481556" y="616569"/>
                  <a:pt x="1489701" y="632044"/>
                  <a:pt x="1512507" y="632044"/>
                </a:cubicBezTo>
                <a:cubicBezTo>
                  <a:pt x="1535312" y="632044"/>
                  <a:pt x="1543457" y="615754"/>
                  <a:pt x="1543457" y="593763"/>
                </a:cubicBezTo>
                <a:lnTo>
                  <a:pt x="1543457" y="521273"/>
                </a:lnTo>
                <a:lnTo>
                  <a:pt x="1584182" y="521273"/>
                </a:lnTo>
                <a:lnTo>
                  <a:pt x="1584182" y="598650"/>
                </a:lnTo>
                <a:cubicBezTo>
                  <a:pt x="1584182" y="639374"/>
                  <a:pt x="1559747" y="668696"/>
                  <a:pt x="1512507" y="668696"/>
                </a:cubicBezTo>
                <a:cubicBezTo>
                  <a:pt x="1465266" y="668696"/>
                  <a:pt x="1440832" y="639374"/>
                  <a:pt x="1440832" y="598650"/>
                </a:cubicBezTo>
                <a:close/>
                <a:moveTo>
                  <a:pt x="1055578" y="520459"/>
                </a:moveTo>
                <a:lnTo>
                  <a:pt x="1092230" y="520459"/>
                </a:lnTo>
                <a:lnTo>
                  <a:pt x="1092230" y="559554"/>
                </a:lnTo>
                <a:lnTo>
                  <a:pt x="1055578" y="559554"/>
                </a:lnTo>
                <a:close/>
                <a:moveTo>
                  <a:pt x="1713686" y="518015"/>
                </a:moveTo>
                <a:lnTo>
                  <a:pt x="1713686" y="555482"/>
                </a:lnTo>
                <a:cubicBezTo>
                  <a:pt x="1676219" y="553853"/>
                  <a:pt x="1664002" y="562812"/>
                  <a:pt x="1664002" y="585618"/>
                </a:cubicBezTo>
                <a:lnTo>
                  <a:pt x="1664002" y="663809"/>
                </a:lnTo>
                <a:lnTo>
                  <a:pt x="1623277" y="663809"/>
                </a:lnTo>
                <a:lnTo>
                  <a:pt x="1623277" y="583174"/>
                </a:lnTo>
                <a:cubicBezTo>
                  <a:pt x="1623277" y="537563"/>
                  <a:pt x="1649341" y="513943"/>
                  <a:pt x="1713686" y="518015"/>
                </a:cubicBezTo>
                <a:close/>
                <a:moveTo>
                  <a:pt x="2221112" y="517201"/>
                </a:moveTo>
                <a:cubicBezTo>
                  <a:pt x="2238217" y="517201"/>
                  <a:pt x="2254506" y="522902"/>
                  <a:pt x="2266724" y="535934"/>
                </a:cubicBezTo>
                <a:lnTo>
                  <a:pt x="2266724" y="521273"/>
                </a:lnTo>
                <a:lnTo>
                  <a:pt x="2305005" y="521273"/>
                </a:lnTo>
                <a:lnTo>
                  <a:pt x="2305005" y="664623"/>
                </a:lnTo>
                <a:lnTo>
                  <a:pt x="2266724" y="664623"/>
                </a:lnTo>
                <a:lnTo>
                  <a:pt x="2266724" y="649148"/>
                </a:lnTo>
                <a:cubicBezTo>
                  <a:pt x="2255321" y="662995"/>
                  <a:pt x="2239031" y="668696"/>
                  <a:pt x="2221112" y="668696"/>
                </a:cubicBezTo>
                <a:cubicBezTo>
                  <a:pt x="2178759" y="668696"/>
                  <a:pt x="2147808" y="637745"/>
                  <a:pt x="2147808" y="592948"/>
                </a:cubicBezTo>
                <a:cubicBezTo>
                  <a:pt x="2147808" y="548151"/>
                  <a:pt x="2178759" y="517201"/>
                  <a:pt x="2221112" y="517201"/>
                </a:cubicBezTo>
                <a:close/>
                <a:moveTo>
                  <a:pt x="1986539" y="517201"/>
                </a:moveTo>
                <a:cubicBezTo>
                  <a:pt x="2008530" y="517201"/>
                  <a:pt x="2025635" y="522902"/>
                  <a:pt x="2038667" y="533491"/>
                </a:cubicBezTo>
                <a:lnTo>
                  <a:pt x="2021562" y="564441"/>
                </a:lnTo>
                <a:cubicBezTo>
                  <a:pt x="2012603" y="558740"/>
                  <a:pt x="2004458" y="554667"/>
                  <a:pt x="1990612" y="554667"/>
                </a:cubicBezTo>
                <a:cubicBezTo>
                  <a:pt x="1967806" y="554667"/>
                  <a:pt x="1950702" y="569328"/>
                  <a:pt x="1950702" y="593763"/>
                </a:cubicBezTo>
                <a:cubicBezTo>
                  <a:pt x="1950702" y="618198"/>
                  <a:pt x="1967806" y="632858"/>
                  <a:pt x="1991426" y="632858"/>
                </a:cubicBezTo>
                <a:cubicBezTo>
                  <a:pt x="2006087" y="632858"/>
                  <a:pt x="2014232" y="627971"/>
                  <a:pt x="2021562" y="622270"/>
                </a:cubicBezTo>
                <a:lnTo>
                  <a:pt x="2039481" y="651591"/>
                </a:lnTo>
                <a:cubicBezTo>
                  <a:pt x="2026449" y="663809"/>
                  <a:pt x="2010974" y="668696"/>
                  <a:pt x="1988168" y="668696"/>
                </a:cubicBezTo>
                <a:cubicBezTo>
                  <a:pt x="1943371" y="668696"/>
                  <a:pt x="1909163" y="640189"/>
                  <a:pt x="1909163" y="592948"/>
                </a:cubicBezTo>
                <a:cubicBezTo>
                  <a:pt x="1909163" y="545708"/>
                  <a:pt x="1944186" y="517201"/>
                  <a:pt x="1986539" y="517201"/>
                </a:cubicBezTo>
                <a:close/>
                <a:moveTo>
                  <a:pt x="1811424" y="517201"/>
                </a:moveTo>
                <a:cubicBezTo>
                  <a:pt x="1852149" y="517201"/>
                  <a:pt x="1876583" y="541635"/>
                  <a:pt x="1880656" y="584804"/>
                </a:cubicBezTo>
                <a:lnTo>
                  <a:pt x="1781288" y="616569"/>
                </a:lnTo>
                <a:cubicBezTo>
                  <a:pt x="1789433" y="627971"/>
                  <a:pt x="1803279" y="633673"/>
                  <a:pt x="1820383" y="633673"/>
                </a:cubicBezTo>
                <a:cubicBezTo>
                  <a:pt x="1838302" y="633673"/>
                  <a:pt x="1849705" y="627971"/>
                  <a:pt x="1860294" y="620641"/>
                </a:cubicBezTo>
                <a:lnTo>
                  <a:pt x="1877398" y="649963"/>
                </a:lnTo>
                <a:cubicBezTo>
                  <a:pt x="1864366" y="661365"/>
                  <a:pt x="1844818" y="667881"/>
                  <a:pt x="1820383" y="667881"/>
                </a:cubicBezTo>
                <a:cubicBezTo>
                  <a:pt x="1770700" y="667881"/>
                  <a:pt x="1738120" y="638560"/>
                  <a:pt x="1738120" y="592134"/>
                </a:cubicBezTo>
                <a:cubicBezTo>
                  <a:pt x="1738120" y="547337"/>
                  <a:pt x="1767442" y="517201"/>
                  <a:pt x="1811424" y="517201"/>
                </a:cubicBezTo>
                <a:close/>
                <a:moveTo>
                  <a:pt x="1315400" y="517201"/>
                </a:moveTo>
                <a:cubicBezTo>
                  <a:pt x="1334948" y="517201"/>
                  <a:pt x="1349609" y="522088"/>
                  <a:pt x="1361012" y="534305"/>
                </a:cubicBezTo>
                <a:lnTo>
                  <a:pt x="1361012" y="522088"/>
                </a:lnTo>
                <a:lnTo>
                  <a:pt x="1399293" y="522088"/>
                </a:lnTo>
                <a:lnTo>
                  <a:pt x="1399293" y="665438"/>
                </a:lnTo>
                <a:lnTo>
                  <a:pt x="1361012" y="665438"/>
                </a:lnTo>
                <a:lnTo>
                  <a:pt x="1361012" y="651591"/>
                </a:lnTo>
                <a:cubicBezTo>
                  <a:pt x="1350423" y="662995"/>
                  <a:pt x="1334948" y="668696"/>
                  <a:pt x="1315400" y="668696"/>
                </a:cubicBezTo>
                <a:cubicBezTo>
                  <a:pt x="1273047" y="668696"/>
                  <a:pt x="1242096" y="637745"/>
                  <a:pt x="1242096" y="592948"/>
                </a:cubicBezTo>
                <a:cubicBezTo>
                  <a:pt x="1242096" y="548151"/>
                  <a:pt x="1273047" y="517201"/>
                  <a:pt x="1315400" y="517201"/>
                </a:cubicBezTo>
                <a:close/>
                <a:moveTo>
                  <a:pt x="2073690" y="456114"/>
                </a:moveTo>
                <a:lnTo>
                  <a:pt x="2114414" y="456114"/>
                </a:lnTo>
                <a:lnTo>
                  <a:pt x="2114414" y="495210"/>
                </a:lnTo>
                <a:lnTo>
                  <a:pt x="2073690" y="495210"/>
                </a:lnTo>
                <a:close/>
                <a:moveTo>
                  <a:pt x="1178426" y="444024"/>
                </a:moveTo>
                <a:cubicBezTo>
                  <a:pt x="1191903" y="442115"/>
                  <a:pt x="1207684" y="442268"/>
                  <a:pt x="1225806" y="444711"/>
                </a:cubicBezTo>
                <a:lnTo>
                  <a:pt x="1225806" y="482178"/>
                </a:lnTo>
                <a:cubicBezTo>
                  <a:pt x="1174494" y="476476"/>
                  <a:pt x="1159018" y="487879"/>
                  <a:pt x="1159018" y="513128"/>
                </a:cubicBezTo>
                <a:lnTo>
                  <a:pt x="1159018" y="520459"/>
                </a:lnTo>
                <a:lnTo>
                  <a:pt x="1223363" y="520459"/>
                </a:lnTo>
                <a:lnTo>
                  <a:pt x="1223363" y="559554"/>
                </a:lnTo>
                <a:lnTo>
                  <a:pt x="1159018" y="559554"/>
                </a:lnTo>
                <a:lnTo>
                  <a:pt x="1159018" y="664623"/>
                </a:lnTo>
                <a:lnTo>
                  <a:pt x="1118294" y="664623"/>
                </a:lnTo>
                <a:lnTo>
                  <a:pt x="1118294" y="510685"/>
                </a:lnTo>
                <a:cubicBezTo>
                  <a:pt x="1118294" y="474033"/>
                  <a:pt x="1137995" y="449752"/>
                  <a:pt x="1178426" y="444024"/>
                </a:cubicBezTo>
                <a:close/>
                <a:moveTo>
                  <a:pt x="2089979" y="83893"/>
                </a:moveTo>
                <a:lnTo>
                  <a:pt x="2024820" y="214211"/>
                </a:lnTo>
                <a:lnTo>
                  <a:pt x="2154324" y="214211"/>
                </a:lnTo>
                <a:close/>
                <a:moveTo>
                  <a:pt x="974129" y="83078"/>
                </a:moveTo>
                <a:lnTo>
                  <a:pt x="974129" y="158825"/>
                </a:lnTo>
                <a:lnTo>
                  <a:pt x="1123181" y="158825"/>
                </a:lnTo>
                <a:cubicBezTo>
                  <a:pt x="1169607" y="158825"/>
                  <a:pt x="1179381" y="137649"/>
                  <a:pt x="1180195" y="121359"/>
                </a:cubicBezTo>
                <a:cubicBezTo>
                  <a:pt x="1180195" y="103440"/>
                  <a:pt x="1170421" y="83078"/>
                  <a:pt x="1123181" y="83078"/>
                </a:cubicBezTo>
                <a:close/>
                <a:moveTo>
                  <a:pt x="610052" y="68417"/>
                </a:moveTo>
                <a:cubicBezTo>
                  <a:pt x="516386" y="68417"/>
                  <a:pt x="471589" y="109142"/>
                  <a:pt x="471589" y="174301"/>
                </a:cubicBezTo>
                <a:cubicBezTo>
                  <a:pt x="471589" y="237016"/>
                  <a:pt x="513128" y="280185"/>
                  <a:pt x="610052" y="280185"/>
                </a:cubicBezTo>
                <a:cubicBezTo>
                  <a:pt x="711049" y="280185"/>
                  <a:pt x="747701" y="232944"/>
                  <a:pt x="747701" y="174301"/>
                </a:cubicBezTo>
                <a:cubicBezTo>
                  <a:pt x="747701" y="109142"/>
                  <a:pt x="702904" y="68417"/>
                  <a:pt x="610052" y="68417"/>
                </a:cubicBezTo>
                <a:close/>
                <a:moveTo>
                  <a:pt x="2055771" y="8959"/>
                </a:moveTo>
                <a:lnTo>
                  <a:pt x="2130704" y="8959"/>
                </a:lnTo>
                <a:cubicBezTo>
                  <a:pt x="2135591" y="8959"/>
                  <a:pt x="2139663" y="11403"/>
                  <a:pt x="2141292" y="15475"/>
                </a:cubicBezTo>
                <a:lnTo>
                  <a:pt x="2308263" y="333941"/>
                </a:lnTo>
                <a:cubicBezTo>
                  <a:pt x="2309077" y="336384"/>
                  <a:pt x="2308263" y="338013"/>
                  <a:pt x="2305819" y="338013"/>
                </a:cubicBezTo>
                <a:lnTo>
                  <a:pt x="2257764" y="338013"/>
                </a:lnTo>
                <a:cubicBezTo>
                  <a:pt x="2231701" y="338013"/>
                  <a:pt x="2207266" y="323352"/>
                  <a:pt x="2195863" y="299732"/>
                </a:cubicBezTo>
                <a:lnTo>
                  <a:pt x="2183646" y="275298"/>
                </a:lnTo>
                <a:lnTo>
                  <a:pt x="1994684" y="275298"/>
                </a:lnTo>
                <a:lnTo>
                  <a:pt x="1966991" y="331497"/>
                </a:lnTo>
                <a:cubicBezTo>
                  <a:pt x="1965363" y="335570"/>
                  <a:pt x="1961290" y="338013"/>
                  <a:pt x="1956403" y="338013"/>
                </a:cubicBezTo>
                <a:lnTo>
                  <a:pt x="1872511" y="338013"/>
                </a:lnTo>
                <a:cubicBezTo>
                  <a:pt x="1870067" y="338013"/>
                  <a:pt x="1869253" y="335570"/>
                  <a:pt x="1870067" y="333941"/>
                </a:cubicBezTo>
                <a:lnTo>
                  <a:pt x="2032965" y="22806"/>
                </a:lnTo>
                <a:cubicBezTo>
                  <a:pt x="2037038" y="14661"/>
                  <a:pt x="2045997" y="8959"/>
                  <a:pt x="2055771" y="8959"/>
                </a:cubicBezTo>
                <a:close/>
                <a:moveTo>
                  <a:pt x="1775586" y="8959"/>
                </a:moveTo>
                <a:lnTo>
                  <a:pt x="1822827" y="8959"/>
                </a:lnTo>
                <a:cubicBezTo>
                  <a:pt x="1829343" y="8959"/>
                  <a:pt x="1835044" y="14661"/>
                  <a:pt x="1835044" y="21177"/>
                </a:cubicBezTo>
                <a:lnTo>
                  <a:pt x="1835044" y="325796"/>
                </a:lnTo>
                <a:cubicBezTo>
                  <a:pt x="1835044" y="332312"/>
                  <a:pt x="1829343" y="338013"/>
                  <a:pt x="1822827" y="338013"/>
                </a:cubicBezTo>
                <a:lnTo>
                  <a:pt x="1760926" y="338013"/>
                </a:lnTo>
                <a:cubicBezTo>
                  <a:pt x="1754410" y="338013"/>
                  <a:pt x="1748708" y="333126"/>
                  <a:pt x="1749523" y="325796"/>
                </a:cubicBezTo>
                <a:lnTo>
                  <a:pt x="1749523" y="35023"/>
                </a:lnTo>
                <a:cubicBezTo>
                  <a:pt x="1749523" y="20362"/>
                  <a:pt x="1760926" y="8959"/>
                  <a:pt x="1775586" y="8959"/>
                </a:cubicBezTo>
                <a:close/>
                <a:moveTo>
                  <a:pt x="1280377" y="8959"/>
                </a:moveTo>
                <a:lnTo>
                  <a:pt x="1364269" y="8959"/>
                </a:lnTo>
                <a:cubicBezTo>
                  <a:pt x="1369156" y="8959"/>
                  <a:pt x="1373229" y="11403"/>
                  <a:pt x="1374858" y="15475"/>
                </a:cubicBezTo>
                <a:lnTo>
                  <a:pt x="1497846" y="262266"/>
                </a:lnTo>
                <a:lnTo>
                  <a:pt x="1620019" y="15475"/>
                </a:lnTo>
                <a:cubicBezTo>
                  <a:pt x="1621648" y="11403"/>
                  <a:pt x="1625721" y="8959"/>
                  <a:pt x="1630608" y="8959"/>
                </a:cubicBezTo>
                <a:lnTo>
                  <a:pt x="1714500" y="8959"/>
                </a:lnTo>
                <a:cubicBezTo>
                  <a:pt x="1716129" y="8959"/>
                  <a:pt x="1717758" y="11403"/>
                  <a:pt x="1716129" y="13032"/>
                </a:cubicBezTo>
                <a:lnTo>
                  <a:pt x="1549159" y="331497"/>
                </a:lnTo>
                <a:cubicBezTo>
                  <a:pt x="1547530" y="335570"/>
                  <a:pt x="1543457" y="338013"/>
                  <a:pt x="1538570" y="338013"/>
                </a:cubicBezTo>
                <a:lnTo>
                  <a:pt x="1463637" y="338013"/>
                </a:lnTo>
                <a:cubicBezTo>
                  <a:pt x="1453863" y="338013"/>
                  <a:pt x="1444904" y="332312"/>
                  <a:pt x="1440832" y="324167"/>
                </a:cubicBezTo>
                <a:lnTo>
                  <a:pt x="1277934" y="13032"/>
                </a:lnTo>
                <a:cubicBezTo>
                  <a:pt x="1277119" y="11403"/>
                  <a:pt x="1278748" y="8959"/>
                  <a:pt x="1280377" y="8959"/>
                </a:cubicBezTo>
                <a:close/>
                <a:moveTo>
                  <a:pt x="914671" y="8959"/>
                </a:moveTo>
                <a:lnTo>
                  <a:pt x="1135398" y="8959"/>
                </a:lnTo>
                <a:cubicBezTo>
                  <a:pt x="1220105" y="8959"/>
                  <a:pt x="1266531" y="46426"/>
                  <a:pt x="1266531" y="116472"/>
                </a:cubicBezTo>
                <a:cubicBezTo>
                  <a:pt x="1266531" y="187333"/>
                  <a:pt x="1207888" y="210953"/>
                  <a:pt x="1191598" y="215840"/>
                </a:cubicBezTo>
                <a:lnTo>
                  <a:pt x="1285264" y="333941"/>
                </a:lnTo>
                <a:cubicBezTo>
                  <a:pt x="1286079" y="335570"/>
                  <a:pt x="1285264" y="338013"/>
                  <a:pt x="1282820" y="338013"/>
                </a:cubicBezTo>
                <a:lnTo>
                  <a:pt x="1196485" y="338013"/>
                </a:lnTo>
                <a:cubicBezTo>
                  <a:pt x="1192412" y="338013"/>
                  <a:pt x="1189154" y="336384"/>
                  <a:pt x="1188340" y="333126"/>
                </a:cubicBezTo>
                <a:lnTo>
                  <a:pt x="1114221" y="250048"/>
                </a:lnTo>
                <a:cubicBezTo>
                  <a:pt x="1093045" y="228057"/>
                  <a:pt x="1088972" y="223985"/>
                  <a:pt x="1049877" y="223985"/>
                </a:cubicBezTo>
                <a:lnTo>
                  <a:pt x="974944" y="223985"/>
                </a:lnTo>
                <a:lnTo>
                  <a:pt x="974944" y="325796"/>
                </a:lnTo>
                <a:cubicBezTo>
                  <a:pt x="974944" y="332312"/>
                  <a:pt x="969242" y="338013"/>
                  <a:pt x="962726" y="338013"/>
                </a:cubicBezTo>
                <a:lnTo>
                  <a:pt x="900825" y="338013"/>
                </a:lnTo>
                <a:cubicBezTo>
                  <a:pt x="894309" y="338013"/>
                  <a:pt x="888608" y="332312"/>
                  <a:pt x="888608" y="325796"/>
                </a:cubicBezTo>
                <a:lnTo>
                  <a:pt x="888608" y="35023"/>
                </a:lnTo>
                <a:cubicBezTo>
                  <a:pt x="888608" y="20362"/>
                  <a:pt x="900011" y="8959"/>
                  <a:pt x="914671" y="8959"/>
                </a:cubicBezTo>
                <a:close/>
                <a:moveTo>
                  <a:pt x="26064" y="8959"/>
                </a:moveTo>
                <a:lnTo>
                  <a:pt x="356746" y="8959"/>
                </a:lnTo>
                <a:cubicBezTo>
                  <a:pt x="363262" y="8959"/>
                  <a:pt x="368964" y="14661"/>
                  <a:pt x="368964" y="21177"/>
                </a:cubicBezTo>
                <a:lnTo>
                  <a:pt x="368964" y="78191"/>
                </a:lnTo>
                <a:cubicBezTo>
                  <a:pt x="368964" y="80635"/>
                  <a:pt x="366520" y="83078"/>
                  <a:pt x="364077" y="83078"/>
                </a:cubicBezTo>
                <a:lnTo>
                  <a:pt x="85521" y="83078"/>
                </a:lnTo>
                <a:cubicBezTo>
                  <a:pt x="85521" y="96110"/>
                  <a:pt x="85521" y="101811"/>
                  <a:pt x="106698" y="103440"/>
                </a:cubicBezTo>
                <a:lnTo>
                  <a:pt x="274483" y="118101"/>
                </a:lnTo>
                <a:cubicBezTo>
                  <a:pt x="338013" y="123802"/>
                  <a:pt x="338013" y="225614"/>
                  <a:pt x="274483" y="231315"/>
                </a:cubicBezTo>
                <a:cubicBezTo>
                  <a:pt x="223170" y="236202"/>
                  <a:pt x="140907" y="242718"/>
                  <a:pt x="114843" y="245161"/>
                </a:cubicBezTo>
                <a:cubicBezTo>
                  <a:pt x="96110" y="246790"/>
                  <a:pt x="85521" y="252492"/>
                  <a:pt x="85521" y="266338"/>
                </a:cubicBezTo>
                <a:lnTo>
                  <a:pt x="85521" y="325796"/>
                </a:lnTo>
                <a:cubicBezTo>
                  <a:pt x="85521" y="332312"/>
                  <a:pt x="79820" y="338013"/>
                  <a:pt x="73304" y="338013"/>
                </a:cubicBezTo>
                <a:lnTo>
                  <a:pt x="11403" y="338013"/>
                </a:lnTo>
                <a:cubicBezTo>
                  <a:pt x="4887" y="338013"/>
                  <a:pt x="0" y="332312"/>
                  <a:pt x="0" y="325796"/>
                </a:cubicBezTo>
                <a:lnTo>
                  <a:pt x="0" y="244347"/>
                </a:lnTo>
                <a:cubicBezTo>
                  <a:pt x="814" y="215025"/>
                  <a:pt x="9774" y="197107"/>
                  <a:pt x="33394" y="194663"/>
                </a:cubicBezTo>
                <a:cubicBezTo>
                  <a:pt x="61087" y="192220"/>
                  <a:pt x="232129" y="182446"/>
                  <a:pt x="232129" y="182446"/>
                </a:cubicBezTo>
                <a:cubicBezTo>
                  <a:pt x="237016" y="180002"/>
                  <a:pt x="237016" y="173486"/>
                  <a:pt x="232129" y="171043"/>
                </a:cubicBezTo>
                <a:cubicBezTo>
                  <a:pt x="232129" y="171043"/>
                  <a:pt x="65159" y="162084"/>
                  <a:pt x="34209" y="159640"/>
                </a:cubicBezTo>
                <a:cubicBezTo>
                  <a:pt x="7330" y="157197"/>
                  <a:pt x="0" y="136834"/>
                  <a:pt x="0" y="109142"/>
                </a:cubicBezTo>
                <a:lnTo>
                  <a:pt x="0" y="35023"/>
                </a:lnTo>
                <a:cubicBezTo>
                  <a:pt x="0" y="20362"/>
                  <a:pt x="11403" y="8959"/>
                  <a:pt x="26064" y="8959"/>
                </a:cubicBezTo>
                <a:close/>
                <a:moveTo>
                  <a:pt x="610052" y="0"/>
                </a:moveTo>
                <a:cubicBezTo>
                  <a:pt x="730597" y="0"/>
                  <a:pt x="834037" y="47241"/>
                  <a:pt x="834037" y="173486"/>
                </a:cubicBezTo>
                <a:cubicBezTo>
                  <a:pt x="834037" y="303805"/>
                  <a:pt x="724081" y="346973"/>
                  <a:pt x="610052" y="346973"/>
                </a:cubicBezTo>
                <a:cubicBezTo>
                  <a:pt x="490323" y="346973"/>
                  <a:pt x="384439" y="299732"/>
                  <a:pt x="384439" y="173486"/>
                </a:cubicBezTo>
                <a:cubicBezTo>
                  <a:pt x="384439" y="45611"/>
                  <a:pt x="491951" y="0"/>
                  <a:pt x="61005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91F52BF1-5ECF-46AD-189A-3282658F50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/>
              <a:t>Select the icon to insert a picture then place the visual into background position (Right click with the mouse / Send to back)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559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w/o BG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8BBE0DB-CE4B-01A3-F729-24B49EBABCE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880800" y="0"/>
            <a:ext cx="11311200" cy="5815044"/>
          </a:xfrm>
          <a:custGeom>
            <a:avLst/>
            <a:gdLst>
              <a:gd name="connsiteX0" fmla="*/ 13972 w 11309173"/>
              <a:gd name="connsiteY0" fmla="*/ 0 h 5814002"/>
              <a:gd name="connsiteX1" fmla="*/ 35568 w 11309173"/>
              <a:gd name="connsiteY1" fmla="*/ 0 h 5814002"/>
              <a:gd name="connsiteX2" fmla="*/ 31610 w 11309173"/>
              <a:gd name="connsiteY2" fmla="*/ 1132224 h 5814002"/>
              <a:gd name="connsiteX3" fmla="*/ 31610 w 11309173"/>
              <a:gd name="connsiteY3" fmla="*/ 1166462 h 5814002"/>
              <a:gd name="connsiteX4" fmla="*/ 31491 w 11309173"/>
              <a:gd name="connsiteY4" fmla="*/ 1166462 h 5814002"/>
              <a:gd name="connsiteX5" fmla="*/ 21595 w 11309173"/>
              <a:gd name="connsiteY5" fmla="*/ 3997523 h 5814002"/>
              <a:gd name="connsiteX6" fmla="*/ 144810 w 11309173"/>
              <a:gd name="connsiteY6" fmla="*/ 4760952 h 5814002"/>
              <a:gd name="connsiteX7" fmla="*/ 767241 w 11309173"/>
              <a:gd name="connsiteY7" fmla="*/ 5270328 h 5814002"/>
              <a:gd name="connsiteX8" fmla="*/ 811700 w 11309173"/>
              <a:gd name="connsiteY8" fmla="*/ 5283031 h 5814002"/>
              <a:gd name="connsiteX9" fmla="*/ 1895236 w 11309173"/>
              <a:gd name="connsiteY9" fmla="*/ 5385922 h 5814002"/>
              <a:gd name="connsiteX10" fmla="*/ 3242989 w 11309173"/>
              <a:gd name="connsiteY10" fmla="*/ 5467219 h 5814002"/>
              <a:gd name="connsiteX11" fmla="*/ 11309173 w 11309173"/>
              <a:gd name="connsiteY11" fmla="*/ 5792406 h 5814002"/>
              <a:gd name="connsiteX12" fmla="*/ 11307903 w 11309173"/>
              <a:gd name="connsiteY12" fmla="*/ 5814002 h 5814002"/>
              <a:gd name="connsiteX13" fmla="*/ 3242989 w 11309173"/>
              <a:gd name="connsiteY13" fmla="*/ 5488814 h 5814002"/>
              <a:gd name="connsiteX14" fmla="*/ 1893967 w 11309173"/>
              <a:gd name="connsiteY14" fmla="*/ 5407517 h 5814002"/>
              <a:gd name="connsiteX15" fmla="*/ 805348 w 11309173"/>
              <a:gd name="connsiteY15" fmla="*/ 5303355 h 5814002"/>
              <a:gd name="connsiteX16" fmla="*/ 760890 w 11309173"/>
              <a:gd name="connsiteY16" fmla="*/ 5290653 h 5814002"/>
              <a:gd name="connsiteX17" fmla="*/ 124486 w 11309173"/>
              <a:gd name="connsiteY17" fmla="*/ 4771114 h 5814002"/>
              <a:gd name="connsiteX18" fmla="*/ 0 w 11309173"/>
              <a:gd name="connsiteY18" fmla="*/ 3997523 h 581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309173" h="5814002">
                <a:moveTo>
                  <a:pt x="13972" y="0"/>
                </a:moveTo>
                <a:lnTo>
                  <a:pt x="35568" y="0"/>
                </a:lnTo>
                <a:lnTo>
                  <a:pt x="31610" y="1132224"/>
                </a:lnTo>
                <a:lnTo>
                  <a:pt x="31610" y="1166462"/>
                </a:lnTo>
                <a:lnTo>
                  <a:pt x="31491" y="1166462"/>
                </a:lnTo>
                <a:lnTo>
                  <a:pt x="21595" y="3997523"/>
                </a:lnTo>
                <a:cubicBezTo>
                  <a:pt x="21595" y="4536115"/>
                  <a:pt x="143540" y="4758411"/>
                  <a:pt x="144810" y="4760952"/>
                </a:cubicBezTo>
                <a:cubicBezTo>
                  <a:pt x="326459" y="5147112"/>
                  <a:pt x="591944" y="5220787"/>
                  <a:pt x="767241" y="5270328"/>
                </a:cubicBezTo>
                <a:cubicBezTo>
                  <a:pt x="782484" y="5275409"/>
                  <a:pt x="797727" y="5279220"/>
                  <a:pt x="811700" y="5283031"/>
                </a:cubicBezTo>
                <a:cubicBezTo>
                  <a:pt x="978105" y="5331301"/>
                  <a:pt x="1886345" y="5385922"/>
                  <a:pt x="1895236" y="5385922"/>
                </a:cubicBezTo>
                <a:lnTo>
                  <a:pt x="3242989" y="5467219"/>
                </a:lnTo>
                <a:lnTo>
                  <a:pt x="11309173" y="5792406"/>
                </a:lnTo>
                <a:lnTo>
                  <a:pt x="11307903" y="5814002"/>
                </a:lnTo>
                <a:lnTo>
                  <a:pt x="3242989" y="5488814"/>
                </a:lnTo>
                <a:lnTo>
                  <a:pt x="1893967" y="5407517"/>
                </a:lnTo>
                <a:cubicBezTo>
                  <a:pt x="1855859" y="5404976"/>
                  <a:pt x="973024" y="5352895"/>
                  <a:pt x="805348" y="5303355"/>
                </a:cubicBezTo>
                <a:cubicBezTo>
                  <a:pt x="791376" y="5299544"/>
                  <a:pt x="776133" y="5294463"/>
                  <a:pt x="760890" y="5290653"/>
                </a:cubicBezTo>
                <a:cubicBezTo>
                  <a:pt x="580511" y="5241112"/>
                  <a:pt x="309945" y="5164896"/>
                  <a:pt x="124486" y="4771114"/>
                </a:cubicBezTo>
                <a:cubicBezTo>
                  <a:pt x="120676" y="4762223"/>
                  <a:pt x="0" y="4542466"/>
                  <a:pt x="0" y="3997523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648800" y="2629292"/>
            <a:ext cx="9000000" cy="1785600"/>
          </a:xfrm>
        </p:spPr>
        <p:txBody>
          <a:bodyPr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2pPr>
            <a:lvl3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3pPr>
            <a:lvl4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4pPr>
            <a:lvl5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5pPr>
            <a:lvl6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6pPr>
            <a:lvl7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7pPr>
            <a:lvl8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8pPr>
            <a:lvl9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/>
          <a:p>
            <a:r>
              <a:rPr lang="en-GB" noProof="0" dirty="0"/>
              <a:t>Date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1648800" y="360419"/>
            <a:ext cx="9000000" cy="2083329"/>
          </a:xfrm>
        </p:spPr>
        <p:txBody>
          <a:bodyPr anchor="b" anchorCtr="0"/>
          <a:lstStyle>
            <a:lvl1pPr algn="l">
              <a:lnSpc>
                <a:spcPct val="74000"/>
              </a:lnSpc>
              <a:defRPr sz="44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TItle</a:t>
            </a:r>
            <a:endParaRPr lang="en-GB" noProof="0" dirty="0"/>
          </a:p>
        </p:txBody>
      </p:sp>
      <p:sp>
        <p:nvSpPr>
          <p:cNvPr id="2" name="Espace réservé du texte 10">
            <a:extLst>
              <a:ext uri="{FF2B5EF4-FFF2-40B4-BE49-F238E27FC236}">
                <a16:creationId xmlns:a16="http://schemas.microsoft.com/office/drawing/2014/main" id="{A1A46557-4418-39FE-2564-56ACEB3B5F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648800" y="4581128"/>
            <a:ext cx="9000000" cy="553515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Date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AADEAF3-E619-5BEA-0C02-792BAD3D0491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900000" y="5792400"/>
            <a:ext cx="2278800" cy="65798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91F52BF1-5ECF-46AD-189A-3282658F50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 then place the visual into background position (Right click with the mouse / Send to back)</a:t>
            </a:r>
          </a:p>
        </p:txBody>
      </p:sp>
    </p:spTree>
    <p:extLst>
      <p:ext uri="{BB962C8B-B14F-4D97-AF65-F5344CB8AC3E}">
        <p14:creationId xmlns:p14="http://schemas.microsoft.com/office/powerpoint/2010/main" val="330149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with BG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8BBE0DB-CE4B-01A3-F729-24B49EBABCE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880800" y="0"/>
            <a:ext cx="11311200" cy="5815044"/>
          </a:xfrm>
          <a:custGeom>
            <a:avLst/>
            <a:gdLst>
              <a:gd name="connsiteX0" fmla="*/ 13972 w 11309173"/>
              <a:gd name="connsiteY0" fmla="*/ 0 h 5814002"/>
              <a:gd name="connsiteX1" fmla="*/ 35568 w 11309173"/>
              <a:gd name="connsiteY1" fmla="*/ 0 h 5814002"/>
              <a:gd name="connsiteX2" fmla="*/ 31610 w 11309173"/>
              <a:gd name="connsiteY2" fmla="*/ 1132224 h 5814002"/>
              <a:gd name="connsiteX3" fmla="*/ 31610 w 11309173"/>
              <a:gd name="connsiteY3" fmla="*/ 1166462 h 5814002"/>
              <a:gd name="connsiteX4" fmla="*/ 31491 w 11309173"/>
              <a:gd name="connsiteY4" fmla="*/ 1166462 h 5814002"/>
              <a:gd name="connsiteX5" fmla="*/ 21595 w 11309173"/>
              <a:gd name="connsiteY5" fmla="*/ 3997523 h 5814002"/>
              <a:gd name="connsiteX6" fmla="*/ 144810 w 11309173"/>
              <a:gd name="connsiteY6" fmla="*/ 4760952 h 5814002"/>
              <a:gd name="connsiteX7" fmla="*/ 767241 w 11309173"/>
              <a:gd name="connsiteY7" fmla="*/ 5270328 h 5814002"/>
              <a:gd name="connsiteX8" fmla="*/ 811700 w 11309173"/>
              <a:gd name="connsiteY8" fmla="*/ 5283031 h 5814002"/>
              <a:gd name="connsiteX9" fmla="*/ 1895236 w 11309173"/>
              <a:gd name="connsiteY9" fmla="*/ 5385922 h 5814002"/>
              <a:gd name="connsiteX10" fmla="*/ 3242989 w 11309173"/>
              <a:gd name="connsiteY10" fmla="*/ 5467219 h 5814002"/>
              <a:gd name="connsiteX11" fmla="*/ 11309173 w 11309173"/>
              <a:gd name="connsiteY11" fmla="*/ 5792406 h 5814002"/>
              <a:gd name="connsiteX12" fmla="*/ 11307903 w 11309173"/>
              <a:gd name="connsiteY12" fmla="*/ 5814002 h 5814002"/>
              <a:gd name="connsiteX13" fmla="*/ 3242989 w 11309173"/>
              <a:gd name="connsiteY13" fmla="*/ 5488814 h 5814002"/>
              <a:gd name="connsiteX14" fmla="*/ 1893967 w 11309173"/>
              <a:gd name="connsiteY14" fmla="*/ 5407517 h 5814002"/>
              <a:gd name="connsiteX15" fmla="*/ 805348 w 11309173"/>
              <a:gd name="connsiteY15" fmla="*/ 5303355 h 5814002"/>
              <a:gd name="connsiteX16" fmla="*/ 760890 w 11309173"/>
              <a:gd name="connsiteY16" fmla="*/ 5290653 h 5814002"/>
              <a:gd name="connsiteX17" fmla="*/ 124486 w 11309173"/>
              <a:gd name="connsiteY17" fmla="*/ 4771114 h 5814002"/>
              <a:gd name="connsiteX18" fmla="*/ 0 w 11309173"/>
              <a:gd name="connsiteY18" fmla="*/ 3997523 h 581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309173" h="5814002">
                <a:moveTo>
                  <a:pt x="13972" y="0"/>
                </a:moveTo>
                <a:lnTo>
                  <a:pt x="35568" y="0"/>
                </a:lnTo>
                <a:lnTo>
                  <a:pt x="31610" y="1132224"/>
                </a:lnTo>
                <a:lnTo>
                  <a:pt x="31610" y="1166462"/>
                </a:lnTo>
                <a:lnTo>
                  <a:pt x="31491" y="1166462"/>
                </a:lnTo>
                <a:lnTo>
                  <a:pt x="21595" y="3997523"/>
                </a:lnTo>
                <a:cubicBezTo>
                  <a:pt x="21595" y="4536115"/>
                  <a:pt x="143540" y="4758411"/>
                  <a:pt x="144810" y="4760952"/>
                </a:cubicBezTo>
                <a:cubicBezTo>
                  <a:pt x="326459" y="5147112"/>
                  <a:pt x="591944" y="5220787"/>
                  <a:pt x="767241" y="5270328"/>
                </a:cubicBezTo>
                <a:cubicBezTo>
                  <a:pt x="782484" y="5275409"/>
                  <a:pt x="797727" y="5279220"/>
                  <a:pt x="811700" y="5283031"/>
                </a:cubicBezTo>
                <a:cubicBezTo>
                  <a:pt x="978105" y="5331301"/>
                  <a:pt x="1886345" y="5385922"/>
                  <a:pt x="1895236" y="5385922"/>
                </a:cubicBezTo>
                <a:lnTo>
                  <a:pt x="3242989" y="5467219"/>
                </a:lnTo>
                <a:lnTo>
                  <a:pt x="11309173" y="5792406"/>
                </a:lnTo>
                <a:lnTo>
                  <a:pt x="11307903" y="5814002"/>
                </a:lnTo>
                <a:lnTo>
                  <a:pt x="3242989" y="5488814"/>
                </a:lnTo>
                <a:lnTo>
                  <a:pt x="1893967" y="5407517"/>
                </a:lnTo>
                <a:cubicBezTo>
                  <a:pt x="1855859" y="5404976"/>
                  <a:pt x="973024" y="5352895"/>
                  <a:pt x="805348" y="5303355"/>
                </a:cubicBezTo>
                <a:cubicBezTo>
                  <a:pt x="791376" y="5299544"/>
                  <a:pt x="776133" y="5294463"/>
                  <a:pt x="760890" y="5290653"/>
                </a:cubicBezTo>
                <a:cubicBezTo>
                  <a:pt x="580511" y="5241112"/>
                  <a:pt x="309945" y="5164896"/>
                  <a:pt x="124486" y="4771114"/>
                </a:cubicBezTo>
                <a:cubicBezTo>
                  <a:pt x="120676" y="4762223"/>
                  <a:pt x="0" y="4542466"/>
                  <a:pt x="0" y="3997523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  <a:endParaRPr lang="en-GB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648800" y="2629292"/>
            <a:ext cx="9000000" cy="1785600"/>
          </a:xfrm>
        </p:spPr>
        <p:txBody>
          <a:bodyPr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000" b="1" cap="all" baseline="0">
                <a:solidFill>
                  <a:schemeClr val="tx2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2pPr>
            <a:lvl3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3pPr>
            <a:lvl4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4pPr>
            <a:lvl5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5pPr>
            <a:lvl6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6pPr>
            <a:lvl7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7pPr>
            <a:lvl8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8pPr>
            <a:lvl9pPr marL="0" indent="0" algn="l">
              <a:buFont typeface="Arial" panose="020B0604020202020204" pitchFamily="34" charset="0"/>
              <a:buNone/>
              <a:defRPr sz="2000" b="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Subtitle</a:t>
            </a:r>
          </a:p>
          <a:p>
            <a:pPr lvl="1"/>
            <a:r>
              <a:rPr lang="en-GB" noProof="0"/>
              <a:t>Subtitle</a:t>
            </a:r>
            <a:endParaRPr lang="en-GB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/>
          <a:p>
            <a:r>
              <a:rPr lang="en-GB" noProof="0"/>
              <a:t>Date</a:t>
            </a:r>
            <a:endParaRPr lang="en-GB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Title presentation - Month 00, 2024</a:t>
            </a:r>
            <a:endParaRPr lang="en-GB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1648800" y="360419"/>
            <a:ext cx="9000000" cy="2083329"/>
          </a:xfrm>
        </p:spPr>
        <p:txBody>
          <a:bodyPr anchor="b" anchorCtr="0"/>
          <a:lstStyle>
            <a:lvl1pPr algn="l">
              <a:lnSpc>
                <a:spcPct val="74000"/>
              </a:lnSpc>
              <a:defRPr sz="44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/>
              <a:t>TItle</a:t>
            </a:r>
            <a:endParaRPr lang="en-GB" noProof="0" dirty="0"/>
          </a:p>
        </p:txBody>
      </p:sp>
      <p:sp>
        <p:nvSpPr>
          <p:cNvPr id="2" name="Espace réservé du texte 10">
            <a:extLst>
              <a:ext uri="{FF2B5EF4-FFF2-40B4-BE49-F238E27FC236}">
                <a16:creationId xmlns:a16="http://schemas.microsoft.com/office/drawing/2014/main" id="{A1A46557-4418-39FE-2564-56ACEB3B5F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648800" y="4581128"/>
            <a:ext cx="9000000" cy="553515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/>
              <a:t>Date</a:t>
            </a:r>
            <a:endParaRPr lang="en-GB" noProof="0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4E2AE47-1D59-07F5-C6E9-9F9A84596DF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900000" y="5792400"/>
            <a:ext cx="2278800" cy="65798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91F52BF1-5ECF-46AD-189A-3282658F50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/>
              <a:t>Select the icon to insert a picture then place the visual into background position (Right click with the mouse / Send to back)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8146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3FB5ABEC-34AC-D438-C8E7-32CB194D951B}"/>
              </a:ext>
            </a:extLst>
          </p:cNvPr>
          <p:cNvSpPr/>
          <p:nvPr userDrawn="1"/>
        </p:nvSpPr>
        <p:spPr bwMode="gray">
          <a:xfrm>
            <a:off x="6312023" y="0"/>
            <a:ext cx="5879977" cy="5617992"/>
          </a:xfrm>
          <a:custGeom>
            <a:avLst/>
            <a:gdLst>
              <a:gd name="connsiteX0" fmla="*/ 1060 w 5879977"/>
              <a:gd name="connsiteY0" fmla="*/ 0 h 5617992"/>
              <a:gd name="connsiteX1" fmla="*/ 29381 w 5879977"/>
              <a:gd name="connsiteY1" fmla="*/ 0 h 5617992"/>
              <a:gd name="connsiteX2" fmla="*/ 28321 w 5879977"/>
              <a:gd name="connsiteY2" fmla="*/ 4073558 h 5617992"/>
              <a:gd name="connsiteX3" fmla="*/ 116332 w 5879977"/>
              <a:gd name="connsiteY3" fmla="*/ 4787933 h 5617992"/>
              <a:gd name="connsiteX4" fmla="*/ 756031 w 5879977"/>
              <a:gd name="connsiteY4" fmla="*/ 5301902 h 5617992"/>
              <a:gd name="connsiteX5" fmla="*/ 781558 w 5879977"/>
              <a:gd name="connsiteY5" fmla="*/ 5308379 h 5617992"/>
              <a:gd name="connsiteX6" fmla="*/ 1848612 w 5879977"/>
              <a:gd name="connsiteY6" fmla="*/ 5413154 h 5617992"/>
              <a:gd name="connsiteX7" fmla="*/ 1848231 w 5879977"/>
              <a:gd name="connsiteY7" fmla="*/ 5410995 h 5617992"/>
              <a:gd name="connsiteX8" fmla="*/ 3216529 w 5879977"/>
              <a:gd name="connsiteY8" fmla="*/ 5493799 h 5617992"/>
              <a:gd name="connsiteX9" fmla="*/ 5879977 w 5879977"/>
              <a:gd name="connsiteY9" fmla="*/ 5589652 h 5617992"/>
              <a:gd name="connsiteX10" fmla="*/ 5879977 w 5879977"/>
              <a:gd name="connsiteY10" fmla="*/ 5617992 h 5617992"/>
              <a:gd name="connsiteX11" fmla="*/ 3215259 w 5879977"/>
              <a:gd name="connsiteY11" fmla="*/ 5521866 h 5617992"/>
              <a:gd name="connsiteX12" fmla="*/ 1867154 w 5879977"/>
              <a:gd name="connsiteY12" fmla="*/ 5440332 h 5617992"/>
              <a:gd name="connsiteX13" fmla="*/ 1710944 w 5879977"/>
              <a:gd name="connsiteY13" fmla="*/ 5433474 h 5617992"/>
              <a:gd name="connsiteX14" fmla="*/ 1371473 w 5879977"/>
              <a:gd name="connsiteY14" fmla="*/ 5406042 h 5617992"/>
              <a:gd name="connsiteX15" fmla="*/ 774573 w 5879977"/>
              <a:gd name="connsiteY15" fmla="*/ 5335811 h 5617992"/>
              <a:gd name="connsiteX16" fmla="*/ 749173 w 5879977"/>
              <a:gd name="connsiteY16" fmla="*/ 5329334 h 5617992"/>
              <a:gd name="connsiteX17" fmla="*/ 91059 w 5879977"/>
              <a:gd name="connsiteY17" fmla="*/ 4800506 h 5617992"/>
              <a:gd name="connsiteX18" fmla="*/ 0 w 5879977"/>
              <a:gd name="connsiteY18" fmla="*/ 4073558 h 561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79977" h="5617992">
                <a:moveTo>
                  <a:pt x="1060" y="0"/>
                </a:moveTo>
                <a:lnTo>
                  <a:pt x="29381" y="0"/>
                </a:lnTo>
                <a:lnTo>
                  <a:pt x="28321" y="4073558"/>
                </a:lnTo>
                <a:cubicBezTo>
                  <a:pt x="28321" y="4611403"/>
                  <a:pt x="115443" y="4786282"/>
                  <a:pt x="116332" y="4787933"/>
                </a:cubicBezTo>
                <a:cubicBezTo>
                  <a:pt x="303911" y="5187094"/>
                  <a:pt x="586994" y="5258976"/>
                  <a:pt x="756031" y="5301902"/>
                </a:cubicBezTo>
                <a:cubicBezTo>
                  <a:pt x="764794" y="5304061"/>
                  <a:pt x="773303" y="5306220"/>
                  <a:pt x="781558" y="5308379"/>
                </a:cubicBezTo>
                <a:cubicBezTo>
                  <a:pt x="909066" y="5341526"/>
                  <a:pt x="1727708" y="5411503"/>
                  <a:pt x="1848612" y="5413154"/>
                </a:cubicBezTo>
                <a:lnTo>
                  <a:pt x="1848231" y="5410995"/>
                </a:lnTo>
                <a:lnTo>
                  <a:pt x="3216529" y="5493799"/>
                </a:lnTo>
                <a:lnTo>
                  <a:pt x="5879977" y="5589652"/>
                </a:lnTo>
                <a:lnTo>
                  <a:pt x="5879977" y="5617992"/>
                </a:lnTo>
                <a:lnTo>
                  <a:pt x="3215259" y="5521866"/>
                </a:lnTo>
                <a:lnTo>
                  <a:pt x="1867154" y="5440332"/>
                </a:lnTo>
                <a:cubicBezTo>
                  <a:pt x="1854962" y="5442364"/>
                  <a:pt x="1821561" y="5441221"/>
                  <a:pt x="1710944" y="5433474"/>
                </a:cubicBezTo>
                <a:cubicBezTo>
                  <a:pt x="1616710" y="5426870"/>
                  <a:pt x="1492885" y="5416837"/>
                  <a:pt x="1371473" y="5406042"/>
                </a:cubicBezTo>
                <a:cubicBezTo>
                  <a:pt x="1254887" y="5395628"/>
                  <a:pt x="867283" y="5359814"/>
                  <a:pt x="774573" y="5335811"/>
                </a:cubicBezTo>
                <a:cubicBezTo>
                  <a:pt x="766445" y="5333652"/>
                  <a:pt x="757936" y="5331493"/>
                  <a:pt x="749173" y="5329334"/>
                </a:cubicBezTo>
                <a:cubicBezTo>
                  <a:pt x="575183" y="5285138"/>
                  <a:pt x="284099" y="5211224"/>
                  <a:pt x="91059" y="4800506"/>
                </a:cubicBezTo>
                <a:cubicBezTo>
                  <a:pt x="87503" y="4793902"/>
                  <a:pt x="0" y="4620547"/>
                  <a:pt x="0" y="4073558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F484F89-6F03-949A-199C-FB4086EE8E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7157085" y="800708"/>
            <a:ext cx="942976" cy="801687"/>
          </a:xfrm>
        </p:spPr>
        <p:txBody>
          <a:bodyPr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r"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179387" indent="0" algn="r"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01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CF59CBE-0BDA-3EEF-A6EC-4CE0BDEB83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580275" y="800708"/>
            <a:ext cx="2912649" cy="801687"/>
          </a:xfrm>
        </p:spPr>
        <p:txBody>
          <a:bodyPr tIns="0"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6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2pPr>
            <a:lvl3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3pPr>
            <a:lvl4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4pPr>
            <a:lvl5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5pPr>
            <a:lvl6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6pPr>
            <a:lvl7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7pPr>
            <a:lvl8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8pPr>
            <a:lvl9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first chapter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6B8FC770-F299-EEB7-0C67-376F36AC6B86}"/>
              </a:ext>
            </a:extLst>
          </p:cNvPr>
          <p:cNvSpPr>
            <a:spLocks noGrp="1"/>
          </p:cNvSpPr>
          <p:nvPr>
            <p:ph type="dt" sz="half" idx="30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6BBF352-B5E3-FFB0-752F-ED23000E33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C644813-99DD-96DD-4F43-F49D039D0C4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4102DC7B-7561-8967-7E89-AB129FF47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8000" y="2151052"/>
            <a:ext cx="4961977" cy="1886568"/>
          </a:xfrm>
        </p:spPr>
        <p:txBody>
          <a:bodyPr anchor="ctr" anchorCtr="0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94EBEAC3-4C9A-BD3D-F045-98DA8E3517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8580275" y="1789238"/>
            <a:ext cx="2912649" cy="801687"/>
          </a:xfrm>
        </p:spPr>
        <p:txBody>
          <a:bodyPr tIns="0"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6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2pPr>
            <a:lvl3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3pPr>
            <a:lvl4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4pPr>
            <a:lvl5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5pPr>
            <a:lvl6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6pPr>
            <a:lvl7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7pPr>
            <a:lvl8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8pPr>
            <a:lvl9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second chapter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B6F28463-67CC-8694-5AD4-FD7E879C7F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8580275" y="2777768"/>
            <a:ext cx="2912649" cy="801687"/>
          </a:xfrm>
        </p:spPr>
        <p:txBody>
          <a:bodyPr tIns="0"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6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2pPr>
            <a:lvl3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3pPr>
            <a:lvl4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4pPr>
            <a:lvl5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5pPr>
            <a:lvl6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6pPr>
            <a:lvl7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7pPr>
            <a:lvl8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8pPr>
            <a:lvl9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third chapter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1C9DB195-C39A-B4A5-89F5-6D45C81FB6F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8580275" y="3766297"/>
            <a:ext cx="2912649" cy="801687"/>
          </a:xfrm>
        </p:spPr>
        <p:txBody>
          <a:bodyPr tIns="0"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6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2pPr>
            <a:lvl3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3pPr>
            <a:lvl4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4pPr>
            <a:lvl5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5pPr>
            <a:lvl6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6pPr>
            <a:lvl7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7pPr>
            <a:lvl8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8pPr>
            <a:lvl9pPr marL="0" indent="0">
              <a:buNone/>
              <a:defRPr sz="26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fourth chapter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1D65D0E4-9F8F-2C27-5D2E-D2FD1D1556D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7157085" y="1789238"/>
            <a:ext cx="942976" cy="801687"/>
          </a:xfrm>
        </p:spPr>
        <p:txBody>
          <a:bodyPr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r"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179387" indent="0" algn="r"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02</a:t>
            </a:r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1E7835F4-B932-7252-AEF6-FC4599B7BC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7157085" y="2777768"/>
            <a:ext cx="942976" cy="801687"/>
          </a:xfrm>
        </p:spPr>
        <p:txBody>
          <a:bodyPr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r"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179387" indent="0" algn="r"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03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B5B38070-28C3-C446-F34C-0CF132EAEA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7157085" y="3766297"/>
            <a:ext cx="942976" cy="801687"/>
          </a:xfrm>
        </p:spPr>
        <p:txBody>
          <a:bodyPr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r"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179387" indent="0" algn="r"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360612" indent="0" algn="r"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11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B25F504-3FEB-F44C-8A34-448396BFF70C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899360" y="1748102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3C3C40C-EE86-A140-FEDA-AFC8938870E8}"/>
              </a:ext>
            </a:extLst>
          </p:cNvPr>
          <p:cNvSpPr>
            <a:spLocks noGrp="1" noChangeAspect="1"/>
          </p:cNvSpPr>
          <p:nvPr>
            <p:ph type="body" sz="quarter" idx="46" hasCustomPrompt="1"/>
          </p:nvPr>
        </p:nvSpPr>
        <p:spPr bwMode="gray">
          <a:xfrm>
            <a:off x="3766295" y="1748102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90D4D8B-AF9E-28B2-A340-18D9F8B9E3C3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 bwMode="gray">
          <a:xfrm>
            <a:off x="6633230" y="1748102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D0E8E869-7BAF-748D-EAA5-3C3D7EAF37C8}"/>
              </a:ext>
            </a:extLst>
          </p:cNvPr>
          <p:cNvSpPr>
            <a:spLocks noGrp="1" noChangeAspect="1"/>
          </p:cNvSpPr>
          <p:nvPr>
            <p:ph type="body" sz="quarter" idx="48" hasCustomPrompt="1"/>
          </p:nvPr>
        </p:nvSpPr>
        <p:spPr bwMode="gray">
          <a:xfrm>
            <a:off x="9500164" y="1748102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2D1D7F65-993A-F3C1-540A-63C132CE72F2}"/>
              </a:ext>
            </a:extLst>
          </p:cNvPr>
          <p:cNvSpPr>
            <a:spLocks noGrp="1" noChangeAspect="1"/>
          </p:cNvSpPr>
          <p:nvPr>
            <p:ph type="body" sz="quarter" idx="49" hasCustomPrompt="1"/>
          </p:nvPr>
        </p:nvSpPr>
        <p:spPr bwMode="gray">
          <a:xfrm>
            <a:off x="899360" y="4042427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201D30DD-422E-2496-6380-F771B0346CE7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 bwMode="gray">
          <a:xfrm>
            <a:off x="3766295" y="4042427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13575B1B-7E14-B073-2303-11361992BB29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 bwMode="gray">
          <a:xfrm>
            <a:off x="6633230" y="4042427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B77EEED9-3954-1F6A-E89F-D9625443C296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 bwMode="gray">
          <a:xfrm>
            <a:off x="9500164" y="4042427"/>
            <a:ext cx="1727977" cy="1620000"/>
          </a:xfrm>
          <a:custGeom>
            <a:avLst/>
            <a:gdLst>
              <a:gd name="connsiteX0" fmla="*/ 43 w 1727977"/>
              <a:gd name="connsiteY0" fmla="*/ 0 h 1620000"/>
              <a:gd name="connsiteX1" fmla="*/ 17362 w 1727977"/>
              <a:gd name="connsiteY1" fmla="*/ 0 h 1620000"/>
              <a:gd name="connsiteX2" fmla="*/ 17344 w 1727977"/>
              <a:gd name="connsiteY2" fmla="*/ 63256 h 1620000"/>
              <a:gd name="connsiteX3" fmla="*/ 18609 w 1727977"/>
              <a:gd name="connsiteY3" fmla="*/ 966915 h 1620000"/>
              <a:gd name="connsiteX4" fmla="*/ 56594 w 1727977"/>
              <a:gd name="connsiteY4" fmla="*/ 1292856 h 1620000"/>
              <a:gd name="connsiteX5" fmla="*/ 330525 w 1727977"/>
              <a:gd name="connsiteY5" fmla="*/ 1512600 h 1620000"/>
              <a:gd name="connsiteX6" fmla="*/ 341554 w 1727977"/>
              <a:gd name="connsiteY6" fmla="*/ 1515459 h 1620000"/>
              <a:gd name="connsiteX7" fmla="*/ 806502 w 1727977"/>
              <a:gd name="connsiteY7" fmla="*/ 1560116 h 1620000"/>
              <a:gd name="connsiteX8" fmla="*/ 810041 w 1727977"/>
              <a:gd name="connsiteY8" fmla="*/ 1560116 h 1620000"/>
              <a:gd name="connsiteX9" fmla="*/ 1727977 w 1727977"/>
              <a:gd name="connsiteY9" fmla="*/ 1602613 h 1620000"/>
              <a:gd name="connsiteX10" fmla="*/ 1727977 w 1727977"/>
              <a:gd name="connsiteY10" fmla="*/ 1610746 h 1620000"/>
              <a:gd name="connsiteX11" fmla="*/ 1727977 w 1727977"/>
              <a:gd name="connsiteY11" fmla="*/ 1620000 h 1620000"/>
              <a:gd name="connsiteX12" fmla="*/ 1709977 w 1727977"/>
              <a:gd name="connsiteY12" fmla="*/ 1620000 h 1620000"/>
              <a:gd name="connsiteX13" fmla="*/ 1709977 w 1727977"/>
              <a:gd name="connsiteY13" fmla="*/ 1619168 h 1620000"/>
              <a:gd name="connsiteX14" fmla="*/ 809224 w 1727977"/>
              <a:gd name="connsiteY14" fmla="*/ 1577542 h 1620000"/>
              <a:gd name="connsiteX15" fmla="*/ 337195 w 1727977"/>
              <a:gd name="connsiteY15" fmla="*/ 1532341 h 1620000"/>
              <a:gd name="connsiteX16" fmla="*/ 326305 w 1727977"/>
              <a:gd name="connsiteY16" fmla="*/ 1529482 h 1620000"/>
              <a:gd name="connsiteX17" fmla="*/ 40801 w 1727977"/>
              <a:gd name="connsiteY17" fmla="*/ 1299935 h 1620000"/>
              <a:gd name="connsiteX18" fmla="*/ 1318 w 1727977"/>
              <a:gd name="connsiteY18" fmla="*/ 966915 h 1620000"/>
              <a:gd name="connsiteX19" fmla="*/ 0 w 1727977"/>
              <a:gd name="connsiteY19" fmla="*/ 87764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27977" h="1620000">
                <a:moveTo>
                  <a:pt x="43" y="0"/>
                </a:moveTo>
                <a:lnTo>
                  <a:pt x="17362" y="0"/>
                </a:lnTo>
                <a:lnTo>
                  <a:pt x="17344" y="63256"/>
                </a:lnTo>
                <a:cubicBezTo>
                  <a:pt x="17340" y="346464"/>
                  <a:pt x="17996" y="719627"/>
                  <a:pt x="18609" y="966915"/>
                </a:cubicBezTo>
                <a:cubicBezTo>
                  <a:pt x="18609" y="1198776"/>
                  <a:pt x="56186" y="1291902"/>
                  <a:pt x="56594" y="1292856"/>
                </a:cubicBezTo>
                <a:cubicBezTo>
                  <a:pt x="136649" y="1463313"/>
                  <a:pt x="258093" y="1494219"/>
                  <a:pt x="330525" y="1512600"/>
                </a:cubicBezTo>
                <a:lnTo>
                  <a:pt x="341554" y="1515459"/>
                </a:lnTo>
                <a:cubicBezTo>
                  <a:pt x="400369" y="1530708"/>
                  <a:pt x="782675" y="1562430"/>
                  <a:pt x="806502" y="1560116"/>
                </a:cubicBezTo>
                <a:cubicBezTo>
                  <a:pt x="807726" y="1559980"/>
                  <a:pt x="808816" y="1560116"/>
                  <a:pt x="810041" y="1560116"/>
                </a:cubicBezTo>
                <a:lnTo>
                  <a:pt x="1727977" y="1602613"/>
                </a:lnTo>
                <a:lnTo>
                  <a:pt x="1727977" y="1610746"/>
                </a:lnTo>
                <a:lnTo>
                  <a:pt x="1727977" y="1620000"/>
                </a:lnTo>
                <a:lnTo>
                  <a:pt x="1709977" y="1620000"/>
                </a:lnTo>
                <a:lnTo>
                  <a:pt x="1709977" y="1619168"/>
                </a:lnTo>
                <a:lnTo>
                  <a:pt x="809224" y="1577542"/>
                </a:lnTo>
                <a:cubicBezTo>
                  <a:pt x="779679" y="1580401"/>
                  <a:pt x="397101" y="1547862"/>
                  <a:pt x="337195" y="1532341"/>
                </a:cubicBezTo>
                <a:lnTo>
                  <a:pt x="326305" y="1529482"/>
                </a:lnTo>
                <a:cubicBezTo>
                  <a:pt x="250878" y="1510285"/>
                  <a:pt x="124668" y="1478154"/>
                  <a:pt x="40801" y="1299935"/>
                </a:cubicBezTo>
                <a:cubicBezTo>
                  <a:pt x="39031" y="1295715"/>
                  <a:pt x="1318" y="1203133"/>
                  <a:pt x="1318" y="966915"/>
                </a:cubicBezTo>
                <a:cubicBezTo>
                  <a:pt x="382" y="560256"/>
                  <a:pt x="-9" y="280425"/>
                  <a:pt x="0" y="8776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F484F89-6F03-949A-199C-FB4086EE8E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255160" y="1656566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3ADA0E-FEB6-157D-0EC1-EB341A512152}"/>
              </a:ext>
            </a:extLst>
          </p:cNvPr>
          <p:cNvSpPr>
            <a:spLocks noGrp="1"/>
          </p:cNvSpPr>
          <p:nvPr>
            <p:ph type="dt" sz="half" idx="28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B4BE138-8E21-51B8-34E2-A151EEB6D71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EAC8E1C-0BD5-0D45-6E12-3E8B09DEF98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1296F537-1D34-162A-3E6E-04711224F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8000" y="0"/>
            <a:ext cx="10357200" cy="884850"/>
          </a:xfrm>
        </p:spPr>
        <p:txBody>
          <a:bodyPr/>
          <a:lstStyle>
            <a:lvl1pPr>
              <a:defRPr sz="37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B2D21F08-1C5F-4579-464B-686EED7658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1255160" y="2078009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first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B80DC618-ACF4-97DD-6EFE-DF1035E606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4122095" y="1656566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02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4A11EBFE-C770-3986-9B1B-1D4A905F626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122095" y="2078009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second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054B2D1-F864-76AF-7A97-3CF261E484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6989030" y="1656566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03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5C8F7CDC-3C67-F368-ED85-4CB96FAF491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989030" y="2078009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third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21" name="Espace réservé du texte 11">
            <a:extLst>
              <a:ext uri="{FF2B5EF4-FFF2-40B4-BE49-F238E27FC236}">
                <a16:creationId xmlns:a16="http://schemas.microsoft.com/office/drawing/2014/main" id="{3B3DC1E3-68A6-6DC4-8950-29BC2810583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9855964" y="1656566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04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766F7A77-AE57-C951-952D-9009741CCFA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9855964" y="2078009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fourth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25" name="Espace réservé du texte 11">
            <a:extLst>
              <a:ext uri="{FF2B5EF4-FFF2-40B4-BE49-F238E27FC236}">
                <a16:creationId xmlns:a16="http://schemas.microsoft.com/office/drawing/2014/main" id="{F451977E-7827-0FA1-C4CC-9424F05437E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1255160" y="3950891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05</a:t>
            </a:r>
          </a:p>
        </p:txBody>
      </p:sp>
      <p:sp>
        <p:nvSpPr>
          <p:cNvPr id="27" name="Espace réservé du texte 11">
            <a:extLst>
              <a:ext uri="{FF2B5EF4-FFF2-40B4-BE49-F238E27FC236}">
                <a16:creationId xmlns:a16="http://schemas.microsoft.com/office/drawing/2014/main" id="{78BE38C1-1B46-B940-1E30-06CEC09297E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1255160" y="4372334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fifth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D6B14791-C087-B8A8-2D26-08ADD97077D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122095" y="3950891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06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AB4D9EB2-8B35-9ED4-E529-C86C2D18B37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122095" y="4372334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sixth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3EB179D8-61AA-5615-8788-8217DA1A18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989030" y="3950891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07</a:t>
            </a:r>
          </a:p>
        </p:txBody>
      </p:sp>
      <p:sp>
        <p:nvSpPr>
          <p:cNvPr id="35" name="Espace réservé du texte 11">
            <a:extLst>
              <a:ext uri="{FF2B5EF4-FFF2-40B4-BE49-F238E27FC236}">
                <a16:creationId xmlns:a16="http://schemas.microsoft.com/office/drawing/2014/main" id="{DA2D35E5-ADD6-B7CE-7465-D0F395152DF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989030" y="4372334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seventh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  <p:sp>
        <p:nvSpPr>
          <p:cNvPr id="36" name="Espace réservé du texte 11">
            <a:extLst>
              <a:ext uri="{FF2B5EF4-FFF2-40B4-BE49-F238E27FC236}">
                <a16:creationId xmlns:a16="http://schemas.microsoft.com/office/drawing/2014/main" id="{F038DB9D-BBC2-1F72-3207-623B049A780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9855964" y="3950891"/>
            <a:ext cx="1892664" cy="41846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6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08</a:t>
            </a:r>
          </a:p>
        </p:txBody>
      </p:sp>
      <p:sp>
        <p:nvSpPr>
          <p:cNvPr id="39" name="Espace réservé du texte 11">
            <a:extLst>
              <a:ext uri="{FF2B5EF4-FFF2-40B4-BE49-F238E27FC236}">
                <a16:creationId xmlns:a16="http://schemas.microsoft.com/office/drawing/2014/main" id="{EBBAD79D-583A-5792-6742-F6FA59756F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9855964" y="4372334"/>
            <a:ext cx="1892664" cy="161295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</a:t>
            </a:r>
            <a:br>
              <a:rPr lang="en-GB" noProof="0" dirty="0"/>
            </a:br>
            <a:r>
              <a:rPr lang="en-GB" noProof="0" dirty="0"/>
              <a:t>eighth </a:t>
            </a:r>
            <a:br>
              <a:rPr lang="en-GB" noProof="0" dirty="0"/>
            </a:br>
            <a:r>
              <a:rPr lang="en-GB" noProof="0" dirty="0"/>
              <a:t>chapter</a:t>
            </a:r>
          </a:p>
        </p:txBody>
      </p:sp>
    </p:spTree>
    <p:extLst>
      <p:ext uri="{BB962C8B-B14F-4D97-AF65-F5344CB8AC3E}">
        <p14:creationId xmlns:p14="http://schemas.microsoft.com/office/powerpoint/2010/main" val="136777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13B823B6-E517-9431-5C82-70D923C8592D}"/>
              </a:ext>
            </a:extLst>
          </p:cNvPr>
          <p:cNvSpPr/>
          <p:nvPr userDrawn="1"/>
        </p:nvSpPr>
        <p:spPr bwMode="gray">
          <a:xfrm>
            <a:off x="6312023" y="0"/>
            <a:ext cx="5879977" cy="5617992"/>
          </a:xfrm>
          <a:custGeom>
            <a:avLst/>
            <a:gdLst>
              <a:gd name="connsiteX0" fmla="*/ 1060 w 5879977"/>
              <a:gd name="connsiteY0" fmla="*/ 0 h 5617992"/>
              <a:gd name="connsiteX1" fmla="*/ 29381 w 5879977"/>
              <a:gd name="connsiteY1" fmla="*/ 0 h 5617992"/>
              <a:gd name="connsiteX2" fmla="*/ 28321 w 5879977"/>
              <a:gd name="connsiteY2" fmla="*/ 4073558 h 5617992"/>
              <a:gd name="connsiteX3" fmla="*/ 116332 w 5879977"/>
              <a:gd name="connsiteY3" fmla="*/ 4787933 h 5617992"/>
              <a:gd name="connsiteX4" fmla="*/ 756031 w 5879977"/>
              <a:gd name="connsiteY4" fmla="*/ 5301902 h 5617992"/>
              <a:gd name="connsiteX5" fmla="*/ 781558 w 5879977"/>
              <a:gd name="connsiteY5" fmla="*/ 5308379 h 5617992"/>
              <a:gd name="connsiteX6" fmla="*/ 1848612 w 5879977"/>
              <a:gd name="connsiteY6" fmla="*/ 5413154 h 5617992"/>
              <a:gd name="connsiteX7" fmla="*/ 1848231 w 5879977"/>
              <a:gd name="connsiteY7" fmla="*/ 5410995 h 5617992"/>
              <a:gd name="connsiteX8" fmla="*/ 3216529 w 5879977"/>
              <a:gd name="connsiteY8" fmla="*/ 5493799 h 5617992"/>
              <a:gd name="connsiteX9" fmla="*/ 5879977 w 5879977"/>
              <a:gd name="connsiteY9" fmla="*/ 5589652 h 5617992"/>
              <a:gd name="connsiteX10" fmla="*/ 5879977 w 5879977"/>
              <a:gd name="connsiteY10" fmla="*/ 5617992 h 5617992"/>
              <a:gd name="connsiteX11" fmla="*/ 3215259 w 5879977"/>
              <a:gd name="connsiteY11" fmla="*/ 5521866 h 5617992"/>
              <a:gd name="connsiteX12" fmla="*/ 1867154 w 5879977"/>
              <a:gd name="connsiteY12" fmla="*/ 5440332 h 5617992"/>
              <a:gd name="connsiteX13" fmla="*/ 1710944 w 5879977"/>
              <a:gd name="connsiteY13" fmla="*/ 5433474 h 5617992"/>
              <a:gd name="connsiteX14" fmla="*/ 1371473 w 5879977"/>
              <a:gd name="connsiteY14" fmla="*/ 5406042 h 5617992"/>
              <a:gd name="connsiteX15" fmla="*/ 774573 w 5879977"/>
              <a:gd name="connsiteY15" fmla="*/ 5335811 h 5617992"/>
              <a:gd name="connsiteX16" fmla="*/ 749173 w 5879977"/>
              <a:gd name="connsiteY16" fmla="*/ 5329334 h 5617992"/>
              <a:gd name="connsiteX17" fmla="*/ 91059 w 5879977"/>
              <a:gd name="connsiteY17" fmla="*/ 4800506 h 5617992"/>
              <a:gd name="connsiteX18" fmla="*/ 0 w 5879977"/>
              <a:gd name="connsiteY18" fmla="*/ 4073558 h 561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79977" h="5617992">
                <a:moveTo>
                  <a:pt x="1060" y="0"/>
                </a:moveTo>
                <a:lnTo>
                  <a:pt x="29381" y="0"/>
                </a:lnTo>
                <a:lnTo>
                  <a:pt x="28321" y="4073558"/>
                </a:lnTo>
                <a:cubicBezTo>
                  <a:pt x="28321" y="4611403"/>
                  <a:pt x="115443" y="4786282"/>
                  <a:pt x="116332" y="4787933"/>
                </a:cubicBezTo>
                <a:cubicBezTo>
                  <a:pt x="303911" y="5187094"/>
                  <a:pt x="586994" y="5258976"/>
                  <a:pt x="756031" y="5301902"/>
                </a:cubicBezTo>
                <a:cubicBezTo>
                  <a:pt x="764794" y="5304061"/>
                  <a:pt x="773303" y="5306220"/>
                  <a:pt x="781558" y="5308379"/>
                </a:cubicBezTo>
                <a:cubicBezTo>
                  <a:pt x="909066" y="5341526"/>
                  <a:pt x="1727708" y="5411503"/>
                  <a:pt x="1848612" y="5413154"/>
                </a:cubicBezTo>
                <a:lnTo>
                  <a:pt x="1848231" y="5410995"/>
                </a:lnTo>
                <a:lnTo>
                  <a:pt x="3216529" y="5493799"/>
                </a:lnTo>
                <a:lnTo>
                  <a:pt x="5879977" y="5589652"/>
                </a:lnTo>
                <a:lnTo>
                  <a:pt x="5879977" y="5617992"/>
                </a:lnTo>
                <a:lnTo>
                  <a:pt x="3215259" y="5521866"/>
                </a:lnTo>
                <a:lnTo>
                  <a:pt x="1867154" y="5440332"/>
                </a:lnTo>
                <a:cubicBezTo>
                  <a:pt x="1854962" y="5442364"/>
                  <a:pt x="1821561" y="5441221"/>
                  <a:pt x="1710944" y="5433474"/>
                </a:cubicBezTo>
                <a:cubicBezTo>
                  <a:pt x="1616710" y="5426870"/>
                  <a:pt x="1492885" y="5416837"/>
                  <a:pt x="1371473" y="5406042"/>
                </a:cubicBezTo>
                <a:cubicBezTo>
                  <a:pt x="1254887" y="5395628"/>
                  <a:pt x="867283" y="5359814"/>
                  <a:pt x="774573" y="5335811"/>
                </a:cubicBezTo>
                <a:cubicBezTo>
                  <a:pt x="766445" y="5333652"/>
                  <a:pt x="757936" y="5331493"/>
                  <a:pt x="749173" y="5329334"/>
                </a:cubicBezTo>
                <a:cubicBezTo>
                  <a:pt x="575183" y="5285138"/>
                  <a:pt x="284099" y="5211224"/>
                  <a:pt x="91059" y="4800506"/>
                </a:cubicBezTo>
                <a:cubicBezTo>
                  <a:pt x="87503" y="4793902"/>
                  <a:pt x="0" y="4620547"/>
                  <a:pt x="0" y="4073558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6672064" y="1376772"/>
            <a:ext cx="4657115" cy="857120"/>
          </a:xfrm>
        </p:spPr>
        <p:txBody>
          <a:bodyPr anchor="b" anchorCtr="0"/>
          <a:lstStyle>
            <a:lvl1pPr algn="r">
              <a:lnSpc>
                <a:spcPct val="105000"/>
              </a:lnSpc>
              <a:defRPr sz="48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00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EFF88FA-713A-3919-8F98-F687402B7F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672064" y="2204864"/>
            <a:ext cx="4657115" cy="1692188"/>
          </a:xfrm>
        </p:spPr>
        <p:txBody>
          <a:bodyPr/>
          <a:lstStyle>
            <a:lvl1pPr marL="0" indent="0" algn="r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b="0" cap="all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90000"/>
              </a:lnSpc>
              <a:buFont typeface="Arial" panose="020B0604020202020204" pitchFamily="34" charset="0"/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2pPr>
            <a:lvl3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3pPr>
            <a:lvl4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4pPr>
            <a:lvl5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5pPr>
            <a:lvl6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6pPr>
            <a:lvl7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7pPr>
            <a:lvl8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8pPr>
            <a:lvl9pPr marL="0" indent="0" algn="r">
              <a:lnSpc>
                <a:spcPct val="90000"/>
              </a:lnSpc>
              <a:buNone/>
              <a:defRPr sz="3600" cap="all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Chapter title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C2E348-0DD9-3C07-6A04-78E018FC5E8B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F8A306-8B2A-E2F9-32BE-C9456B56962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777BAB-C9BF-6FDE-9776-6C15E63C3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3" name="Espace réservé du texte 13">
            <a:extLst>
              <a:ext uri="{FF2B5EF4-FFF2-40B4-BE49-F238E27FC236}">
                <a16:creationId xmlns:a16="http://schemas.microsoft.com/office/drawing/2014/main" id="{F20A1861-17EE-559E-C53F-8AFCA29325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672064" y="4113076"/>
            <a:ext cx="4657115" cy="396044"/>
          </a:xfrm>
        </p:spPr>
        <p:txBody>
          <a:bodyPr/>
          <a:lstStyle>
            <a:lvl1pPr marL="0" indent="0" algn="r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2200" b="0" cap="none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90000"/>
              </a:lnSpc>
              <a:buFont typeface="Arial" panose="020B0604020202020204" pitchFamily="34" charset="0"/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2pPr>
            <a:lvl3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3pPr>
            <a:lvl4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4pPr>
            <a:lvl5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5pPr>
            <a:lvl6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6pPr>
            <a:lvl7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7pPr>
            <a:lvl8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8pPr>
            <a:lvl9pPr marL="0" indent="0" algn="r">
              <a:lnSpc>
                <a:spcPct val="90000"/>
              </a:lnSpc>
              <a:buNone/>
              <a:defRPr sz="22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Subtitle L1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98C20D60-F712-7FF8-A034-2EAAFFFF1A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672064" y="4555359"/>
            <a:ext cx="4657115" cy="396044"/>
          </a:xfrm>
        </p:spPr>
        <p:txBody>
          <a:bodyPr/>
          <a:lstStyle>
            <a:lvl1pPr marL="0" indent="0" algn="r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90000"/>
              </a:lnSpc>
              <a:buFont typeface="Arial" panose="020B0604020202020204" pitchFamily="34" charset="0"/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2pPr>
            <a:lvl3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3pPr>
            <a:lvl4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4pPr>
            <a:lvl5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5pPr>
            <a:lvl6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6pPr>
            <a:lvl7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7pPr>
            <a:lvl8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8pPr>
            <a:lvl9pPr marL="0" indent="0" algn="r">
              <a:lnSpc>
                <a:spcPct val="90000"/>
              </a:lnSpc>
              <a:buNone/>
              <a:defRPr sz="1800" cap="none" baseline="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Subtitle L2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10357200" cy="457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74DA7398-79C4-A3CD-723C-2EAECBE9A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ABAEF415-EC05-00DF-1E72-3D617DE089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000" y="2268887"/>
            <a:ext cx="103560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214338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10357200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2pPr>
            <a:lvl3pPr marL="0" indent="0">
              <a:spcAft>
                <a:spcPts val="0"/>
              </a:spcAft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3pPr>
            <a:lvl4pPr marL="0" indent="0">
              <a:spcAft>
                <a:spcPts val="0"/>
              </a:spcAft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4pPr>
            <a:lvl5pPr marL="0" indent="0">
              <a:spcAft>
                <a:spcPts val="0"/>
              </a:spcAft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5pPr>
            <a:lvl6pPr marL="0" indent="0"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6pPr>
            <a:lvl7pPr marL="0" indent="0"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7pPr>
            <a:lvl8pPr marL="0" indent="0"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8pPr>
            <a:lvl9pPr marL="0" indent="0">
              <a:buClr>
                <a:schemeClr val="accent3"/>
              </a:buClr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74DA7398-79C4-A3CD-723C-2EAECBE9A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accent3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accent3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061D430E-50F9-105B-1803-BB9E2E68D1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000" y="2268887"/>
            <a:ext cx="103560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3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Clr>
                <a:schemeClr val="accent3"/>
              </a:buClr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Clr>
                <a:schemeClr val="accent3"/>
              </a:buClr>
              <a:buFont typeface="Arial" panose="020B0604020202020204" pitchFamily="34" charset="0"/>
              <a:buChar char="◦"/>
              <a:defRPr sz="1400"/>
            </a:lvl3pPr>
            <a:lvl4pPr marL="720000" indent="-179388">
              <a:buClr>
                <a:schemeClr val="accent3"/>
              </a:buClr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334553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10357200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2pPr>
            <a:lvl3pPr marL="0" indent="0">
              <a:spcAft>
                <a:spcPts val="0"/>
              </a:spcAft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3pPr>
            <a:lvl4pPr marL="0" indent="0">
              <a:spcAft>
                <a:spcPts val="0"/>
              </a:spcAft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4pPr>
            <a:lvl5pPr marL="0" indent="0">
              <a:spcAft>
                <a:spcPts val="0"/>
              </a:spcAft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5pPr>
            <a:lvl6pPr marL="0" indent="0"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6pPr>
            <a:lvl7pPr marL="0" indent="0"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7pPr>
            <a:lvl8pPr marL="0" indent="0"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8pPr>
            <a:lvl9pPr marL="0" indent="0">
              <a:buClr>
                <a:schemeClr val="accent5"/>
              </a:buClr>
              <a:buNone/>
              <a:defRPr sz="2000" b="1">
                <a:solidFill>
                  <a:schemeClr val="accent5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74DA7398-79C4-A3CD-723C-2EAECBE9A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accent5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accent5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68A304DD-9E59-CE84-AC97-F45E1E6A4C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000" y="2268887"/>
            <a:ext cx="103560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5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Clr>
                <a:schemeClr val="accent5"/>
              </a:buClr>
              <a:buFont typeface="Arial" panose="020B0604020202020204" pitchFamily="34" charset="0"/>
              <a:buChar char="◦"/>
              <a:defRPr sz="1400"/>
            </a:lvl3pPr>
            <a:lvl4pPr marL="720000" indent="-179388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5"/>
              </a:buClr>
              <a:buSzPct val="120000"/>
              <a:defRPr/>
            </a:lvl5pPr>
            <a:lvl6pPr>
              <a:buClr>
                <a:schemeClr val="accent5"/>
              </a:buClr>
              <a:buSzPct val="120000"/>
              <a:defRPr/>
            </a:lvl6pPr>
            <a:lvl7pPr>
              <a:buClr>
                <a:schemeClr val="accent5"/>
              </a:buClr>
              <a:buSzPct val="120000"/>
              <a:defRPr/>
            </a:lvl7pPr>
            <a:lvl8pPr>
              <a:buClr>
                <a:schemeClr val="accent5"/>
              </a:buClr>
              <a:buSzPct val="120000"/>
              <a:defRPr/>
            </a:lvl8pPr>
            <a:lvl9pPr>
              <a:buClr>
                <a:schemeClr val="accent5"/>
              </a:buCl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109792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_Tange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10357200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2pPr>
            <a:lvl3pPr marL="0" indent="0">
              <a:spcAft>
                <a:spcPts val="0"/>
              </a:spcAft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3pPr>
            <a:lvl4pPr marL="0" indent="0">
              <a:spcAft>
                <a:spcPts val="0"/>
              </a:spcAft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4pPr>
            <a:lvl5pPr marL="0" indent="0">
              <a:spcAft>
                <a:spcPts val="0"/>
              </a:spcAft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5pPr>
            <a:lvl6pPr marL="0" indent="0"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6pPr>
            <a:lvl7pPr marL="0" indent="0"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7pPr>
            <a:lvl8pPr marL="0" indent="0"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8pPr>
            <a:lvl9pPr marL="0" indent="0">
              <a:buClr>
                <a:schemeClr val="accent4"/>
              </a:buClr>
              <a:buNone/>
              <a:defRPr sz="2000" b="1"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74DA7398-79C4-A3CD-723C-2EAECBE9A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accent4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accent4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C8F400AF-9792-8FB4-C179-95E8625EA3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000" y="2268887"/>
            <a:ext cx="103560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4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Clr>
                <a:schemeClr val="accent4"/>
              </a:buClr>
              <a:buFont typeface="Arial" panose="020B0604020202020204" pitchFamily="34" charset="0"/>
              <a:buChar char="◦"/>
              <a:defRPr sz="1400"/>
            </a:lvl3pPr>
            <a:lvl4pPr marL="720000" indent="-179388"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4"/>
              </a:buClr>
              <a:buSzPct val="120000"/>
              <a:defRPr/>
            </a:lvl5pPr>
            <a:lvl6pPr>
              <a:buClr>
                <a:schemeClr val="accent4"/>
              </a:buClr>
              <a:buSzPct val="120000"/>
              <a:defRPr/>
            </a:lvl6pPr>
            <a:lvl7pPr>
              <a:buClr>
                <a:schemeClr val="accent4"/>
              </a:buClr>
              <a:buSzPct val="120000"/>
              <a:defRPr/>
            </a:lvl7pPr>
            <a:lvl8pPr>
              <a:buClr>
                <a:schemeClr val="accent4"/>
              </a:buClr>
              <a:buSzPct val="120000"/>
              <a:defRPr/>
            </a:lvl8pPr>
            <a:lvl9pPr>
              <a:buClr>
                <a:schemeClr val="accent4"/>
              </a:buCl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3483328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613A4B69-2689-BCC2-A873-052C5D21E2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4941720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DFD8F573-BB96-FD24-0D05-7114E7E0FD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350095" y="1404000"/>
            <a:ext cx="4941719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EF281755-5AFC-2D25-2250-0F0BA2A0487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000" y="2268887"/>
            <a:ext cx="4942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B889C41-9545-A9D2-FC24-E2F69051A4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9014" y="2268887"/>
            <a:ext cx="4942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1711140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4 columns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613A4B69-2689-BCC2-A873-052C5D21E2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432C73FB-4888-6D77-A06B-E83369CC42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634048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DFD8F573-BB96-FD24-0D05-7114E7E0FD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350096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48C2F55C-65D6-E8A4-D279-C207ACD4F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066143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39A56CA6-CDF0-D33E-7632-D8DE0E8695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8000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1CD066F4-109D-18DA-040E-4BCD00F2B9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34920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AF22F80B-5965-6ADC-796A-F328E98E06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0968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AD81E091-527C-A191-8D52-8709CA756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015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tx1"/>
                </a:solidFill>
              </a:defRPr>
            </a:lvl1pPr>
            <a:lvl2pPr marL="360000" indent="-180000">
              <a:buSzPct val="130000"/>
              <a:buFont typeface="Arial" panose="020B0604020202020204" pitchFamily="34" charset="0"/>
              <a:buChar char="•"/>
              <a:defRPr sz="1600"/>
            </a:lvl2pPr>
            <a:lvl3pPr marL="540000" indent="-179388">
              <a:buFont typeface="Arial" panose="020B0604020202020204" pitchFamily="34" charset="0"/>
              <a:buChar char="◦"/>
              <a:defRPr sz="1400"/>
            </a:lvl3pPr>
            <a:lvl4pPr marL="720000" indent="-179388">
              <a:buSzPct val="120000"/>
              <a:buFont typeface="Arial" panose="020B0604020202020204" pitchFamily="34" charset="0"/>
              <a:buChar char="•"/>
              <a:defRPr/>
            </a:lvl4pPr>
            <a:lvl5pPr>
              <a:buSzPct val="120000"/>
              <a:defRPr/>
            </a:lvl5pPr>
            <a:lvl6pPr>
              <a:buSzPct val="120000"/>
              <a:defRPr/>
            </a:lvl6pPr>
            <a:lvl7pPr>
              <a:buSzPct val="120000"/>
              <a:defRPr/>
            </a:lvl7pPr>
            <a:lvl8pPr>
              <a:buSzPct val="120000"/>
              <a:defRPr/>
            </a:lvl8pPr>
            <a:lvl9pPr>
              <a:buSzPct val="120000"/>
              <a:defRPr/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2146970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4 columns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Une image contenant Bleu électrique, léger, bleu, Bleu Majorelle&#10;&#10;Description générée automatiquement">
            <a:extLst>
              <a:ext uri="{FF2B5EF4-FFF2-40B4-BE49-F238E27FC236}">
                <a16:creationId xmlns:a16="http://schemas.microsoft.com/office/drawing/2014/main" id="{AE445594-6A9A-D1B1-AE49-F3A946AEF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F27FF88-C6DE-C865-341A-64A0461C0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257535-D70E-23DC-73FE-5FF241378D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8000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buClrTx/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buClrTx/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buClrTx/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buClrTx/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76ED9E76-78D7-7499-102E-845249655349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286F8A7-5427-3B9F-11D7-C696E69DA2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C094994-70F3-DFF9-1FAD-B07265B5B59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432C73FB-4888-6D77-A06B-E83369CC42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634048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buClrTx/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buClrTx/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buClrTx/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buClrTx/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DFD8F573-BB96-FD24-0D05-7114E7E0FD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350096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buClrTx/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buClrTx/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buClrTx/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buClrTx/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48C2F55C-65D6-E8A4-D279-C207ACD4F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066143" y="1404000"/>
            <a:ext cx="2225672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ClrTx/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buClrTx/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buClrTx/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buClrTx/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buClrTx/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Title one line</a:t>
            </a:r>
            <a:endParaRPr lang="en-GB" noProof="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86E2A54-C62B-D19A-96F3-F6140AD14CDB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7" name="Espace réservé du texte 14">
            <a:extLst>
              <a:ext uri="{FF2B5EF4-FFF2-40B4-BE49-F238E27FC236}">
                <a16:creationId xmlns:a16="http://schemas.microsoft.com/office/drawing/2014/main" id="{F80EE963-DD21-CE3D-6499-48F8AD9113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9" name="Graphique 11">
            <a:extLst>
              <a:ext uri="{FF2B5EF4-FFF2-40B4-BE49-F238E27FC236}">
                <a16:creationId xmlns:a16="http://schemas.microsoft.com/office/drawing/2014/main" id="{030785CA-55AB-66DE-D131-91B9F6A17D80}"/>
              </a:ext>
            </a:extLst>
          </p:cNvPr>
          <p:cNvSpPr>
            <a:spLocks noChangeAspect="1"/>
          </p:cNvSpPr>
          <p:nvPr userDrawn="1"/>
        </p:nvSpPr>
        <p:spPr>
          <a:xfrm>
            <a:off x="10538782" y="6243875"/>
            <a:ext cx="1238400" cy="358713"/>
          </a:xfrm>
          <a:custGeom>
            <a:avLst/>
            <a:gdLst>
              <a:gd name="connsiteX0" fmla="*/ 1118294 w 2308567"/>
              <a:gd name="connsiteY0" fmla="*/ 510685 h 668695"/>
              <a:gd name="connsiteX1" fmla="*/ 1118294 w 2308567"/>
              <a:gd name="connsiteY1" fmla="*/ 664623 h 668695"/>
              <a:gd name="connsiteX2" fmla="*/ 1159018 w 2308567"/>
              <a:gd name="connsiteY2" fmla="*/ 664623 h 668695"/>
              <a:gd name="connsiteX3" fmla="*/ 1159018 w 2308567"/>
              <a:gd name="connsiteY3" fmla="*/ 559554 h 668695"/>
              <a:gd name="connsiteX4" fmla="*/ 1223363 w 2308567"/>
              <a:gd name="connsiteY4" fmla="*/ 559554 h 668695"/>
              <a:gd name="connsiteX5" fmla="*/ 1223363 w 2308567"/>
              <a:gd name="connsiteY5" fmla="*/ 520459 h 668695"/>
              <a:gd name="connsiteX6" fmla="*/ 1159018 w 2308567"/>
              <a:gd name="connsiteY6" fmla="*/ 520459 h 668695"/>
              <a:gd name="connsiteX7" fmla="*/ 1159018 w 2308567"/>
              <a:gd name="connsiteY7" fmla="*/ 513128 h 668695"/>
              <a:gd name="connsiteX8" fmla="*/ 1225806 w 2308567"/>
              <a:gd name="connsiteY8" fmla="*/ 482178 h 668695"/>
              <a:gd name="connsiteX9" fmla="*/ 1225806 w 2308567"/>
              <a:gd name="connsiteY9" fmla="*/ 444711 h 668695"/>
              <a:gd name="connsiteX10" fmla="*/ 1118294 w 2308567"/>
              <a:gd name="connsiteY10" fmla="*/ 510685 h 668695"/>
              <a:gd name="connsiteX11" fmla="*/ 1361012 w 2308567"/>
              <a:gd name="connsiteY11" fmla="*/ 534305 h 668695"/>
              <a:gd name="connsiteX12" fmla="*/ 1315400 w 2308567"/>
              <a:gd name="connsiteY12" fmla="*/ 517201 h 668695"/>
              <a:gd name="connsiteX13" fmla="*/ 1242096 w 2308567"/>
              <a:gd name="connsiteY13" fmla="*/ 592948 h 668695"/>
              <a:gd name="connsiteX14" fmla="*/ 1315400 w 2308567"/>
              <a:gd name="connsiteY14" fmla="*/ 668696 h 668695"/>
              <a:gd name="connsiteX15" fmla="*/ 1361012 w 2308567"/>
              <a:gd name="connsiteY15" fmla="*/ 651591 h 668695"/>
              <a:gd name="connsiteX16" fmla="*/ 1361012 w 2308567"/>
              <a:gd name="connsiteY16" fmla="*/ 665438 h 668695"/>
              <a:gd name="connsiteX17" fmla="*/ 1399293 w 2308567"/>
              <a:gd name="connsiteY17" fmla="*/ 665438 h 668695"/>
              <a:gd name="connsiteX18" fmla="*/ 1399293 w 2308567"/>
              <a:gd name="connsiteY18" fmla="*/ 522088 h 668695"/>
              <a:gd name="connsiteX19" fmla="*/ 1361012 w 2308567"/>
              <a:gd name="connsiteY19" fmla="*/ 522088 h 668695"/>
              <a:gd name="connsiteX20" fmla="*/ 1361012 w 2308567"/>
              <a:gd name="connsiteY20" fmla="*/ 534305 h 668695"/>
              <a:gd name="connsiteX21" fmla="*/ 1321102 w 2308567"/>
              <a:gd name="connsiteY21" fmla="*/ 633673 h 668695"/>
              <a:gd name="connsiteX22" fmla="*/ 1282820 w 2308567"/>
              <a:gd name="connsiteY22" fmla="*/ 592948 h 668695"/>
              <a:gd name="connsiteX23" fmla="*/ 1321102 w 2308567"/>
              <a:gd name="connsiteY23" fmla="*/ 551409 h 668695"/>
              <a:gd name="connsiteX24" fmla="*/ 1361012 w 2308567"/>
              <a:gd name="connsiteY24" fmla="*/ 590505 h 668695"/>
              <a:gd name="connsiteX25" fmla="*/ 1321102 w 2308567"/>
              <a:gd name="connsiteY25" fmla="*/ 633673 h 668695"/>
              <a:gd name="connsiteX26" fmla="*/ 1196485 w 2308567"/>
              <a:gd name="connsiteY26" fmla="*/ 338013 h 668695"/>
              <a:gd name="connsiteX27" fmla="*/ 1282820 w 2308567"/>
              <a:gd name="connsiteY27" fmla="*/ 338013 h 668695"/>
              <a:gd name="connsiteX28" fmla="*/ 1285264 w 2308567"/>
              <a:gd name="connsiteY28" fmla="*/ 333941 h 668695"/>
              <a:gd name="connsiteX29" fmla="*/ 1191598 w 2308567"/>
              <a:gd name="connsiteY29" fmla="*/ 215840 h 668695"/>
              <a:gd name="connsiteX30" fmla="*/ 1266531 w 2308567"/>
              <a:gd name="connsiteY30" fmla="*/ 116472 h 668695"/>
              <a:gd name="connsiteX31" fmla="*/ 1135398 w 2308567"/>
              <a:gd name="connsiteY31" fmla="*/ 8959 h 668695"/>
              <a:gd name="connsiteX32" fmla="*/ 914671 w 2308567"/>
              <a:gd name="connsiteY32" fmla="*/ 8959 h 668695"/>
              <a:gd name="connsiteX33" fmla="*/ 888608 w 2308567"/>
              <a:gd name="connsiteY33" fmla="*/ 35023 h 668695"/>
              <a:gd name="connsiteX34" fmla="*/ 888608 w 2308567"/>
              <a:gd name="connsiteY34" fmla="*/ 325796 h 668695"/>
              <a:gd name="connsiteX35" fmla="*/ 900825 w 2308567"/>
              <a:gd name="connsiteY35" fmla="*/ 338013 h 668695"/>
              <a:gd name="connsiteX36" fmla="*/ 962726 w 2308567"/>
              <a:gd name="connsiteY36" fmla="*/ 338013 h 668695"/>
              <a:gd name="connsiteX37" fmla="*/ 974944 w 2308567"/>
              <a:gd name="connsiteY37" fmla="*/ 325796 h 668695"/>
              <a:gd name="connsiteX38" fmla="*/ 974944 w 2308567"/>
              <a:gd name="connsiteY38" fmla="*/ 223985 h 668695"/>
              <a:gd name="connsiteX39" fmla="*/ 1049877 w 2308567"/>
              <a:gd name="connsiteY39" fmla="*/ 223985 h 668695"/>
              <a:gd name="connsiteX40" fmla="*/ 1114221 w 2308567"/>
              <a:gd name="connsiteY40" fmla="*/ 250048 h 668695"/>
              <a:gd name="connsiteX41" fmla="*/ 1188340 w 2308567"/>
              <a:gd name="connsiteY41" fmla="*/ 333126 h 668695"/>
              <a:gd name="connsiteX42" fmla="*/ 1196485 w 2308567"/>
              <a:gd name="connsiteY42" fmla="*/ 338013 h 668695"/>
              <a:gd name="connsiteX43" fmla="*/ 1123181 w 2308567"/>
              <a:gd name="connsiteY43" fmla="*/ 158825 h 668695"/>
              <a:gd name="connsiteX44" fmla="*/ 974129 w 2308567"/>
              <a:gd name="connsiteY44" fmla="*/ 158825 h 668695"/>
              <a:gd name="connsiteX45" fmla="*/ 974129 w 2308567"/>
              <a:gd name="connsiteY45" fmla="*/ 83078 h 668695"/>
              <a:gd name="connsiteX46" fmla="*/ 1123181 w 2308567"/>
              <a:gd name="connsiteY46" fmla="*/ 83078 h 668695"/>
              <a:gd name="connsiteX47" fmla="*/ 1180195 w 2308567"/>
              <a:gd name="connsiteY47" fmla="*/ 121359 h 668695"/>
              <a:gd name="connsiteX48" fmla="*/ 1123181 w 2308567"/>
              <a:gd name="connsiteY48" fmla="*/ 158825 h 668695"/>
              <a:gd name="connsiteX49" fmla="*/ 610052 w 2308567"/>
              <a:gd name="connsiteY49" fmla="*/ 0 h 668695"/>
              <a:gd name="connsiteX50" fmla="*/ 384439 w 2308567"/>
              <a:gd name="connsiteY50" fmla="*/ 173486 h 668695"/>
              <a:gd name="connsiteX51" fmla="*/ 610052 w 2308567"/>
              <a:gd name="connsiteY51" fmla="*/ 346973 h 668695"/>
              <a:gd name="connsiteX52" fmla="*/ 834037 w 2308567"/>
              <a:gd name="connsiteY52" fmla="*/ 173486 h 668695"/>
              <a:gd name="connsiteX53" fmla="*/ 610052 w 2308567"/>
              <a:gd name="connsiteY53" fmla="*/ 0 h 668695"/>
              <a:gd name="connsiteX54" fmla="*/ 610052 w 2308567"/>
              <a:gd name="connsiteY54" fmla="*/ 280185 h 668695"/>
              <a:gd name="connsiteX55" fmla="*/ 471589 w 2308567"/>
              <a:gd name="connsiteY55" fmla="*/ 174301 h 668695"/>
              <a:gd name="connsiteX56" fmla="*/ 610052 w 2308567"/>
              <a:gd name="connsiteY56" fmla="*/ 68417 h 668695"/>
              <a:gd name="connsiteX57" fmla="*/ 747701 w 2308567"/>
              <a:gd name="connsiteY57" fmla="*/ 174301 h 668695"/>
              <a:gd name="connsiteX58" fmla="*/ 610052 w 2308567"/>
              <a:gd name="connsiteY58" fmla="*/ 280185 h 668695"/>
              <a:gd name="connsiteX59" fmla="*/ 1760926 w 2308567"/>
              <a:gd name="connsiteY59" fmla="*/ 338013 h 668695"/>
              <a:gd name="connsiteX60" fmla="*/ 1822827 w 2308567"/>
              <a:gd name="connsiteY60" fmla="*/ 338013 h 668695"/>
              <a:gd name="connsiteX61" fmla="*/ 1835044 w 2308567"/>
              <a:gd name="connsiteY61" fmla="*/ 325796 h 668695"/>
              <a:gd name="connsiteX62" fmla="*/ 1835044 w 2308567"/>
              <a:gd name="connsiteY62" fmla="*/ 21177 h 668695"/>
              <a:gd name="connsiteX63" fmla="*/ 1822827 w 2308567"/>
              <a:gd name="connsiteY63" fmla="*/ 8959 h 668695"/>
              <a:gd name="connsiteX64" fmla="*/ 1775586 w 2308567"/>
              <a:gd name="connsiteY64" fmla="*/ 8959 h 668695"/>
              <a:gd name="connsiteX65" fmla="*/ 1749523 w 2308567"/>
              <a:gd name="connsiteY65" fmla="*/ 35023 h 668695"/>
              <a:gd name="connsiteX66" fmla="*/ 1749523 w 2308567"/>
              <a:gd name="connsiteY66" fmla="*/ 325796 h 668695"/>
              <a:gd name="connsiteX67" fmla="*/ 1760926 w 2308567"/>
              <a:gd name="connsiteY67" fmla="*/ 338013 h 668695"/>
              <a:gd name="connsiteX68" fmla="*/ 356746 w 2308567"/>
              <a:gd name="connsiteY68" fmla="*/ 8959 h 668695"/>
              <a:gd name="connsiteX69" fmla="*/ 26064 w 2308567"/>
              <a:gd name="connsiteY69" fmla="*/ 8959 h 668695"/>
              <a:gd name="connsiteX70" fmla="*/ 0 w 2308567"/>
              <a:gd name="connsiteY70" fmla="*/ 35023 h 668695"/>
              <a:gd name="connsiteX71" fmla="*/ 0 w 2308567"/>
              <a:gd name="connsiteY71" fmla="*/ 109142 h 668695"/>
              <a:gd name="connsiteX72" fmla="*/ 34209 w 2308567"/>
              <a:gd name="connsiteY72" fmla="*/ 159640 h 668695"/>
              <a:gd name="connsiteX73" fmla="*/ 232129 w 2308567"/>
              <a:gd name="connsiteY73" fmla="*/ 171043 h 668695"/>
              <a:gd name="connsiteX74" fmla="*/ 232129 w 2308567"/>
              <a:gd name="connsiteY74" fmla="*/ 182446 h 668695"/>
              <a:gd name="connsiteX75" fmla="*/ 33394 w 2308567"/>
              <a:gd name="connsiteY75" fmla="*/ 194663 h 668695"/>
              <a:gd name="connsiteX76" fmla="*/ 0 w 2308567"/>
              <a:gd name="connsiteY76" fmla="*/ 244347 h 668695"/>
              <a:gd name="connsiteX77" fmla="*/ 0 w 2308567"/>
              <a:gd name="connsiteY77" fmla="*/ 325796 h 668695"/>
              <a:gd name="connsiteX78" fmla="*/ 11403 w 2308567"/>
              <a:gd name="connsiteY78" fmla="*/ 338013 h 668695"/>
              <a:gd name="connsiteX79" fmla="*/ 73304 w 2308567"/>
              <a:gd name="connsiteY79" fmla="*/ 338013 h 668695"/>
              <a:gd name="connsiteX80" fmla="*/ 85521 w 2308567"/>
              <a:gd name="connsiteY80" fmla="*/ 325796 h 668695"/>
              <a:gd name="connsiteX81" fmla="*/ 85521 w 2308567"/>
              <a:gd name="connsiteY81" fmla="*/ 266338 h 668695"/>
              <a:gd name="connsiteX82" fmla="*/ 114843 w 2308567"/>
              <a:gd name="connsiteY82" fmla="*/ 245161 h 668695"/>
              <a:gd name="connsiteX83" fmla="*/ 274483 w 2308567"/>
              <a:gd name="connsiteY83" fmla="*/ 231315 h 668695"/>
              <a:gd name="connsiteX84" fmla="*/ 274483 w 2308567"/>
              <a:gd name="connsiteY84" fmla="*/ 118101 h 668695"/>
              <a:gd name="connsiteX85" fmla="*/ 106698 w 2308567"/>
              <a:gd name="connsiteY85" fmla="*/ 103440 h 668695"/>
              <a:gd name="connsiteX86" fmla="*/ 85521 w 2308567"/>
              <a:gd name="connsiteY86" fmla="*/ 83078 h 668695"/>
              <a:gd name="connsiteX87" fmla="*/ 364077 w 2308567"/>
              <a:gd name="connsiteY87" fmla="*/ 83078 h 668695"/>
              <a:gd name="connsiteX88" fmla="*/ 368964 w 2308567"/>
              <a:gd name="connsiteY88" fmla="*/ 78191 h 668695"/>
              <a:gd name="connsiteX89" fmla="*/ 368964 w 2308567"/>
              <a:gd name="connsiteY89" fmla="*/ 21177 h 668695"/>
              <a:gd name="connsiteX90" fmla="*/ 356746 w 2308567"/>
              <a:gd name="connsiteY90" fmla="*/ 8959 h 668695"/>
              <a:gd name="connsiteX91" fmla="*/ 1055578 w 2308567"/>
              <a:gd name="connsiteY91" fmla="*/ 559554 h 668695"/>
              <a:gd name="connsiteX92" fmla="*/ 1092230 w 2308567"/>
              <a:gd name="connsiteY92" fmla="*/ 559554 h 668695"/>
              <a:gd name="connsiteX93" fmla="*/ 1092230 w 2308567"/>
              <a:gd name="connsiteY93" fmla="*/ 520459 h 668695"/>
              <a:gd name="connsiteX94" fmla="*/ 1055578 w 2308567"/>
              <a:gd name="connsiteY94" fmla="*/ 520459 h 668695"/>
              <a:gd name="connsiteX95" fmla="*/ 1055578 w 2308567"/>
              <a:gd name="connsiteY95" fmla="*/ 559554 h 668695"/>
              <a:gd name="connsiteX96" fmla="*/ 1543457 w 2308567"/>
              <a:gd name="connsiteY96" fmla="*/ 593763 h 668695"/>
              <a:gd name="connsiteX97" fmla="*/ 1512507 w 2308567"/>
              <a:gd name="connsiteY97" fmla="*/ 632044 h 668695"/>
              <a:gd name="connsiteX98" fmla="*/ 1481556 w 2308567"/>
              <a:gd name="connsiteY98" fmla="*/ 593763 h 668695"/>
              <a:gd name="connsiteX99" fmla="*/ 1481556 w 2308567"/>
              <a:gd name="connsiteY99" fmla="*/ 521273 h 668695"/>
              <a:gd name="connsiteX100" fmla="*/ 1440832 w 2308567"/>
              <a:gd name="connsiteY100" fmla="*/ 521273 h 668695"/>
              <a:gd name="connsiteX101" fmla="*/ 1440832 w 2308567"/>
              <a:gd name="connsiteY101" fmla="*/ 598650 h 668695"/>
              <a:gd name="connsiteX102" fmla="*/ 1512507 w 2308567"/>
              <a:gd name="connsiteY102" fmla="*/ 668696 h 668695"/>
              <a:gd name="connsiteX103" fmla="*/ 1584182 w 2308567"/>
              <a:gd name="connsiteY103" fmla="*/ 598650 h 668695"/>
              <a:gd name="connsiteX104" fmla="*/ 1584182 w 2308567"/>
              <a:gd name="connsiteY104" fmla="*/ 521273 h 668695"/>
              <a:gd name="connsiteX105" fmla="*/ 1543457 w 2308567"/>
              <a:gd name="connsiteY105" fmla="*/ 521273 h 668695"/>
              <a:gd name="connsiteX106" fmla="*/ 1543457 w 2308567"/>
              <a:gd name="connsiteY106" fmla="*/ 593763 h 668695"/>
              <a:gd name="connsiteX107" fmla="*/ 2266724 w 2308567"/>
              <a:gd name="connsiteY107" fmla="*/ 535934 h 668695"/>
              <a:gd name="connsiteX108" fmla="*/ 2221112 w 2308567"/>
              <a:gd name="connsiteY108" fmla="*/ 517201 h 668695"/>
              <a:gd name="connsiteX109" fmla="*/ 2147808 w 2308567"/>
              <a:gd name="connsiteY109" fmla="*/ 592948 h 668695"/>
              <a:gd name="connsiteX110" fmla="*/ 2221112 w 2308567"/>
              <a:gd name="connsiteY110" fmla="*/ 668696 h 668695"/>
              <a:gd name="connsiteX111" fmla="*/ 2266724 w 2308567"/>
              <a:gd name="connsiteY111" fmla="*/ 649148 h 668695"/>
              <a:gd name="connsiteX112" fmla="*/ 2266724 w 2308567"/>
              <a:gd name="connsiteY112" fmla="*/ 664623 h 668695"/>
              <a:gd name="connsiteX113" fmla="*/ 2305005 w 2308567"/>
              <a:gd name="connsiteY113" fmla="*/ 664623 h 668695"/>
              <a:gd name="connsiteX114" fmla="*/ 2305005 w 2308567"/>
              <a:gd name="connsiteY114" fmla="*/ 521273 h 668695"/>
              <a:gd name="connsiteX115" fmla="*/ 2266724 w 2308567"/>
              <a:gd name="connsiteY115" fmla="*/ 521273 h 668695"/>
              <a:gd name="connsiteX116" fmla="*/ 2266724 w 2308567"/>
              <a:gd name="connsiteY116" fmla="*/ 535934 h 668695"/>
              <a:gd name="connsiteX117" fmla="*/ 2226814 w 2308567"/>
              <a:gd name="connsiteY117" fmla="*/ 633673 h 668695"/>
              <a:gd name="connsiteX118" fmla="*/ 2188533 w 2308567"/>
              <a:gd name="connsiteY118" fmla="*/ 592948 h 668695"/>
              <a:gd name="connsiteX119" fmla="*/ 2226814 w 2308567"/>
              <a:gd name="connsiteY119" fmla="*/ 551409 h 668695"/>
              <a:gd name="connsiteX120" fmla="*/ 2266724 w 2308567"/>
              <a:gd name="connsiteY120" fmla="*/ 591319 h 668695"/>
              <a:gd name="connsiteX121" fmla="*/ 2226814 w 2308567"/>
              <a:gd name="connsiteY121" fmla="*/ 633673 h 668695"/>
              <a:gd name="connsiteX122" fmla="*/ 2073690 w 2308567"/>
              <a:gd name="connsiteY122" fmla="*/ 664623 h 668695"/>
              <a:gd name="connsiteX123" fmla="*/ 2114414 w 2308567"/>
              <a:gd name="connsiteY123" fmla="*/ 664623 h 668695"/>
              <a:gd name="connsiteX124" fmla="*/ 2114414 w 2308567"/>
              <a:gd name="connsiteY124" fmla="*/ 521273 h 668695"/>
              <a:gd name="connsiteX125" fmla="*/ 2073690 w 2308567"/>
              <a:gd name="connsiteY125" fmla="*/ 521273 h 668695"/>
              <a:gd name="connsiteX126" fmla="*/ 2073690 w 2308567"/>
              <a:gd name="connsiteY126" fmla="*/ 664623 h 668695"/>
              <a:gd name="connsiteX127" fmla="*/ 2308263 w 2308567"/>
              <a:gd name="connsiteY127" fmla="*/ 333941 h 668695"/>
              <a:gd name="connsiteX128" fmla="*/ 2141292 w 2308567"/>
              <a:gd name="connsiteY128" fmla="*/ 15475 h 668695"/>
              <a:gd name="connsiteX129" fmla="*/ 2130704 w 2308567"/>
              <a:gd name="connsiteY129" fmla="*/ 8959 h 668695"/>
              <a:gd name="connsiteX130" fmla="*/ 2055771 w 2308567"/>
              <a:gd name="connsiteY130" fmla="*/ 8959 h 668695"/>
              <a:gd name="connsiteX131" fmla="*/ 2032965 w 2308567"/>
              <a:gd name="connsiteY131" fmla="*/ 22806 h 668695"/>
              <a:gd name="connsiteX132" fmla="*/ 1870067 w 2308567"/>
              <a:gd name="connsiteY132" fmla="*/ 333941 h 668695"/>
              <a:gd name="connsiteX133" fmla="*/ 1872511 w 2308567"/>
              <a:gd name="connsiteY133" fmla="*/ 338013 h 668695"/>
              <a:gd name="connsiteX134" fmla="*/ 1956403 w 2308567"/>
              <a:gd name="connsiteY134" fmla="*/ 338013 h 668695"/>
              <a:gd name="connsiteX135" fmla="*/ 1966991 w 2308567"/>
              <a:gd name="connsiteY135" fmla="*/ 331497 h 668695"/>
              <a:gd name="connsiteX136" fmla="*/ 1994684 w 2308567"/>
              <a:gd name="connsiteY136" fmla="*/ 275298 h 668695"/>
              <a:gd name="connsiteX137" fmla="*/ 2183646 w 2308567"/>
              <a:gd name="connsiteY137" fmla="*/ 275298 h 668695"/>
              <a:gd name="connsiteX138" fmla="*/ 2195863 w 2308567"/>
              <a:gd name="connsiteY138" fmla="*/ 299732 h 668695"/>
              <a:gd name="connsiteX139" fmla="*/ 2257764 w 2308567"/>
              <a:gd name="connsiteY139" fmla="*/ 338013 h 668695"/>
              <a:gd name="connsiteX140" fmla="*/ 2305819 w 2308567"/>
              <a:gd name="connsiteY140" fmla="*/ 338013 h 668695"/>
              <a:gd name="connsiteX141" fmla="*/ 2308263 w 2308567"/>
              <a:gd name="connsiteY141" fmla="*/ 333941 h 668695"/>
              <a:gd name="connsiteX142" fmla="*/ 2024820 w 2308567"/>
              <a:gd name="connsiteY142" fmla="*/ 214211 h 668695"/>
              <a:gd name="connsiteX143" fmla="*/ 2089979 w 2308567"/>
              <a:gd name="connsiteY143" fmla="*/ 83893 h 668695"/>
              <a:gd name="connsiteX144" fmla="*/ 2154324 w 2308567"/>
              <a:gd name="connsiteY144" fmla="*/ 214211 h 668695"/>
              <a:gd name="connsiteX145" fmla="*/ 2024820 w 2308567"/>
              <a:gd name="connsiteY145" fmla="*/ 214211 h 668695"/>
              <a:gd name="connsiteX146" fmla="*/ 2073690 w 2308567"/>
              <a:gd name="connsiteY146" fmla="*/ 495210 h 668695"/>
              <a:gd name="connsiteX147" fmla="*/ 2114414 w 2308567"/>
              <a:gd name="connsiteY147" fmla="*/ 495210 h 668695"/>
              <a:gd name="connsiteX148" fmla="*/ 2114414 w 2308567"/>
              <a:gd name="connsiteY148" fmla="*/ 456114 h 668695"/>
              <a:gd name="connsiteX149" fmla="*/ 2073690 w 2308567"/>
              <a:gd name="connsiteY149" fmla="*/ 456114 h 668695"/>
              <a:gd name="connsiteX150" fmla="*/ 2073690 w 2308567"/>
              <a:gd name="connsiteY150" fmla="*/ 495210 h 668695"/>
              <a:gd name="connsiteX151" fmla="*/ 1991426 w 2308567"/>
              <a:gd name="connsiteY151" fmla="*/ 632858 h 668695"/>
              <a:gd name="connsiteX152" fmla="*/ 1950702 w 2308567"/>
              <a:gd name="connsiteY152" fmla="*/ 593763 h 668695"/>
              <a:gd name="connsiteX153" fmla="*/ 1990612 w 2308567"/>
              <a:gd name="connsiteY153" fmla="*/ 554667 h 668695"/>
              <a:gd name="connsiteX154" fmla="*/ 2021562 w 2308567"/>
              <a:gd name="connsiteY154" fmla="*/ 564441 h 668695"/>
              <a:gd name="connsiteX155" fmla="*/ 2038667 w 2308567"/>
              <a:gd name="connsiteY155" fmla="*/ 533491 h 668695"/>
              <a:gd name="connsiteX156" fmla="*/ 1986539 w 2308567"/>
              <a:gd name="connsiteY156" fmla="*/ 517201 h 668695"/>
              <a:gd name="connsiteX157" fmla="*/ 1909163 w 2308567"/>
              <a:gd name="connsiteY157" fmla="*/ 592948 h 668695"/>
              <a:gd name="connsiteX158" fmla="*/ 1988168 w 2308567"/>
              <a:gd name="connsiteY158" fmla="*/ 668696 h 668695"/>
              <a:gd name="connsiteX159" fmla="*/ 2039481 w 2308567"/>
              <a:gd name="connsiteY159" fmla="*/ 651591 h 668695"/>
              <a:gd name="connsiteX160" fmla="*/ 2021562 w 2308567"/>
              <a:gd name="connsiteY160" fmla="*/ 622270 h 668695"/>
              <a:gd name="connsiteX161" fmla="*/ 1991426 w 2308567"/>
              <a:gd name="connsiteY161" fmla="*/ 632858 h 668695"/>
              <a:gd name="connsiteX162" fmla="*/ 1714500 w 2308567"/>
              <a:gd name="connsiteY162" fmla="*/ 8959 h 668695"/>
              <a:gd name="connsiteX163" fmla="*/ 1630608 w 2308567"/>
              <a:gd name="connsiteY163" fmla="*/ 8959 h 668695"/>
              <a:gd name="connsiteX164" fmla="*/ 1620019 w 2308567"/>
              <a:gd name="connsiteY164" fmla="*/ 15475 h 668695"/>
              <a:gd name="connsiteX165" fmla="*/ 1497846 w 2308567"/>
              <a:gd name="connsiteY165" fmla="*/ 262266 h 668695"/>
              <a:gd name="connsiteX166" fmla="*/ 1374858 w 2308567"/>
              <a:gd name="connsiteY166" fmla="*/ 15475 h 668695"/>
              <a:gd name="connsiteX167" fmla="*/ 1364269 w 2308567"/>
              <a:gd name="connsiteY167" fmla="*/ 8959 h 668695"/>
              <a:gd name="connsiteX168" fmla="*/ 1280377 w 2308567"/>
              <a:gd name="connsiteY168" fmla="*/ 8959 h 668695"/>
              <a:gd name="connsiteX169" fmla="*/ 1277934 w 2308567"/>
              <a:gd name="connsiteY169" fmla="*/ 13032 h 668695"/>
              <a:gd name="connsiteX170" fmla="*/ 1440832 w 2308567"/>
              <a:gd name="connsiteY170" fmla="*/ 324167 h 668695"/>
              <a:gd name="connsiteX171" fmla="*/ 1463637 w 2308567"/>
              <a:gd name="connsiteY171" fmla="*/ 338013 h 668695"/>
              <a:gd name="connsiteX172" fmla="*/ 1538570 w 2308567"/>
              <a:gd name="connsiteY172" fmla="*/ 338013 h 668695"/>
              <a:gd name="connsiteX173" fmla="*/ 1549159 w 2308567"/>
              <a:gd name="connsiteY173" fmla="*/ 331497 h 668695"/>
              <a:gd name="connsiteX174" fmla="*/ 1716129 w 2308567"/>
              <a:gd name="connsiteY174" fmla="*/ 13032 h 668695"/>
              <a:gd name="connsiteX175" fmla="*/ 1714500 w 2308567"/>
              <a:gd name="connsiteY175" fmla="*/ 8959 h 668695"/>
              <a:gd name="connsiteX176" fmla="*/ 1623277 w 2308567"/>
              <a:gd name="connsiteY176" fmla="*/ 583174 h 668695"/>
              <a:gd name="connsiteX177" fmla="*/ 1623277 w 2308567"/>
              <a:gd name="connsiteY177" fmla="*/ 663809 h 668695"/>
              <a:gd name="connsiteX178" fmla="*/ 1664002 w 2308567"/>
              <a:gd name="connsiteY178" fmla="*/ 663809 h 668695"/>
              <a:gd name="connsiteX179" fmla="*/ 1664002 w 2308567"/>
              <a:gd name="connsiteY179" fmla="*/ 585618 h 668695"/>
              <a:gd name="connsiteX180" fmla="*/ 1713686 w 2308567"/>
              <a:gd name="connsiteY180" fmla="*/ 555482 h 668695"/>
              <a:gd name="connsiteX181" fmla="*/ 1713686 w 2308567"/>
              <a:gd name="connsiteY181" fmla="*/ 518015 h 668695"/>
              <a:gd name="connsiteX182" fmla="*/ 1623277 w 2308567"/>
              <a:gd name="connsiteY182" fmla="*/ 583174 h 668695"/>
              <a:gd name="connsiteX183" fmla="*/ 1811424 w 2308567"/>
              <a:gd name="connsiteY183" fmla="*/ 517201 h 668695"/>
              <a:gd name="connsiteX184" fmla="*/ 1738120 w 2308567"/>
              <a:gd name="connsiteY184" fmla="*/ 592134 h 668695"/>
              <a:gd name="connsiteX185" fmla="*/ 1820383 w 2308567"/>
              <a:gd name="connsiteY185" fmla="*/ 667881 h 668695"/>
              <a:gd name="connsiteX186" fmla="*/ 1877398 w 2308567"/>
              <a:gd name="connsiteY186" fmla="*/ 649963 h 668695"/>
              <a:gd name="connsiteX187" fmla="*/ 1860294 w 2308567"/>
              <a:gd name="connsiteY187" fmla="*/ 620641 h 668695"/>
              <a:gd name="connsiteX188" fmla="*/ 1820383 w 2308567"/>
              <a:gd name="connsiteY188" fmla="*/ 633673 h 668695"/>
              <a:gd name="connsiteX189" fmla="*/ 1781288 w 2308567"/>
              <a:gd name="connsiteY189" fmla="*/ 616569 h 668695"/>
              <a:gd name="connsiteX190" fmla="*/ 1880656 w 2308567"/>
              <a:gd name="connsiteY190" fmla="*/ 584804 h 668695"/>
              <a:gd name="connsiteX191" fmla="*/ 1811424 w 2308567"/>
              <a:gd name="connsiteY191" fmla="*/ 517201 h 668695"/>
              <a:gd name="connsiteX192" fmla="*/ 1774772 w 2308567"/>
              <a:gd name="connsiteY192" fmla="*/ 587247 h 668695"/>
              <a:gd name="connsiteX193" fmla="*/ 1810610 w 2308567"/>
              <a:gd name="connsiteY193" fmla="*/ 551409 h 668695"/>
              <a:gd name="connsiteX194" fmla="*/ 1836673 w 2308567"/>
              <a:gd name="connsiteY194" fmla="*/ 566070 h 668695"/>
              <a:gd name="connsiteX195" fmla="*/ 1774772 w 2308567"/>
              <a:gd name="connsiteY195" fmla="*/ 587247 h 66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2308567" h="668695">
                <a:moveTo>
                  <a:pt x="1118294" y="510685"/>
                </a:moveTo>
                <a:lnTo>
                  <a:pt x="1118294" y="664623"/>
                </a:lnTo>
                <a:lnTo>
                  <a:pt x="1159018" y="664623"/>
                </a:lnTo>
                <a:lnTo>
                  <a:pt x="1159018" y="559554"/>
                </a:lnTo>
                <a:lnTo>
                  <a:pt x="1223363" y="559554"/>
                </a:lnTo>
                <a:lnTo>
                  <a:pt x="1223363" y="520459"/>
                </a:lnTo>
                <a:lnTo>
                  <a:pt x="1159018" y="520459"/>
                </a:lnTo>
                <a:lnTo>
                  <a:pt x="1159018" y="513128"/>
                </a:lnTo>
                <a:cubicBezTo>
                  <a:pt x="1159018" y="487879"/>
                  <a:pt x="1174494" y="476476"/>
                  <a:pt x="1225806" y="482178"/>
                </a:cubicBezTo>
                <a:lnTo>
                  <a:pt x="1225806" y="444711"/>
                </a:lnTo>
                <a:cubicBezTo>
                  <a:pt x="1153317" y="434938"/>
                  <a:pt x="1118294" y="461816"/>
                  <a:pt x="1118294" y="510685"/>
                </a:cubicBezTo>
                <a:close/>
                <a:moveTo>
                  <a:pt x="1361012" y="534305"/>
                </a:moveTo>
                <a:cubicBezTo>
                  <a:pt x="1349609" y="522088"/>
                  <a:pt x="1334948" y="517201"/>
                  <a:pt x="1315400" y="517201"/>
                </a:cubicBezTo>
                <a:cubicBezTo>
                  <a:pt x="1273047" y="517201"/>
                  <a:pt x="1242096" y="548151"/>
                  <a:pt x="1242096" y="592948"/>
                </a:cubicBezTo>
                <a:cubicBezTo>
                  <a:pt x="1242096" y="637745"/>
                  <a:pt x="1273047" y="668696"/>
                  <a:pt x="1315400" y="668696"/>
                </a:cubicBezTo>
                <a:cubicBezTo>
                  <a:pt x="1334948" y="668696"/>
                  <a:pt x="1350423" y="662995"/>
                  <a:pt x="1361012" y="651591"/>
                </a:cubicBezTo>
                <a:lnTo>
                  <a:pt x="1361012" y="665438"/>
                </a:lnTo>
                <a:lnTo>
                  <a:pt x="1399293" y="665438"/>
                </a:lnTo>
                <a:lnTo>
                  <a:pt x="1399293" y="522088"/>
                </a:lnTo>
                <a:lnTo>
                  <a:pt x="1361012" y="522088"/>
                </a:lnTo>
                <a:lnTo>
                  <a:pt x="1361012" y="534305"/>
                </a:lnTo>
                <a:close/>
                <a:moveTo>
                  <a:pt x="1321102" y="633673"/>
                </a:moveTo>
                <a:cubicBezTo>
                  <a:pt x="1298296" y="633673"/>
                  <a:pt x="1282820" y="616569"/>
                  <a:pt x="1282820" y="592948"/>
                </a:cubicBezTo>
                <a:cubicBezTo>
                  <a:pt x="1282820" y="566885"/>
                  <a:pt x="1298296" y="551409"/>
                  <a:pt x="1321102" y="551409"/>
                </a:cubicBezTo>
                <a:cubicBezTo>
                  <a:pt x="1343093" y="551409"/>
                  <a:pt x="1361012" y="567699"/>
                  <a:pt x="1361012" y="590505"/>
                </a:cubicBezTo>
                <a:cubicBezTo>
                  <a:pt x="1360197" y="617383"/>
                  <a:pt x="1342278" y="633673"/>
                  <a:pt x="1321102" y="633673"/>
                </a:cubicBezTo>
                <a:close/>
                <a:moveTo>
                  <a:pt x="1196485" y="338013"/>
                </a:moveTo>
                <a:lnTo>
                  <a:pt x="1282820" y="338013"/>
                </a:lnTo>
                <a:cubicBezTo>
                  <a:pt x="1285264" y="338013"/>
                  <a:pt x="1286079" y="335570"/>
                  <a:pt x="1285264" y="333941"/>
                </a:cubicBezTo>
                <a:lnTo>
                  <a:pt x="1191598" y="215840"/>
                </a:lnTo>
                <a:cubicBezTo>
                  <a:pt x="1207888" y="210953"/>
                  <a:pt x="1266531" y="187333"/>
                  <a:pt x="1266531" y="116472"/>
                </a:cubicBezTo>
                <a:cubicBezTo>
                  <a:pt x="1266531" y="46426"/>
                  <a:pt x="1220105" y="8959"/>
                  <a:pt x="1135398" y="8959"/>
                </a:cubicBezTo>
                <a:lnTo>
                  <a:pt x="914671" y="8959"/>
                </a:lnTo>
                <a:cubicBezTo>
                  <a:pt x="900011" y="8959"/>
                  <a:pt x="888608" y="20362"/>
                  <a:pt x="888608" y="35023"/>
                </a:cubicBezTo>
                <a:lnTo>
                  <a:pt x="888608" y="325796"/>
                </a:lnTo>
                <a:cubicBezTo>
                  <a:pt x="888608" y="332312"/>
                  <a:pt x="894309" y="338013"/>
                  <a:pt x="900825" y="338013"/>
                </a:cubicBezTo>
                <a:lnTo>
                  <a:pt x="962726" y="338013"/>
                </a:lnTo>
                <a:cubicBezTo>
                  <a:pt x="969242" y="338013"/>
                  <a:pt x="974944" y="332312"/>
                  <a:pt x="974944" y="325796"/>
                </a:cubicBezTo>
                <a:lnTo>
                  <a:pt x="974944" y="223985"/>
                </a:lnTo>
                <a:lnTo>
                  <a:pt x="1049877" y="223985"/>
                </a:lnTo>
                <a:cubicBezTo>
                  <a:pt x="1088972" y="223985"/>
                  <a:pt x="1093045" y="228057"/>
                  <a:pt x="1114221" y="250048"/>
                </a:cubicBezTo>
                <a:lnTo>
                  <a:pt x="1188340" y="333126"/>
                </a:lnTo>
                <a:cubicBezTo>
                  <a:pt x="1189154" y="336384"/>
                  <a:pt x="1192412" y="338013"/>
                  <a:pt x="1196485" y="338013"/>
                </a:cubicBezTo>
                <a:close/>
                <a:moveTo>
                  <a:pt x="1123181" y="158825"/>
                </a:moveTo>
                <a:lnTo>
                  <a:pt x="974129" y="158825"/>
                </a:lnTo>
                <a:lnTo>
                  <a:pt x="974129" y="83078"/>
                </a:lnTo>
                <a:lnTo>
                  <a:pt x="1123181" y="83078"/>
                </a:lnTo>
                <a:cubicBezTo>
                  <a:pt x="1170421" y="83078"/>
                  <a:pt x="1180195" y="103440"/>
                  <a:pt x="1180195" y="121359"/>
                </a:cubicBezTo>
                <a:cubicBezTo>
                  <a:pt x="1179381" y="137649"/>
                  <a:pt x="1169607" y="158825"/>
                  <a:pt x="1123181" y="158825"/>
                </a:cubicBezTo>
                <a:close/>
                <a:moveTo>
                  <a:pt x="610052" y="0"/>
                </a:moveTo>
                <a:cubicBezTo>
                  <a:pt x="491951" y="0"/>
                  <a:pt x="384439" y="45611"/>
                  <a:pt x="384439" y="173486"/>
                </a:cubicBezTo>
                <a:cubicBezTo>
                  <a:pt x="384439" y="299732"/>
                  <a:pt x="490323" y="346973"/>
                  <a:pt x="610052" y="346973"/>
                </a:cubicBezTo>
                <a:cubicBezTo>
                  <a:pt x="724081" y="346973"/>
                  <a:pt x="834037" y="303805"/>
                  <a:pt x="834037" y="173486"/>
                </a:cubicBezTo>
                <a:cubicBezTo>
                  <a:pt x="834037" y="47241"/>
                  <a:pt x="730597" y="0"/>
                  <a:pt x="610052" y="0"/>
                </a:cubicBezTo>
                <a:close/>
                <a:moveTo>
                  <a:pt x="610052" y="280185"/>
                </a:moveTo>
                <a:cubicBezTo>
                  <a:pt x="513128" y="280185"/>
                  <a:pt x="471589" y="237016"/>
                  <a:pt x="471589" y="174301"/>
                </a:cubicBezTo>
                <a:cubicBezTo>
                  <a:pt x="471589" y="109142"/>
                  <a:pt x="516386" y="68417"/>
                  <a:pt x="610052" y="68417"/>
                </a:cubicBezTo>
                <a:cubicBezTo>
                  <a:pt x="702904" y="68417"/>
                  <a:pt x="747701" y="109142"/>
                  <a:pt x="747701" y="174301"/>
                </a:cubicBezTo>
                <a:cubicBezTo>
                  <a:pt x="747701" y="232944"/>
                  <a:pt x="711049" y="280185"/>
                  <a:pt x="610052" y="280185"/>
                </a:cubicBezTo>
                <a:close/>
                <a:moveTo>
                  <a:pt x="1760926" y="338013"/>
                </a:moveTo>
                <a:lnTo>
                  <a:pt x="1822827" y="338013"/>
                </a:lnTo>
                <a:cubicBezTo>
                  <a:pt x="1829343" y="338013"/>
                  <a:pt x="1835044" y="332312"/>
                  <a:pt x="1835044" y="325796"/>
                </a:cubicBezTo>
                <a:lnTo>
                  <a:pt x="1835044" y="21177"/>
                </a:lnTo>
                <a:cubicBezTo>
                  <a:pt x="1835044" y="14661"/>
                  <a:pt x="1829343" y="8959"/>
                  <a:pt x="1822827" y="8959"/>
                </a:cubicBezTo>
                <a:lnTo>
                  <a:pt x="1775586" y="8959"/>
                </a:lnTo>
                <a:cubicBezTo>
                  <a:pt x="1760926" y="8959"/>
                  <a:pt x="1749523" y="20362"/>
                  <a:pt x="1749523" y="35023"/>
                </a:cubicBezTo>
                <a:lnTo>
                  <a:pt x="1749523" y="325796"/>
                </a:lnTo>
                <a:cubicBezTo>
                  <a:pt x="1748708" y="333126"/>
                  <a:pt x="1754410" y="338013"/>
                  <a:pt x="1760926" y="338013"/>
                </a:cubicBezTo>
                <a:close/>
                <a:moveTo>
                  <a:pt x="356746" y="8959"/>
                </a:moveTo>
                <a:lnTo>
                  <a:pt x="26064" y="8959"/>
                </a:lnTo>
                <a:cubicBezTo>
                  <a:pt x="11403" y="8959"/>
                  <a:pt x="0" y="20362"/>
                  <a:pt x="0" y="35023"/>
                </a:cubicBezTo>
                <a:lnTo>
                  <a:pt x="0" y="109142"/>
                </a:lnTo>
                <a:cubicBezTo>
                  <a:pt x="0" y="136834"/>
                  <a:pt x="7330" y="157197"/>
                  <a:pt x="34209" y="159640"/>
                </a:cubicBezTo>
                <a:cubicBezTo>
                  <a:pt x="65159" y="162084"/>
                  <a:pt x="232129" y="171043"/>
                  <a:pt x="232129" y="171043"/>
                </a:cubicBezTo>
                <a:cubicBezTo>
                  <a:pt x="237016" y="173486"/>
                  <a:pt x="237016" y="180002"/>
                  <a:pt x="232129" y="182446"/>
                </a:cubicBezTo>
                <a:cubicBezTo>
                  <a:pt x="232129" y="182446"/>
                  <a:pt x="61087" y="192220"/>
                  <a:pt x="33394" y="194663"/>
                </a:cubicBezTo>
                <a:cubicBezTo>
                  <a:pt x="9774" y="197107"/>
                  <a:pt x="814" y="215025"/>
                  <a:pt x="0" y="244347"/>
                </a:cubicBezTo>
                <a:lnTo>
                  <a:pt x="0" y="325796"/>
                </a:lnTo>
                <a:cubicBezTo>
                  <a:pt x="0" y="332312"/>
                  <a:pt x="4887" y="338013"/>
                  <a:pt x="11403" y="338013"/>
                </a:cubicBezTo>
                <a:lnTo>
                  <a:pt x="73304" y="338013"/>
                </a:lnTo>
                <a:cubicBezTo>
                  <a:pt x="79820" y="338013"/>
                  <a:pt x="85521" y="332312"/>
                  <a:pt x="85521" y="325796"/>
                </a:cubicBezTo>
                <a:lnTo>
                  <a:pt x="85521" y="266338"/>
                </a:lnTo>
                <a:cubicBezTo>
                  <a:pt x="85521" y="252492"/>
                  <a:pt x="96110" y="246790"/>
                  <a:pt x="114843" y="245161"/>
                </a:cubicBezTo>
                <a:cubicBezTo>
                  <a:pt x="140907" y="242718"/>
                  <a:pt x="223170" y="236202"/>
                  <a:pt x="274483" y="231315"/>
                </a:cubicBezTo>
                <a:cubicBezTo>
                  <a:pt x="338013" y="225614"/>
                  <a:pt x="338013" y="123802"/>
                  <a:pt x="274483" y="118101"/>
                </a:cubicBezTo>
                <a:lnTo>
                  <a:pt x="106698" y="103440"/>
                </a:lnTo>
                <a:cubicBezTo>
                  <a:pt x="85521" y="101811"/>
                  <a:pt x="85521" y="96110"/>
                  <a:pt x="85521" y="83078"/>
                </a:cubicBezTo>
                <a:lnTo>
                  <a:pt x="364077" y="83078"/>
                </a:lnTo>
                <a:cubicBezTo>
                  <a:pt x="366520" y="83078"/>
                  <a:pt x="368964" y="80635"/>
                  <a:pt x="368964" y="78191"/>
                </a:cubicBezTo>
                <a:lnTo>
                  <a:pt x="368964" y="21177"/>
                </a:lnTo>
                <a:cubicBezTo>
                  <a:pt x="368964" y="14661"/>
                  <a:pt x="363262" y="8959"/>
                  <a:pt x="356746" y="8959"/>
                </a:cubicBezTo>
                <a:close/>
                <a:moveTo>
                  <a:pt x="1055578" y="559554"/>
                </a:moveTo>
                <a:lnTo>
                  <a:pt x="1092230" y="559554"/>
                </a:lnTo>
                <a:lnTo>
                  <a:pt x="1092230" y="520459"/>
                </a:lnTo>
                <a:lnTo>
                  <a:pt x="1055578" y="520459"/>
                </a:lnTo>
                <a:lnTo>
                  <a:pt x="1055578" y="559554"/>
                </a:lnTo>
                <a:close/>
                <a:moveTo>
                  <a:pt x="1543457" y="593763"/>
                </a:moveTo>
                <a:cubicBezTo>
                  <a:pt x="1543457" y="615754"/>
                  <a:pt x="1535312" y="632044"/>
                  <a:pt x="1512507" y="632044"/>
                </a:cubicBezTo>
                <a:cubicBezTo>
                  <a:pt x="1489701" y="632044"/>
                  <a:pt x="1481556" y="616569"/>
                  <a:pt x="1481556" y="593763"/>
                </a:cubicBezTo>
                <a:lnTo>
                  <a:pt x="1481556" y="521273"/>
                </a:lnTo>
                <a:lnTo>
                  <a:pt x="1440832" y="521273"/>
                </a:lnTo>
                <a:lnTo>
                  <a:pt x="1440832" y="598650"/>
                </a:lnTo>
                <a:cubicBezTo>
                  <a:pt x="1440832" y="639374"/>
                  <a:pt x="1465266" y="668696"/>
                  <a:pt x="1512507" y="668696"/>
                </a:cubicBezTo>
                <a:cubicBezTo>
                  <a:pt x="1559747" y="668696"/>
                  <a:pt x="1584182" y="639374"/>
                  <a:pt x="1584182" y="598650"/>
                </a:cubicBezTo>
                <a:lnTo>
                  <a:pt x="1584182" y="521273"/>
                </a:lnTo>
                <a:lnTo>
                  <a:pt x="1543457" y="521273"/>
                </a:lnTo>
                <a:lnTo>
                  <a:pt x="1543457" y="593763"/>
                </a:lnTo>
                <a:close/>
                <a:moveTo>
                  <a:pt x="2266724" y="535934"/>
                </a:moveTo>
                <a:cubicBezTo>
                  <a:pt x="2254506" y="522902"/>
                  <a:pt x="2238217" y="517201"/>
                  <a:pt x="2221112" y="517201"/>
                </a:cubicBezTo>
                <a:cubicBezTo>
                  <a:pt x="2178759" y="517201"/>
                  <a:pt x="2147808" y="548151"/>
                  <a:pt x="2147808" y="592948"/>
                </a:cubicBezTo>
                <a:cubicBezTo>
                  <a:pt x="2147808" y="637745"/>
                  <a:pt x="2178759" y="668696"/>
                  <a:pt x="2221112" y="668696"/>
                </a:cubicBezTo>
                <a:cubicBezTo>
                  <a:pt x="2239031" y="668696"/>
                  <a:pt x="2255321" y="662995"/>
                  <a:pt x="2266724" y="649148"/>
                </a:cubicBezTo>
                <a:lnTo>
                  <a:pt x="2266724" y="664623"/>
                </a:lnTo>
                <a:lnTo>
                  <a:pt x="2305005" y="664623"/>
                </a:lnTo>
                <a:lnTo>
                  <a:pt x="2305005" y="521273"/>
                </a:lnTo>
                <a:lnTo>
                  <a:pt x="2266724" y="521273"/>
                </a:lnTo>
                <a:lnTo>
                  <a:pt x="2266724" y="535934"/>
                </a:lnTo>
                <a:close/>
                <a:moveTo>
                  <a:pt x="2226814" y="633673"/>
                </a:moveTo>
                <a:cubicBezTo>
                  <a:pt x="2204008" y="633673"/>
                  <a:pt x="2188533" y="616569"/>
                  <a:pt x="2188533" y="592948"/>
                </a:cubicBezTo>
                <a:cubicBezTo>
                  <a:pt x="2188533" y="566885"/>
                  <a:pt x="2204008" y="551409"/>
                  <a:pt x="2226814" y="551409"/>
                </a:cubicBezTo>
                <a:cubicBezTo>
                  <a:pt x="2248805" y="551409"/>
                  <a:pt x="2266724" y="567699"/>
                  <a:pt x="2266724" y="591319"/>
                </a:cubicBezTo>
                <a:cubicBezTo>
                  <a:pt x="2266724" y="617383"/>
                  <a:pt x="2248805" y="633673"/>
                  <a:pt x="2226814" y="633673"/>
                </a:cubicBezTo>
                <a:close/>
                <a:moveTo>
                  <a:pt x="2073690" y="664623"/>
                </a:moveTo>
                <a:lnTo>
                  <a:pt x="2114414" y="664623"/>
                </a:lnTo>
                <a:lnTo>
                  <a:pt x="2114414" y="521273"/>
                </a:lnTo>
                <a:lnTo>
                  <a:pt x="2073690" y="521273"/>
                </a:lnTo>
                <a:lnTo>
                  <a:pt x="2073690" y="664623"/>
                </a:lnTo>
                <a:close/>
                <a:moveTo>
                  <a:pt x="2308263" y="333941"/>
                </a:moveTo>
                <a:lnTo>
                  <a:pt x="2141292" y="15475"/>
                </a:lnTo>
                <a:cubicBezTo>
                  <a:pt x="2139663" y="11403"/>
                  <a:pt x="2135591" y="8959"/>
                  <a:pt x="2130704" y="8959"/>
                </a:cubicBezTo>
                <a:lnTo>
                  <a:pt x="2055771" y="8959"/>
                </a:lnTo>
                <a:cubicBezTo>
                  <a:pt x="2045997" y="8959"/>
                  <a:pt x="2037038" y="14661"/>
                  <a:pt x="2032965" y="22806"/>
                </a:cubicBezTo>
                <a:lnTo>
                  <a:pt x="1870067" y="333941"/>
                </a:lnTo>
                <a:cubicBezTo>
                  <a:pt x="1869253" y="335570"/>
                  <a:pt x="1870067" y="338013"/>
                  <a:pt x="1872511" y="338013"/>
                </a:cubicBezTo>
                <a:lnTo>
                  <a:pt x="1956403" y="338013"/>
                </a:lnTo>
                <a:cubicBezTo>
                  <a:pt x="1961290" y="338013"/>
                  <a:pt x="1965363" y="335570"/>
                  <a:pt x="1966991" y="331497"/>
                </a:cubicBezTo>
                <a:lnTo>
                  <a:pt x="1994684" y="275298"/>
                </a:lnTo>
                <a:lnTo>
                  <a:pt x="2183646" y="275298"/>
                </a:lnTo>
                <a:lnTo>
                  <a:pt x="2195863" y="299732"/>
                </a:lnTo>
                <a:cubicBezTo>
                  <a:pt x="2207266" y="323352"/>
                  <a:pt x="2231701" y="338013"/>
                  <a:pt x="2257764" y="338013"/>
                </a:cubicBezTo>
                <a:lnTo>
                  <a:pt x="2305819" y="338013"/>
                </a:lnTo>
                <a:cubicBezTo>
                  <a:pt x="2308263" y="338013"/>
                  <a:pt x="2309077" y="336384"/>
                  <a:pt x="2308263" y="333941"/>
                </a:cubicBezTo>
                <a:close/>
                <a:moveTo>
                  <a:pt x="2024820" y="214211"/>
                </a:moveTo>
                <a:lnTo>
                  <a:pt x="2089979" y="83893"/>
                </a:lnTo>
                <a:lnTo>
                  <a:pt x="2154324" y="214211"/>
                </a:lnTo>
                <a:lnTo>
                  <a:pt x="2024820" y="214211"/>
                </a:lnTo>
                <a:close/>
                <a:moveTo>
                  <a:pt x="2073690" y="495210"/>
                </a:moveTo>
                <a:lnTo>
                  <a:pt x="2114414" y="495210"/>
                </a:lnTo>
                <a:lnTo>
                  <a:pt x="2114414" y="456114"/>
                </a:lnTo>
                <a:lnTo>
                  <a:pt x="2073690" y="456114"/>
                </a:lnTo>
                <a:lnTo>
                  <a:pt x="2073690" y="495210"/>
                </a:lnTo>
                <a:close/>
                <a:moveTo>
                  <a:pt x="1991426" y="632858"/>
                </a:moveTo>
                <a:cubicBezTo>
                  <a:pt x="1967806" y="632858"/>
                  <a:pt x="1950702" y="618198"/>
                  <a:pt x="1950702" y="593763"/>
                </a:cubicBezTo>
                <a:cubicBezTo>
                  <a:pt x="1950702" y="569328"/>
                  <a:pt x="1967806" y="554667"/>
                  <a:pt x="1990612" y="554667"/>
                </a:cubicBezTo>
                <a:cubicBezTo>
                  <a:pt x="2004458" y="554667"/>
                  <a:pt x="2012603" y="558740"/>
                  <a:pt x="2021562" y="564441"/>
                </a:cubicBezTo>
                <a:lnTo>
                  <a:pt x="2038667" y="533491"/>
                </a:lnTo>
                <a:cubicBezTo>
                  <a:pt x="2025635" y="522902"/>
                  <a:pt x="2008530" y="517201"/>
                  <a:pt x="1986539" y="517201"/>
                </a:cubicBezTo>
                <a:cubicBezTo>
                  <a:pt x="1944186" y="517201"/>
                  <a:pt x="1909163" y="545708"/>
                  <a:pt x="1909163" y="592948"/>
                </a:cubicBezTo>
                <a:cubicBezTo>
                  <a:pt x="1909163" y="640189"/>
                  <a:pt x="1943371" y="668696"/>
                  <a:pt x="1988168" y="668696"/>
                </a:cubicBezTo>
                <a:cubicBezTo>
                  <a:pt x="2010974" y="668696"/>
                  <a:pt x="2026449" y="663809"/>
                  <a:pt x="2039481" y="651591"/>
                </a:cubicBezTo>
                <a:lnTo>
                  <a:pt x="2021562" y="622270"/>
                </a:lnTo>
                <a:cubicBezTo>
                  <a:pt x="2014232" y="627971"/>
                  <a:pt x="2006087" y="632858"/>
                  <a:pt x="1991426" y="632858"/>
                </a:cubicBezTo>
                <a:close/>
                <a:moveTo>
                  <a:pt x="1714500" y="8959"/>
                </a:moveTo>
                <a:lnTo>
                  <a:pt x="1630608" y="8959"/>
                </a:lnTo>
                <a:cubicBezTo>
                  <a:pt x="1625721" y="8959"/>
                  <a:pt x="1621648" y="11403"/>
                  <a:pt x="1620019" y="15475"/>
                </a:cubicBezTo>
                <a:lnTo>
                  <a:pt x="1497846" y="262266"/>
                </a:lnTo>
                <a:lnTo>
                  <a:pt x="1374858" y="15475"/>
                </a:lnTo>
                <a:cubicBezTo>
                  <a:pt x="1373229" y="11403"/>
                  <a:pt x="1369156" y="8959"/>
                  <a:pt x="1364269" y="8959"/>
                </a:cubicBezTo>
                <a:lnTo>
                  <a:pt x="1280377" y="8959"/>
                </a:lnTo>
                <a:cubicBezTo>
                  <a:pt x="1278748" y="8959"/>
                  <a:pt x="1277119" y="11403"/>
                  <a:pt x="1277934" y="13032"/>
                </a:cubicBezTo>
                <a:lnTo>
                  <a:pt x="1440832" y="324167"/>
                </a:lnTo>
                <a:cubicBezTo>
                  <a:pt x="1444904" y="332312"/>
                  <a:pt x="1453863" y="338013"/>
                  <a:pt x="1463637" y="338013"/>
                </a:cubicBezTo>
                <a:lnTo>
                  <a:pt x="1538570" y="338013"/>
                </a:lnTo>
                <a:cubicBezTo>
                  <a:pt x="1543457" y="338013"/>
                  <a:pt x="1547530" y="335570"/>
                  <a:pt x="1549159" y="331497"/>
                </a:cubicBezTo>
                <a:lnTo>
                  <a:pt x="1716129" y="13032"/>
                </a:lnTo>
                <a:cubicBezTo>
                  <a:pt x="1717758" y="11403"/>
                  <a:pt x="1716129" y="8959"/>
                  <a:pt x="1714500" y="8959"/>
                </a:cubicBezTo>
                <a:close/>
                <a:moveTo>
                  <a:pt x="1623277" y="583174"/>
                </a:moveTo>
                <a:lnTo>
                  <a:pt x="1623277" y="663809"/>
                </a:lnTo>
                <a:lnTo>
                  <a:pt x="1664002" y="663809"/>
                </a:lnTo>
                <a:lnTo>
                  <a:pt x="1664002" y="585618"/>
                </a:lnTo>
                <a:cubicBezTo>
                  <a:pt x="1664002" y="562812"/>
                  <a:pt x="1676219" y="553853"/>
                  <a:pt x="1713686" y="555482"/>
                </a:cubicBezTo>
                <a:lnTo>
                  <a:pt x="1713686" y="518015"/>
                </a:lnTo>
                <a:cubicBezTo>
                  <a:pt x="1649341" y="513943"/>
                  <a:pt x="1623277" y="537563"/>
                  <a:pt x="1623277" y="583174"/>
                </a:cubicBezTo>
                <a:close/>
                <a:moveTo>
                  <a:pt x="1811424" y="517201"/>
                </a:moveTo>
                <a:cubicBezTo>
                  <a:pt x="1767442" y="517201"/>
                  <a:pt x="1738120" y="547337"/>
                  <a:pt x="1738120" y="592134"/>
                </a:cubicBezTo>
                <a:cubicBezTo>
                  <a:pt x="1738120" y="638560"/>
                  <a:pt x="1770700" y="667881"/>
                  <a:pt x="1820383" y="667881"/>
                </a:cubicBezTo>
                <a:cubicBezTo>
                  <a:pt x="1844818" y="667881"/>
                  <a:pt x="1864366" y="661365"/>
                  <a:pt x="1877398" y="649963"/>
                </a:cubicBezTo>
                <a:lnTo>
                  <a:pt x="1860294" y="620641"/>
                </a:lnTo>
                <a:cubicBezTo>
                  <a:pt x="1849705" y="627971"/>
                  <a:pt x="1838302" y="633673"/>
                  <a:pt x="1820383" y="633673"/>
                </a:cubicBezTo>
                <a:cubicBezTo>
                  <a:pt x="1803279" y="633673"/>
                  <a:pt x="1789433" y="627971"/>
                  <a:pt x="1781288" y="616569"/>
                </a:cubicBezTo>
                <a:lnTo>
                  <a:pt x="1880656" y="584804"/>
                </a:lnTo>
                <a:cubicBezTo>
                  <a:pt x="1876583" y="541635"/>
                  <a:pt x="1852149" y="517201"/>
                  <a:pt x="1811424" y="517201"/>
                </a:cubicBezTo>
                <a:close/>
                <a:moveTo>
                  <a:pt x="1774772" y="587247"/>
                </a:moveTo>
                <a:cubicBezTo>
                  <a:pt x="1775586" y="565256"/>
                  <a:pt x="1789433" y="551409"/>
                  <a:pt x="1810610" y="551409"/>
                </a:cubicBezTo>
                <a:cubicBezTo>
                  <a:pt x="1826085" y="551409"/>
                  <a:pt x="1833415" y="557925"/>
                  <a:pt x="1836673" y="566070"/>
                </a:cubicBezTo>
                <a:lnTo>
                  <a:pt x="1774772" y="587247"/>
                </a:lnTo>
                <a:close/>
              </a:path>
            </a:pathLst>
          </a:custGeom>
          <a:solidFill>
            <a:schemeClr val="bg1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567B4AA7-6F8D-6AC9-B09E-C44FE56CAB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8000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bg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bg1"/>
                </a:solidFill>
              </a:defRPr>
            </a:lvl1pPr>
            <a:lvl2pPr marL="360000" indent="-180000">
              <a:buClr>
                <a:schemeClr val="bg1"/>
              </a:buClr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540000" indent="-179388">
              <a:buClr>
                <a:schemeClr val="bg1"/>
              </a:buClr>
              <a:buFont typeface="Arial" panose="020B0604020202020204" pitchFamily="34" charset="0"/>
              <a:buChar char="◦"/>
              <a:defRPr sz="1400">
                <a:solidFill>
                  <a:schemeClr val="bg1"/>
                </a:solidFill>
              </a:defRPr>
            </a:lvl3pPr>
            <a:lvl4pPr marL="720000" indent="-179388"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B81BBBEA-BBF7-F6DD-7DF7-F7C90902E75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34920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bg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bg1"/>
                </a:solidFill>
              </a:defRPr>
            </a:lvl1pPr>
            <a:lvl2pPr marL="360000" indent="-180000">
              <a:buClr>
                <a:schemeClr val="bg1"/>
              </a:buClr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540000" indent="-179388">
              <a:buClr>
                <a:schemeClr val="bg1"/>
              </a:buClr>
              <a:buFont typeface="Arial" panose="020B0604020202020204" pitchFamily="34" charset="0"/>
              <a:buChar char="◦"/>
              <a:defRPr sz="1400">
                <a:solidFill>
                  <a:schemeClr val="bg1"/>
                </a:solidFill>
              </a:defRPr>
            </a:lvl3pPr>
            <a:lvl4pPr marL="720000" indent="-179388"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7708AA0E-88CF-B288-268B-65AD11FF6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0968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bg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bg1"/>
                </a:solidFill>
              </a:defRPr>
            </a:lvl1pPr>
            <a:lvl2pPr marL="360000" indent="-180000">
              <a:buClr>
                <a:schemeClr val="bg1"/>
              </a:buClr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540000" indent="-179388">
              <a:buClr>
                <a:schemeClr val="bg1"/>
              </a:buClr>
              <a:buFont typeface="Arial" panose="020B0604020202020204" pitchFamily="34" charset="0"/>
              <a:buChar char="◦"/>
              <a:defRPr sz="1400">
                <a:solidFill>
                  <a:schemeClr val="bg1"/>
                </a:solidFill>
              </a:defRPr>
            </a:lvl3pPr>
            <a:lvl4pPr marL="720000" indent="-179388"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6E2BBF8A-F4D9-C8AE-0441-A1371824DC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015" y="2268887"/>
            <a:ext cx="2224800" cy="3553904"/>
          </a:xfrm>
        </p:spPr>
        <p:txBody>
          <a:bodyPr/>
          <a:lstStyle>
            <a:lvl1pPr marL="180000" indent="-180000">
              <a:spcAft>
                <a:spcPts val="0"/>
              </a:spcAft>
              <a:buClr>
                <a:schemeClr val="bg1"/>
              </a:buClr>
              <a:buSzPct val="140000"/>
              <a:buFont typeface="Verdana" panose="020B0604030504040204" pitchFamily="34" charset="0"/>
              <a:buChar char="›"/>
              <a:defRPr sz="1800" b="0">
                <a:solidFill>
                  <a:schemeClr val="bg1"/>
                </a:solidFill>
              </a:defRPr>
            </a:lvl1pPr>
            <a:lvl2pPr marL="360000" indent="-180000">
              <a:buClr>
                <a:schemeClr val="bg1"/>
              </a:buClr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540000" indent="-179388">
              <a:buClr>
                <a:schemeClr val="bg1"/>
              </a:buClr>
              <a:buFont typeface="Arial" panose="020B0604020202020204" pitchFamily="34" charset="0"/>
              <a:buChar char="◦"/>
              <a:defRPr sz="1400">
                <a:solidFill>
                  <a:schemeClr val="bg1"/>
                </a:solidFill>
              </a:defRPr>
            </a:lvl3pPr>
            <a:lvl4pPr marL="720000" indent="-179388"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buSzPct val="120000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Text level 1</a:t>
            </a:r>
          </a:p>
          <a:p>
            <a:pPr lvl="1"/>
            <a:r>
              <a:rPr lang="en-GB" dirty="0"/>
              <a:t>Text level 2</a:t>
            </a:r>
          </a:p>
          <a:p>
            <a:pPr lvl="2"/>
            <a:r>
              <a:rPr lang="en-GB" dirty="0"/>
              <a:t>Text level 3</a:t>
            </a:r>
          </a:p>
          <a:p>
            <a:pPr lvl="3"/>
            <a:r>
              <a:rPr lang="en-GB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1309411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s,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6212E5A6-8940-7E1A-4D6E-DE94B3E2E5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917400" y="2060351"/>
            <a:ext cx="3139200" cy="1531218"/>
          </a:xfrm>
          <a:solidFill>
            <a:schemeClr val="bg1">
              <a:lumMod val="95000"/>
            </a:schemeClr>
          </a:solidFill>
        </p:spPr>
        <p:txBody>
          <a:bodyPr tIns="90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8639D6B-7B63-BBB1-D257-686B046B42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7400" y="1402172"/>
            <a:ext cx="3139200" cy="455352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E252FE-7CD9-DDEE-4200-05A151913733}"/>
              </a:ext>
            </a:extLst>
          </p:cNvPr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40CE43-8440-318A-86F9-A322509A874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42F57A-7653-D135-A5B4-4DEDF0E157B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74F5A77-0C14-6936-9D8F-BB519AD56A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53C76263-97D8-2394-867C-4C09303C0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17400" y="3589969"/>
            <a:ext cx="3140710" cy="2214880"/>
          </a:xfrm>
          <a:custGeom>
            <a:avLst/>
            <a:gdLst>
              <a:gd name="connsiteX0" fmla="*/ 0 w 3140710"/>
              <a:gd name="connsiteY0" fmla="*/ 0 h 2214880"/>
              <a:gd name="connsiteX1" fmla="*/ 3140710 w 3140710"/>
              <a:gd name="connsiteY1" fmla="*/ 0 h 2214880"/>
              <a:gd name="connsiteX2" fmla="*/ 3140710 w 3140710"/>
              <a:gd name="connsiteY2" fmla="*/ 2214880 h 2214880"/>
              <a:gd name="connsiteX3" fmla="*/ 750570 w 3140710"/>
              <a:gd name="connsiteY3" fmla="*/ 2086610 h 2214880"/>
              <a:gd name="connsiteX4" fmla="*/ 316230 w 3140710"/>
              <a:gd name="connsiteY4" fmla="*/ 2044700 h 2214880"/>
              <a:gd name="connsiteX5" fmla="*/ 46990 w 3140710"/>
              <a:gd name="connsiteY5" fmla="*/ 1833880 h 2214880"/>
              <a:gd name="connsiteX6" fmla="*/ 0 w 3140710"/>
              <a:gd name="connsiteY6" fmla="*/ 1526540 h 22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0710" h="2214880">
                <a:moveTo>
                  <a:pt x="0" y="0"/>
                </a:moveTo>
                <a:lnTo>
                  <a:pt x="3140710" y="0"/>
                </a:lnTo>
                <a:lnTo>
                  <a:pt x="3140710" y="2214880"/>
                </a:lnTo>
                <a:lnTo>
                  <a:pt x="750570" y="2086610"/>
                </a:lnTo>
                <a:cubicBezTo>
                  <a:pt x="750570" y="2086610"/>
                  <a:pt x="383540" y="2065020"/>
                  <a:pt x="316230" y="2044700"/>
                </a:cubicBezTo>
                <a:cubicBezTo>
                  <a:pt x="248920" y="2024380"/>
                  <a:pt x="127000" y="2004060"/>
                  <a:pt x="46990" y="1833880"/>
                </a:cubicBezTo>
                <a:cubicBezTo>
                  <a:pt x="46990" y="1833880"/>
                  <a:pt x="0" y="1746250"/>
                  <a:pt x="0" y="152654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342000" tIns="162000" rIns="342000" bIns="162000">
            <a:noAutofit/>
          </a:bodyPr>
          <a:lstStyle>
            <a:lvl1pPr marL="180000" indent="-180000" algn="l">
              <a:spcAft>
                <a:spcPts val="0"/>
              </a:spcAft>
              <a:buSzPct val="140000"/>
              <a:buFont typeface="Verdana" panose="020B0604030504040204" pitchFamily="34" charset="0"/>
              <a:buChar char="›"/>
              <a:defRPr sz="1600" b="0">
                <a:solidFill>
                  <a:schemeClr val="bg1"/>
                </a:solidFill>
                <a:latin typeface="+mn-lt"/>
              </a:defRPr>
            </a:lvl1pPr>
            <a:lvl2pPr marL="360000" indent="-180000" algn="l">
              <a:buClrTx/>
              <a:buSzPct val="13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2pPr>
            <a:lvl3pPr marL="540000" indent="-180000"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4pPr>
            <a:lvl5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5pPr>
            <a:lvl6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6pPr>
            <a:lvl7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  <p:sp>
        <p:nvSpPr>
          <p:cNvPr id="24" name="Espace réservé pour une image  10">
            <a:extLst>
              <a:ext uri="{FF2B5EF4-FFF2-40B4-BE49-F238E27FC236}">
                <a16:creationId xmlns:a16="http://schemas.microsoft.com/office/drawing/2014/main" id="{3A0F1FB3-F9BD-5FEF-4C04-E7DC171BF80B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524591" y="2060351"/>
            <a:ext cx="3139200" cy="1531218"/>
          </a:xfrm>
          <a:solidFill>
            <a:schemeClr val="bg1">
              <a:lumMod val="95000"/>
            </a:schemeClr>
          </a:solidFill>
        </p:spPr>
        <p:txBody>
          <a:bodyPr tIns="90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27" name="Espace réservé du texte 16">
            <a:extLst>
              <a:ext uri="{FF2B5EF4-FFF2-40B4-BE49-F238E27FC236}">
                <a16:creationId xmlns:a16="http://schemas.microsoft.com/office/drawing/2014/main" id="{3E755A74-D389-5CCB-E43B-94B76AD87DD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524591" y="1402172"/>
            <a:ext cx="3139200" cy="455352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33" name="Espace réservé pour une image  10">
            <a:extLst>
              <a:ext uri="{FF2B5EF4-FFF2-40B4-BE49-F238E27FC236}">
                <a16:creationId xmlns:a16="http://schemas.microsoft.com/office/drawing/2014/main" id="{6E083E8A-E6E4-D750-2E1E-62DFCA42407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8131782" y="2060351"/>
            <a:ext cx="3139200" cy="1531218"/>
          </a:xfrm>
          <a:solidFill>
            <a:schemeClr val="bg1">
              <a:lumMod val="95000"/>
            </a:schemeClr>
          </a:solidFill>
        </p:spPr>
        <p:txBody>
          <a:bodyPr tIns="900000"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34" name="Espace réservé du texte 16">
            <a:extLst>
              <a:ext uri="{FF2B5EF4-FFF2-40B4-BE49-F238E27FC236}">
                <a16:creationId xmlns:a16="http://schemas.microsoft.com/office/drawing/2014/main" id="{3B684FC5-5E80-FF43-7D2A-D76C88C269A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8131782" y="1402172"/>
            <a:ext cx="3139200" cy="455352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C5EFE261-74F2-DCAF-E085-CFC2B929E3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10" name="Espace réservé du texte 20">
            <a:extLst>
              <a:ext uri="{FF2B5EF4-FFF2-40B4-BE49-F238E27FC236}">
                <a16:creationId xmlns:a16="http://schemas.microsoft.com/office/drawing/2014/main" id="{600D3D75-A2A6-E534-CD9F-27CECBFB017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4523836" y="3589969"/>
            <a:ext cx="3140710" cy="2214880"/>
          </a:xfrm>
          <a:custGeom>
            <a:avLst/>
            <a:gdLst>
              <a:gd name="connsiteX0" fmla="*/ 0 w 3140710"/>
              <a:gd name="connsiteY0" fmla="*/ 0 h 2214880"/>
              <a:gd name="connsiteX1" fmla="*/ 3140710 w 3140710"/>
              <a:gd name="connsiteY1" fmla="*/ 0 h 2214880"/>
              <a:gd name="connsiteX2" fmla="*/ 3140710 w 3140710"/>
              <a:gd name="connsiteY2" fmla="*/ 2214880 h 2214880"/>
              <a:gd name="connsiteX3" fmla="*/ 750570 w 3140710"/>
              <a:gd name="connsiteY3" fmla="*/ 2086610 h 2214880"/>
              <a:gd name="connsiteX4" fmla="*/ 316230 w 3140710"/>
              <a:gd name="connsiteY4" fmla="*/ 2044700 h 2214880"/>
              <a:gd name="connsiteX5" fmla="*/ 46990 w 3140710"/>
              <a:gd name="connsiteY5" fmla="*/ 1833880 h 2214880"/>
              <a:gd name="connsiteX6" fmla="*/ 0 w 3140710"/>
              <a:gd name="connsiteY6" fmla="*/ 1526540 h 22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0710" h="2214880">
                <a:moveTo>
                  <a:pt x="0" y="0"/>
                </a:moveTo>
                <a:lnTo>
                  <a:pt x="3140710" y="0"/>
                </a:lnTo>
                <a:lnTo>
                  <a:pt x="3140710" y="2214880"/>
                </a:lnTo>
                <a:lnTo>
                  <a:pt x="750570" y="2086610"/>
                </a:lnTo>
                <a:cubicBezTo>
                  <a:pt x="750570" y="2086610"/>
                  <a:pt x="383540" y="2065020"/>
                  <a:pt x="316230" y="2044700"/>
                </a:cubicBezTo>
                <a:cubicBezTo>
                  <a:pt x="248920" y="2024380"/>
                  <a:pt x="127000" y="2004060"/>
                  <a:pt x="46990" y="1833880"/>
                </a:cubicBezTo>
                <a:cubicBezTo>
                  <a:pt x="46990" y="1833880"/>
                  <a:pt x="0" y="1746250"/>
                  <a:pt x="0" y="152654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342000" tIns="162000" rIns="342000" bIns="162000">
            <a:noAutofit/>
          </a:bodyPr>
          <a:lstStyle>
            <a:lvl1pPr marL="180000" indent="-180000" algn="l">
              <a:spcAft>
                <a:spcPts val="0"/>
              </a:spcAft>
              <a:buSzPct val="140000"/>
              <a:buFont typeface="Verdana" panose="020B0604030504040204" pitchFamily="34" charset="0"/>
              <a:buChar char="›"/>
              <a:defRPr sz="1600" b="0">
                <a:solidFill>
                  <a:schemeClr val="bg1"/>
                </a:solidFill>
                <a:latin typeface="+mn-lt"/>
              </a:defRPr>
            </a:lvl1pPr>
            <a:lvl2pPr marL="360000" indent="-180000" algn="l">
              <a:buClrTx/>
              <a:buSzPct val="13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2pPr>
            <a:lvl3pPr marL="540000" indent="-180000"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4pPr>
            <a:lvl5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5pPr>
            <a:lvl6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6pPr>
            <a:lvl7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  <p:sp>
        <p:nvSpPr>
          <p:cNvPr id="11" name="Espace réservé du texte 20">
            <a:extLst>
              <a:ext uri="{FF2B5EF4-FFF2-40B4-BE49-F238E27FC236}">
                <a16:creationId xmlns:a16="http://schemas.microsoft.com/office/drawing/2014/main" id="{0C6F0ACE-A1B9-9628-FA14-983A0E535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130272" y="3589969"/>
            <a:ext cx="3140710" cy="2214880"/>
          </a:xfrm>
          <a:custGeom>
            <a:avLst/>
            <a:gdLst>
              <a:gd name="connsiteX0" fmla="*/ 0 w 3140710"/>
              <a:gd name="connsiteY0" fmla="*/ 0 h 2214880"/>
              <a:gd name="connsiteX1" fmla="*/ 3140710 w 3140710"/>
              <a:gd name="connsiteY1" fmla="*/ 0 h 2214880"/>
              <a:gd name="connsiteX2" fmla="*/ 3140710 w 3140710"/>
              <a:gd name="connsiteY2" fmla="*/ 2214880 h 2214880"/>
              <a:gd name="connsiteX3" fmla="*/ 750570 w 3140710"/>
              <a:gd name="connsiteY3" fmla="*/ 2086610 h 2214880"/>
              <a:gd name="connsiteX4" fmla="*/ 316230 w 3140710"/>
              <a:gd name="connsiteY4" fmla="*/ 2044700 h 2214880"/>
              <a:gd name="connsiteX5" fmla="*/ 46990 w 3140710"/>
              <a:gd name="connsiteY5" fmla="*/ 1833880 h 2214880"/>
              <a:gd name="connsiteX6" fmla="*/ 0 w 3140710"/>
              <a:gd name="connsiteY6" fmla="*/ 1526540 h 22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0710" h="2214880">
                <a:moveTo>
                  <a:pt x="0" y="0"/>
                </a:moveTo>
                <a:lnTo>
                  <a:pt x="3140710" y="0"/>
                </a:lnTo>
                <a:lnTo>
                  <a:pt x="3140710" y="2214880"/>
                </a:lnTo>
                <a:lnTo>
                  <a:pt x="750570" y="2086610"/>
                </a:lnTo>
                <a:cubicBezTo>
                  <a:pt x="750570" y="2086610"/>
                  <a:pt x="383540" y="2065020"/>
                  <a:pt x="316230" y="2044700"/>
                </a:cubicBezTo>
                <a:cubicBezTo>
                  <a:pt x="248920" y="2024380"/>
                  <a:pt x="127000" y="2004060"/>
                  <a:pt x="46990" y="1833880"/>
                </a:cubicBezTo>
                <a:cubicBezTo>
                  <a:pt x="46990" y="1833880"/>
                  <a:pt x="0" y="1746250"/>
                  <a:pt x="0" y="152654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342000" tIns="162000" rIns="342000" bIns="162000">
            <a:noAutofit/>
          </a:bodyPr>
          <a:lstStyle>
            <a:lvl1pPr marL="180000" indent="-180000" algn="l">
              <a:spcAft>
                <a:spcPts val="0"/>
              </a:spcAft>
              <a:buSzPct val="140000"/>
              <a:buFont typeface="Verdana" panose="020B0604030504040204" pitchFamily="34" charset="0"/>
              <a:buChar char="›"/>
              <a:defRPr sz="1600" b="0">
                <a:solidFill>
                  <a:schemeClr val="bg1"/>
                </a:solidFill>
                <a:latin typeface="+mn-lt"/>
              </a:defRPr>
            </a:lvl1pPr>
            <a:lvl2pPr marL="360000" indent="-180000" algn="l">
              <a:buClrTx/>
              <a:buSzPct val="13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2pPr>
            <a:lvl3pPr marL="540000" indent="-180000"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4pPr>
            <a:lvl5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5pPr>
            <a:lvl6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6pPr>
            <a:lvl7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720000" indent="-180000"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</p:spTree>
    <p:extLst>
      <p:ext uri="{BB962C8B-B14F-4D97-AF65-F5344CB8AC3E}">
        <p14:creationId xmlns:p14="http://schemas.microsoft.com/office/powerpoint/2010/main" val="3338212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8639D6B-7B63-BBB1-D257-686B046B42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7400" y="1412332"/>
            <a:ext cx="2226272" cy="756084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E252FE-7CD9-DDEE-4200-05A151913733}"/>
              </a:ext>
            </a:extLst>
          </p:cNvPr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40CE43-8440-318A-86F9-A322509A874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42F57A-7653-D135-A5B4-4DEDF0E157B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74F5A77-0C14-6936-9D8F-BB519AD56A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1B5937AD-7000-009F-7C31-6400B1C8098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917400" y="2486224"/>
            <a:ext cx="2226272" cy="2985737"/>
          </a:xfrm>
          <a:custGeom>
            <a:avLst/>
            <a:gdLst>
              <a:gd name="connsiteX0" fmla="*/ 0 w 2226272"/>
              <a:gd name="connsiteY0" fmla="*/ 0 h 2985737"/>
              <a:gd name="connsiteX1" fmla="*/ 2226272 w 2226272"/>
              <a:gd name="connsiteY1" fmla="*/ 0 h 2985737"/>
              <a:gd name="connsiteX2" fmla="*/ 2226272 w 2226272"/>
              <a:gd name="connsiteY2" fmla="*/ 819931 h 2985737"/>
              <a:gd name="connsiteX3" fmla="*/ 2226272 w 2226272"/>
              <a:gd name="connsiteY3" fmla="*/ 2165806 h 2985737"/>
              <a:gd name="connsiteX4" fmla="*/ 2226272 w 2226272"/>
              <a:gd name="connsiteY4" fmla="*/ 2985737 h 2985737"/>
              <a:gd name="connsiteX5" fmla="*/ 750570 w 2226272"/>
              <a:gd name="connsiteY5" fmla="*/ 2906541 h 2985737"/>
              <a:gd name="connsiteX6" fmla="*/ 316230 w 2226272"/>
              <a:gd name="connsiteY6" fmla="*/ 2864631 h 2985737"/>
              <a:gd name="connsiteX7" fmla="*/ 46990 w 2226272"/>
              <a:gd name="connsiteY7" fmla="*/ 2653811 h 2985737"/>
              <a:gd name="connsiteX8" fmla="*/ 0 w 2226272"/>
              <a:gd name="connsiteY8" fmla="*/ 2346471 h 2985737"/>
              <a:gd name="connsiteX9" fmla="*/ 0 w 2226272"/>
              <a:gd name="connsiteY9" fmla="*/ 1526540 h 2985737"/>
              <a:gd name="connsiteX10" fmla="*/ 0 w 2226272"/>
              <a:gd name="connsiteY10" fmla="*/ 819931 h 29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26272" h="2985737">
                <a:moveTo>
                  <a:pt x="0" y="0"/>
                </a:moveTo>
                <a:lnTo>
                  <a:pt x="2226272" y="0"/>
                </a:lnTo>
                <a:lnTo>
                  <a:pt x="2226272" y="819931"/>
                </a:lnTo>
                <a:lnTo>
                  <a:pt x="2226272" y="2165806"/>
                </a:lnTo>
                <a:lnTo>
                  <a:pt x="2226272" y="2985737"/>
                </a:lnTo>
                <a:lnTo>
                  <a:pt x="750570" y="2906541"/>
                </a:lnTo>
                <a:cubicBezTo>
                  <a:pt x="750570" y="2906541"/>
                  <a:pt x="383540" y="2884951"/>
                  <a:pt x="316230" y="2864631"/>
                </a:cubicBezTo>
                <a:cubicBezTo>
                  <a:pt x="248920" y="2844311"/>
                  <a:pt x="127000" y="2823991"/>
                  <a:pt x="46990" y="2653811"/>
                </a:cubicBezTo>
                <a:cubicBezTo>
                  <a:pt x="46990" y="2653811"/>
                  <a:pt x="0" y="2566181"/>
                  <a:pt x="0" y="2346471"/>
                </a:cubicBezTo>
                <a:lnTo>
                  <a:pt x="0" y="1526540"/>
                </a:lnTo>
                <a:lnTo>
                  <a:pt x="0" y="8199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EF38B5C9-0E60-1D30-C8D6-DB212F8842C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3632111" y="2486224"/>
            <a:ext cx="2226272" cy="2985737"/>
          </a:xfrm>
          <a:custGeom>
            <a:avLst/>
            <a:gdLst>
              <a:gd name="connsiteX0" fmla="*/ 0 w 2226272"/>
              <a:gd name="connsiteY0" fmla="*/ 0 h 2985737"/>
              <a:gd name="connsiteX1" fmla="*/ 2226272 w 2226272"/>
              <a:gd name="connsiteY1" fmla="*/ 0 h 2985737"/>
              <a:gd name="connsiteX2" fmla="*/ 2226272 w 2226272"/>
              <a:gd name="connsiteY2" fmla="*/ 819931 h 2985737"/>
              <a:gd name="connsiteX3" fmla="*/ 2226272 w 2226272"/>
              <a:gd name="connsiteY3" fmla="*/ 2165806 h 2985737"/>
              <a:gd name="connsiteX4" fmla="*/ 2226272 w 2226272"/>
              <a:gd name="connsiteY4" fmla="*/ 2985737 h 2985737"/>
              <a:gd name="connsiteX5" fmla="*/ 750570 w 2226272"/>
              <a:gd name="connsiteY5" fmla="*/ 2906541 h 2985737"/>
              <a:gd name="connsiteX6" fmla="*/ 316230 w 2226272"/>
              <a:gd name="connsiteY6" fmla="*/ 2864631 h 2985737"/>
              <a:gd name="connsiteX7" fmla="*/ 46990 w 2226272"/>
              <a:gd name="connsiteY7" fmla="*/ 2653811 h 2985737"/>
              <a:gd name="connsiteX8" fmla="*/ 0 w 2226272"/>
              <a:gd name="connsiteY8" fmla="*/ 2346471 h 2985737"/>
              <a:gd name="connsiteX9" fmla="*/ 0 w 2226272"/>
              <a:gd name="connsiteY9" fmla="*/ 1526540 h 2985737"/>
              <a:gd name="connsiteX10" fmla="*/ 0 w 2226272"/>
              <a:gd name="connsiteY10" fmla="*/ 819931 h 29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26272" h="2985737">
                <a:moveTo>
                  <a:pt x="0" y="0"/>
                </a:moveTo>
                <a:lnTo>
                  <a:pt x="2226272" y="0"/>
                </a:lnTo>
                <a:lnTo>
                  <a:pt x="2226272" y="819931"/>
                </a:lnTo>
                <a:lnTo>
                  <a:pt x="2226272" y="2165806"/>
                </a:lnTo>
                <a:lnTo>
                  <a:pt x="2226272" y="2985737"/>
                </a:lnTo>
                <a:lnTo>
                  <a:pt x="750570" y="2906541"/>
                </a:lnTo>
                <a:cubicBezTo>
                  <a:pt x="750570" y="2906541"/>
                  <a:pt x="383540" y="2884951"/>
                  <a:pt x="316230" y="2864631"/>
                </a:cubicBezTo>
                <a:cubicBezTo>
                  <a:pt x="248920" y="2844311"/>
                  <a:pt x="127000" y="2823991"/>
                  <a:pt x="46990" y="2653811"/>
                </a:cubicBezTo>
                <a:cubicBezTo>
                  <a:pt x="46990" y="2653811"/>
                  <a:pt x="0" y="2566181"/>
                  <a:pt x="0" y="2346471"/>
                </a:cubicBezTo>
                <a:lnTo>
                  <a:pt x="0" y="1526540"/>
                </a:lnTo>
                <a:lnTo>
                  <a:pt x="0" y="8199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5E2397F0-3E9F-1028-AFD9-FF3464B8F6B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6346822" y="2486224"/>
            <a:ext cx="2226272" cy="2985737"/>
          </a:xfrm>
          <a:custGeom>
            <a:avLst/>
            <a:gdLst>
              <a:gd name="connsiteX0" fmla="*/ 0 w 2226272"/>
              <a:gd name="connsiteY0" fmla="*/ 0 h 2985737"/>
              <a:gd name="connsiteX1" fmla="*/ 2226272 w 2226272"/>
              <a:gd name="connsiteY1" fmla="*/ 0 h 2985737"/>
              <a:gd name="connsiteX2" fmla="*/ 2226272 w 2226272"/>
              <a:gd name="connsiteY2" fmla="*/ 819931 h 2985737"/>
              <a:gd name="connsiteX3" fmla="*/ 2226272 w 2226272"/>
              <a:gd name="connsiteY3" fmla="*/ 2165806 h 2985737"/>
              <a:gd name="connsiteX4" fmla="*/ 2226272 w 2226272"/>
              <a:gd name="connsiteY4" fmla="*/ 2985737 h 2985737"/>
              <a:gd name="connsiteX5" fmla="*/ 750570 w 2226272"/>
              <a:gd name="connsiteY5" fmla="*/ 2906541 h 2985737"/>
              <a:gd name="connsiteX6" fmla="*/ 316230 w 2226272"/>
              <a:gd name="connsiteY6" fmla="*/ 2864631 h 2985737"/>
              <a:gd name="connsiteX7" fmla="*/ 46990 w 2226272"/>
              <a:gd name="connsiteY7" fmla="*/ 2653811 h 2985737"/>
              <a:gd name="connsiteX8" fmla="*/ 0 w 2226272"/>
              <a:gd name="connsiteY8" fmla="*/ 2346471 h 2985737"/>
              <a:gd name="connsiteX9" fmla="*/ 0 w 2226272"/>
              <a:gd name="connsiteY9" fmla="*/ 1526540 h 2985737"/>
              <a:gd name="connsiteX10" fmla="*/ 0 w 2226272"/>
              <a:gd name="connsiteY10" fmla="*/ 819931 h 29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26272" h="2985737">
                <a:moveTo>
                  <a:pt x="0" y="0"/>
                </a:moveTo>
                <a:lnTo>
                  <a:pt x="2226272" y="0"/>
                </a:lnTo>
                <a:lnTo>
                  <a:pt x="2226272" y="819931"/>
                </a:lnTo>
                <a:lnTo>
                  <a:pt x="2226272" y="2165806"/>
                </a:lnTo>
                <a:lnTo>
                  <a:pt x="2226272" y="2985737"/>
                </a:lnTo>
                <a:lnTo>
                  <a:pt x="750570" y="2906541"/>
                </a:lnTo>
                <a:cubicBezTo>
                  <a:pt x="750570" y="2906541"/>
                  <a:pt x="383540" y="2884951"/>
                  <a:pt x="316230" y="2864631"/>
                </a:cubicBezTo>
                <a:cubicBezTo>
                  <a:pt x="248920" y="2844311"/>
                  <a:pt x="127000" y="2823991"/>
                  <a:pt x="46990" y="2653811"/>
                </a:cubicBezTo>
                <a:cubicBezTo>
                  <a:pt x="46990" y="2653811"/>
                  <a:pt x="0" y="2566181"/>
                  <a:pt x="0" y="2346471"/>
                </a:cubicBezTo>
                <a:lnTo>
                  <a:pt x="0" y="1526540"/>
                </a:lnTo>
                <a:lnTo>
                  <a:pt x="0" y="8199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5922055E-3BA4-DF8C-8EAC-CD4C8349820C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9061532" y="2486224"/>
            <a:ext cx="2226272" cy="2985737"/>
          </a:xfrm>
          <a:custGeom>
            <a:avLst/>
            <a:gdLst>
              <a:gd name="connsiteX0" fmla="*/ 0 w 2226272"/>
              <a:gd name="connsiteY0" fmla="*/ 0 h 2985737"/>
              <a:gd name="connsiteX1" fmla="*/ 2226272 w 2226272"/>
              <a:gd name="connsiteY1" fmla="*/ 0 h 2985737"/>
              <a:gd name="connsiteX2" fmla="*/ 2226272 w 2226272"/>
              <a:gd name="connsiteY2" fmla="*/ 819931 h 2985737"/>
              <a:gd name="connsiteX3" fmla="*/ 2226272 w 2226272"/>
              <a:gd name="connsiteY3" fmla="*/ 2165806 h 2985737"/>
              <a:gd name="connsiteX4" fmla="*/ 2226272 w 2226272"/>
              <a:gd name="connsiteY4" fmla="*/ 2985737 h 2985737"/>
              <a:gd name="connsiteX5" fmla="*/ 750570 w 2226272"/>
              <a:gd name="connsiteY5" fmla="*/ 2906541 h 2985737"/>
              <a:gd name="connsiteX6" fmla="*/ 316230 w 2226272"/>
              <a:gd name="connsiteY6" fmla="*/ 2864631 h 2985737"/>
              <a:gd name="connsiteX7" fmla="*/ 46990 w 2226272"/>
              <a:gd name="connsiteY7" fmla="*/ 2653811 h 2985737"/>
              <a:gd name="connsiteX8" fmla="*/ 0 w 2226272"/>
              <a:gd name="connsiteY8" fmla="*/ 2346471 h 2985737"/>
              <a:gd name="connsiteX9" fmla="*/ 0 w 2226272"/>
              <a:gd name="connsiteY9" fmla="*/ 1526540 h 2985737"/>
              <a:gd name="connsiteX10" fmla="*/ 0 w 2226272"/>
              <a:gd name="connsiteY10" fmla="*/ 819931 h 29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26272" h="2985737">
                <a:moveTo>
                  <a:pt x="0" y="0"/>
                </a:moveTo>
                <a:lnTo>
                  <a:pt x="2226272" y="0"/>
                </a:lnTo>
                <a:lnTo>
                  <a:pt x="2226272" y="819931"/>
                </a:lnTo>
                <a:lnTo>
                  <a:pt x="2226272" y="2165806"/>
                </a:lnTo>
                <a:lnTo>
                  <a:pt x="2226272" y="2985737"/>
                </a:lnTo>
                <a:lnTo>
                  <a:pt x="750570" y="2906541"/>
                </a:lnTo>
                <a:cubicBezTo>
                  <a:pt x="750570" y="2906541"/>
                  <a:pt x="383540" y="2884951"/>
                  <a:pt x="316230" y="2864631"/>
                </a:cubicBezTo>
                <a:cubicBezTo>
                  <a:pt x="248920" y="2844311"/>
                  <a:pt x="127000" y="2823991"/>
                  <a:pt x="46990" y="2653811"/>
                </a:cubicBezTo>
                <a:cubicBezTo>
                  <a:pt x="46990" y="2653811"/>
                  <a:pt x="0" y="2566181"/>
                  <a:pt x="0" y="2346471"/>
                </a:cubicBezTo>
                <a:lnTo>
                  <a:pt x="0" y="1526540"/>
                </a:lnTo>
                <a:lnTo>
                  <a:pt x="0" y="8199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1903E387-3FAB-E288-68FC-5B4385844E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ED81E37-51FA-710D-8BDA-6E417DEAB7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3632111" y="1412332"/>
            <a:ext cx="2226272" cy="756084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A556AAA7-7B49-7B01-8372-35AC4573F8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346822" y="1412332"/>
            <a:ext cx="2226272" cy="756084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4D2F9D42-CE54-6B20-5A02-7082C406EB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9061532" y="1412332"/>
            <a:ext cx="2226272" cy="756084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344741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graphique 16">
            <a:extLst>
              <a:ext uri="{FF2B5EF4-FFF2-40B4-BE49-F238E27FC236}">
                <a16:creationId xmlns:a16="http://schemas.microsoft.com/office/drawing/2014/main" id="{42364807-4E5B-AC7E-69DD-60171E35B3AE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 bwMode="gray">
          <a:xfrm>
            <a:off x="917400" y="2220686"/>
            <a:ext cx="9859120" cy="3633275"/>
          </a:xfrm>
        </p:spPr>
        <p:txBody>
          <a:bodyPr tIns="900000" anchor="ctr" anchorCtr="0"/>
          <a:lstStyle>
            <a:lvl1pPr marL="0" indent="0" algn="ctr">
              <a:buNone/>
              <a:defRPr sz="1000" b="0">
                <a:solidFill>
                  <a:schemeClr val="bg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F2DD061-A37E-CCB5-62C3-79CB8E719F01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0F731A8-859A-3621-80C2-91C08EDEF1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05162D7E-EA05-ECB8-725F-35EF8301F99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D1FD1E89-12B1-70F6-3BDE-E0F4256A5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A651C4B-134E-2F62-3CCA-1AD658BA8989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F94C205-5F0C-47A1-630B-9D171D60AC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1739516" y="2276872"/>
            <a:ext cx="2226272" cy="756084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500" b="0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500" b="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23966FCA-BD2B-5586-E279-C6EB7C2705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763852" y="2276872"/>
            <a:ext cx="2226272" cy="756084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500" b="0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500" b="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9" name="Espace réservé du texte 16">
            <a:extLst>
              <a:ext uri="{FF2B5EF4-FFF2-40B4-BE49-F238E27FC236}">
                <a16:creationId xmlns:a16="http://schemas.microsoft.com/office/drawing/2014/main" id="{B0AE7AD2-8445-31DF-238D-46970D5AE1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7788188" y="2276872"/>
            <a:ext cx="2226272" cy="756084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500" b="0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500" b="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5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884DDD59-7FC3-393E-5837-1BA4519610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3" name="Espace réservé du texte 16">
            <a:extLst>
              <a:ext uri="{FF2B5EF4-FFF2-40B4-BE49-F238E27FC236}">
                <a16:creationId xmlns:a16="http://schemas.microsoft.com/office/drawing/2014/main" id="{4FF1B479-9B9E-F4FB-A1B1-23C7BC7429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7400" y="1412332"/>
            <a:ext cx="2226272" cy="756084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grpSp>
        <p:nvGrpSpPr>
          <p:cNvPr id="4" name="Graphique 7">
            <a:extLst>
              <a:ext uri="{FF2B5EF4-FFF2-40B4-BE49-F238E27FC236}">
                <a16:creationId xmlns:a16="http://schemas.microsoft.com/office/drawing/2014/main" id="{2AC28CD3-410E-B4D0-7D29-FC12A7AB04D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6" name="Graphique 7">
              <a:extLst>
                <a:ext uri="{FF2B5EF4-FFF2-40B4-BE49-F238E27FC236}">
                  <a16:creationId xmlns:a16="http://schemas.microsoft.com/office/drawing/2014/main" id="{A42BD7F9-70E5-F31C-E208-D295B6378F6E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E29567C4-A283-751F-CB27-E1F37243EF35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BCFB07F4-36AB-91CB-D580-7D146084A202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4F9135A4-45F0-B6F4-1DDB-4DA334B89BBA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D5C0EAE8-496C-0618-1E65-22BAAB7B017A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52E4312E-613C-3B0A-6A02-F8859EF0CA05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69B844F8-D175-362E-8582-A7C0AF37F624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43D5DD5B-FFFF-9051-67CA-4A6F8E328B66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71096F3-D488-0531-1AA3-F03317843814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77A7EBCF-8BA6-A8DA-F5FB-64B0CE205AAB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26787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, 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F2DD061-A37E-CCB5-62C3-79CB8E719F01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0F731A8-859A-3621-80C2-91C08EDEF1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05162D7E-EA05-ECB8-725F-35EF8301F99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D1FD1E89-12B1-70F6-3BDE-E0F4256A5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6" name="Espace réservé du texte 16">
            <a:extLst>
              <a:ext uri="{FF2B5EF4-FFF2-40B4-BE49-F238E27FC236}">
                <a16:creationId xmlns:a16="http://schemas.microsoft.com/office/drawing/2014/main" id="{BAFD210C-D71E-3697-AF5E-E6E83F741A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918000" y="4755184"/>
            <a:ext cx="10110300" cy="1018147"/>
          </a:xfrm>
        </p:spPr>
        <p:txBody>
          <a:bodyPr anchor="t" anchorCtr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400" b="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  <a:latin typeface="+mn-lt"/>
              </a:defRPr>
            </a:lvl2pPr>
            <a:lvl3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3pPr>
            <a:lvl4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4pPr>
            <a:lvl5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5pPr>
            <a:lvl6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6pPr>
            <a:lvl7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7pPr>
            <a:lvl8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8pPr>
            <a:lvl9pPr marL="0" indent="0" algn="l">
              <a:buNone/>
              <a:defRPr sz="14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79C5F4-0EAF-5A4B-2FC1-02DF3FF9C42F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5043E41E-D129-9055-56C8-E230B12CCA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757074" y="2924944"/>
            <a:ext cx="2079625" cy="398056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35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53808547-2818-4185-7DF3-6CC0129EA3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757074" y="3310745"/>
            <a:ext cx="2079625" cy="608183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330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0871A469-558C-4461-C73C-9F5B7F22CD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14560380-AAE5-C632-BBD3-6136BF27AAF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3462212" y="2924944"/>
            <a:ext cx="2079625" cy="398056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35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23B86B98-65C9-F61F-9434-0FA5F520C6D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462212" y="3310745"/>
            <a:ext cx="2079625" cy="608183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330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22" name="Espace réservé du texte 14">
            <a:extLst>
              <a:ext uri="{FF2B5EF4-FFF2-40B4-BE49-F238E27FC236}">
                <a16:creationId xmlns:a16="http://schemas.microsoft.com/office/drawing/2014/main" id="{39C941A0-4C19-55B1-51E3-A4636A070D4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167350" y="2924944"/>
            <a:ext cx="2079625" cy="398056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35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32ED810E-B927-4FC8-3E64-6CEB0087E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167350" y="3310745"/>
            <a:ext cx="2079625" cy="608183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330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4EF76E1F-DFE8-2D5C-FD8B-4CC548B3E8A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8872488" y="2924944"/>
            <a:ext cx="2079625" cy="398056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35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135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CB65897F-8EF3-F674-C810-0452A32DBC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872488" y="3310745"/>
            <a:ext cx="2079625" cy="608183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330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33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XX</a:t>
            </a:r>
          </a:p>
        </p:txBody>
      </p:sp>
      <p:sp>
        <p:nvSpPr>
          <p:cNvPr id="2" name="Espace réservé du graphique 16">
            <a:extLst>
              <a:ext uri="{FF2B5EF4-FFF2-40B4-BE49-F238E27FC236}">
                <a16:creationId xmlns:a16="http://schemas.microsoft.com/office/drawing/2014/main" id="{8B06FE59-D840-7C47-0421-A2DC0829AC97}"/>
              </a:ext>
            </a:extLst>
          </p:cNvPr>
          <p:cNvSpPr>
            <a:spLocks noGrp="1" noChangeAspect="1"/>
          </p:cNvSpPr>
          <p:nvPr>
            <p:ph type="chart" sz="quarter" idx="23" hasCustomPrompt="1"/>
          </p:nvPr>
        </p:nvSpPr>
        <p:spPr bwMode="gray">
          <a:xfrm>
            <a:off x="3511453" y="2475773"/>
            <a:ext cx="1981143" cy="1980000"/>
          </a:xfrm>
        </p:spPr>
        <p:txBody>
          <a:bodyPr tIns="900000" anchor="ctr" anchorCtr="0"/>
          <a:lstStyle>
            <a:lvl1pPr marL="0" indent="0" algn="ctr">
              <a:buNone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4" name="Espace réservé du graphique 16">
            <a:extLst>
              <a:ext uri="{FF2B5EF4-FFF2-40B4-BE49-F238E27FC236}">
                <a16:creationId xmlns:a16="http://schemas.microsoft.com/office/drawing/2014/main" id="{B923B0D2-8F2D-854D-2084-4143A2364383}"/>
              </a:ext>
            </a:extLst>
          </p:cNvPr>
          <p:cNvSpPr>
            <a:spLocks noGrp="1" noChangeAspect="1"/>
          </p:cNvSpPr>
          <p:nvPr>
            <p:ph type="chart" sz="quarter" idx="25" hasCustomPrompt="1"/>
          </p:nvPr>
        </p:nvSpPr>
        <p:spPr bwMode="gray">
          <a:xfrm>
            <a:off x="6216591" y="2475773"/>
            <a:ext cx="1981143" cy="1980000"/>
          </a:xfrm>
        </p:spPr>
        <p:txBody>
          <a:bodyPr tIns="900000" anchor="ctr" anchorCtr="0"/>
          <a:lstStyle>
            <a:lvl1pPr marL="0" indent="0" algn="ctr">
              <a:buNone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10" name="Espace réservé du graphique 16">
            <a:extLst>
              <a:ext uri="{FF2B5EF4-FFF2-40B4-BE49-F238E27FC236}">
                <a16:creationId xmlns:a16="http://schemas.microsoft.com/office/drawing/2014/main" id="{C526924A-CBF1-9B6C-C90C-DB7CFAF928C5}"/>
              </a:ext>
            </a:extLst>
          </p:cNvPr>
          <p:cNvSpPr>
            <a:spLocks noGrp="1" noChangeAspect="1"/>
          </p:cNvSpPr>
          <p:nvPr>
            <p:ph type="chart" sz="quarter" idx="27" hasCustomPrompt="1"/>
          </p:nvPr>
        </p:nvSpPr>
        <p:spPr bwMode="gray">
          <a:xfrm>
            <a:off x="8921729" y="2475773"/>
            <a:ext cx="1981143" cy="1980000"/>
          </a:xfrm>
        </p:spPr>
        <p:txBody>
          <a:bodyPr tIns="900000" anchor="ctr" anchorCtr="0"/>
          <a:lstStyle>
            <a:lvl1pPr marL="0" indent="0" algn="ctr">
              <a:buNone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8" name="Espace réservé du graphique 16">
            <a:extLst>
              <a:ext uri="{FF2B5EF4-FFF2-40B4-BE49-F238E27FC236}">
                <a16:creationId xmlns:a16="http://schemas.microsoft.com/office/drawing/2014/main" id="{42364807-4E5B-AC7E-69DD-60171E35B3AE}"/>
              </a:ext>
            </a:extLst>
          </p:cNvPr>
          <p:cNvSpPr>
            <a:spLocks noGrp="1" noChangeAspect="1"/>
          </p:cNvSpPr>
          <p:nvPr>
            <p:ph type="chart" sz="quarter" idx="19" hasCustomPrompt="1"/>
          </p:nvPr>
        </p:nvSpPr>
        <p:spPr bwMode="gray">
          <a:xfrm>
            <a:off x="806886" y="2475773"/>
            <a:ext cx="1980000" cy="1980000"/>
          </a:xfrm>
        </p:spPr>
        <p:txBody>
          <a:bodyPr tIns="900000" anchor="ctr" anchorCtr="0"/>
          <a:lstStyle>
            <a:lvl1pPr marL="0" indent="0" algn="ctr">
              <a:buNone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77C7AF5C-3E57-DDA2-2CFA-E0F2D25B38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80886" y="1412332"/>
            <a:ext cx="2226272" cy="756084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25" name="Espace réservé du texte 16">
            <a:extLst>
              <a:ext uri="{FF2B5EF4-FFF2-40B4-BE49-F238E27FC236}">
                <a16:creationId xmlns:a16="http://schemas.microsoft.com/office/drawing/2014/main" id="{E4920754-CD91-902E-F6F4-C32DAEBDF40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3387933" y="1412332"/>
            <a:ext cx="2226272" cy="756084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0AFF602D-147E-BF95-3E85-0378B583EC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094980" y="1412332"/>
            <a:ext cx="2226272" cy="756084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sp>
        <p:nvSpPr>
          <p:cNvPr id="27" name="Espace réservé du texte 16">
            <a:extLst>
              <a:ext uri="{FF2B5EF4-FFF2-40B4-BE49-F238E27FC236}">
                <a16:creationId xmlns:a16="http://schemas.microsoft.com/office/drawing/2014/main" id="{D9FBC390-8719-473A-0302-EA4F1DF71EF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8802028" y="1412332"/>
            <a:ext cx="2226272" cy="756084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>lorem ipsum</a:t>
            </a:r>
          </a:p>
        </p:txBody>
      </p:sp>
      <p:grpSp>
        <p:nvGrpSpPr>
          <p:cNvPr id="5" name="Graphique 7">
            <a:extLst>
              <a:ext uri="{FF2B5EF4-FFF2-40B4-BE49-F238E27FC236}">
                <a16:creationId xmlns:a16="http://schemas.microsoft.com/office/drawing/2014/main" id="{21CBB77F-4A94-32B3-A424-F707E6AE9C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14" name="Graphique 7">
              <a:extLst>
                <a:ext uri="{FF2B5EF4-FFF2-40B4-BE49-F238E27FC236}">
                  <a16:creationId xmlns:a16="http://schemas.microsoft.com/office/drawing/2014/main" id="{A15F9980-77D7-AB49-3FFD-21470DA60415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BA1ACEEC-F9DC-4259-3519-174E1E76B751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FACA9247-8104-1BC4-B506-3D5F7E19C018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D3361EAC-3018-ADB1-9B38-C1487E10E3EB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BAECC464-A877-B841-702A-C1BD2E2C8392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AFF9359E-CAF6-E171-F43D-874C2CCBA743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7B385E2C-523A-E4B2-A058-7E16A8BB1A02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5" name="Graphique 7">
              <a:extLst>
                <a:ext uri="{FF2B5EF4-FFF2-40B4-BE49-F238E27FC236}">
                  <a16:creationId xmlns:a16="http://schemas.microsoft.com/office/drawing/2014/main" id="{60601A18-6347-2596-0326-6A47465F0C41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2340D0FB-8D91-6687-65F3-C36091ED74B6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4F95EE3A-71F4-B2DA-7770-C3855CBF5EC1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7402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s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ZoneTexte 26">
            <a:extLst>
              <a:ext uri="{FF2B5EF4-FFF2-40B4-BE49-F238E27FC236}">
                <a16:creationId xmlns:a16="http://schemas.microsoft.com/office/drawing/2014/main" id="{94A9B9D6-7C66-48B8-5199-DF93A0462A41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AAA91F-4C5E-92BB-ABF5-C27B7FE69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8000" y="0"/>
            <a:ext cx="10357200" cy="74870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C60B933-9BB1-9F3B-44A7-E751B6AE8A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D83CF5-7BCC-EC55-C587-18E0BAC1D1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9CA802-5E47-51DA-1B36-4A6A8AB11CA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8" name="Espace réservé du texte 32">
            <a:extLst>
              <a:ext uri="{FF2B5EF4-FFF2-40B4-BE49-F238E27FC236}">
                <a16:creationId xmlns:a16="http://schemas.microsoft.com/office/drawing/2014/main" id="{314D7058-BF83-72FB-08F0-AF1B2024FDF8}"/>
              </a:ext>
            </a:extLst>
          </p:cNvPr>
          <p:cNvSpPr>
            <a:spLocks noGrp="1" noChangeAspect="1"/>
          </p:cNvSpPr>
          <p:nvPr>
            <p:ph type="body" sz="quarter" idx="49" hasCustomPrompt="1"/>
          </p:nvPr>
        </p:nvSpPr>
        <p:spPr bwMode="gray">
          <a:xfrm>
            <a:off x="4294272" y="2251472"/>
            <a:ext cx="264160" cy="3555234"/>
          </a:xfrm>
          <a:custGeom>
            <a:avLst/>
            <a:gdLst>
              <a:gd name="connsiteX0" fmla="*/ 0 w 264160"/>
              <a:gd name="connsiteY0" fmla="*/ 0 h 3555234"/>
              <a:gd name="connsiteX1" fmla="*/ 17780 w 264160"/>
              <a:gd name="connsiteY1" fmla="*/ 0 h 3555234"/>
              <a:gd name="connsiteX2" fmla="*/ 17780 w 264160"/>
              <a:gd name="connsiteY2" fmla="*/ 1567395 h 3555234"/>
              <a:gd name="connsiteX3" fmla="*/ 264160 w 264160"/>
              <a:gd name="connsiteY3" fmla="*/ 1777506 h 3555234"/>
              <a:gd name="connsiteX4" fmla="*/ 17780 w 264160"/>
              <a:gd name="connsiteY4" fmla="*/ 1987617 h 3555234"/>
              <a:gd name="connsiteX5" fmla="*/ 17780 w 264160"/>
              <a:gd name="connsiteY5" fmla="*/ 3555234 h 3555234"/>
              <a:gd name="connsiteX6" fmla="*/ 0 w 264160"/>
              <a:gd name="connsiteY6" fmla="*/ 3555234 h 3555234"/>
              <a:gd name="connsiteX7" fmla="*/ 0 w 264160"/>
              <a:gd name="connsiteY7" fmla="*/ 1887995 h 3555234"/>
              <a:gd name="connsiteX8" fmla="*/ 17780 w 264160"/>
              <a:gd name="connsiteY8" fmla="*/ 1887995 h 3555234"/>
              <a:gd name="connsiteX9" fmla="*/ 17780 w 264160"/>
              <a:gd name="connsiteY9" fmla="*/ 1963963 h 3555234"/>
              <a:gd name="connsiteX10" fmla="*/ 237490 w 264160"/>
              <a:gd name="connsiteY10" fmla="*/ 1777506 h 3555234"/>
              <a:gd name="connsiteX11" fmla="*/ 17780 w 264160"/>
              <a:gd name="connsiteY11" fmla="*/ 1589862 h 3555234"/>
              <a:gd name="connsiteX12" fmla="*/ 17780 w 264160"/>
              <a:gd name="connsiteY12" fmla="*/ 1665745 h 3555234"/>
              <a:gd name="connsiteX13" fmla="*/ 0 w 264160"/>
              <a:gd name="connsiteY13" fmla="*/ 1665745 h 355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4160" h="3555234">
                <a:moveTo>
                  <a:pt x="0" y="0"/>
                </a:moveTo>
                <a:lnTo>
                  <a:pt x="17780" y="0"/>
                </a:lnTo>
                <a:lnTo>
                  <a:pt x="17780" y="1567395"/>
                </a:lnTo>
                <a:lnTo>
                  <a:pt x="264160" y="1777506"/>
                </a:lnTo>
                <a:lnTo>
                  <a:pt x="17780" y="1987617"/>
                </a:lnTo>
                <a:lnTo>
                  <a:pt x="17780" y="3555234"/>
                </a:lnTo>
                <a:lnTo>
                  <a:pt x="0" y="3555234"/>
                </a:lnTo>
                <a:lnTo>
                  <a:pt x="0" y="1887995"/>
                </a:lnTo>
                <a:lnTo>
                  <a:pt x="17780" y="1887995"/>
                </a:lnTo>
                <a:lnTo>
                  <a:pt x="17780" y="1963963"/>
                </a:lnTo>
                <a:lnTo>
                  <a:pt x="237490" y="1777506"/>
                </a:lnTo>
                <a:lnTo>
                  <a:pt x="17780" y="1589862"/>
                </a:lnTo>
                <a:lnTo>
                  <a:pt x="17780" y="1665745"/>
                </a:lnTo>
                <a:lnTo>
                  <a:pt x="0" y="166574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8F50CF97-E770-1392-3D77-B915978F19C6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 bwMode="gray">
          <a:xfrm>
            <a:off x="7908484" y="2251472"/>
            <a:ext cx="264160" cy="3555234"/>
          </a:xfrm>
          <a:custGeom>
            <a:avLst/>
            <a:gdLst>
              <a:gd name="connsiteX0" fmla="*/ 0 w 264160"/>
              <a:gd name="connsiteY0" fmla="*/ 0 h 3555234"/>
              <a:gd name="connsiteX1" fmla="*/ 17780 w 264160"/>
              <a:gd name="connsiteY1" fmla="*/ 0 h 3555234"/>
              <a:gd name="connsiteX2" fmla="*/ 17780 w 264160"/>
              <a:gd name="connsiteY2" fmla="*/ 1567395 h 3555234"/>
              <a:gd name="connsiteX3" fmla="*/ 264160 w 264160"/>
              <a:gd name="connsiteY3" fmla="*/ 1777506 h 3555234"/>
              <a:gd name="connsiteX4" fmla="*/ 17780 w 264160"/>
              <a:gd name="connsiteY4" fmla="*/ 1987617 h 3555234"/>
              <a:gd name="connsiteX5" fmla="*/ 17780 w 264160"/>
              <a:gd name="connsiteY5" fmla="*/ 3555234 h 3555234"/>
              <a:gd name="connsiteX6" fmla="*/ 0 w 264160"/>
              <a:gd name="connsiteY6" fmla="*/ 3555234 h 3555234"/>
              <a:gd name="connsiteX7" fmla="*/ 0 w 264160"/>
              <a:gd name="connsiteY7" fmla="*/ 1887995 h 3555234"/>
              <a:gd name="connsiteX8" fmla="*/ 17780 w 264160"/>
              <a:gd name="connsiteY8" fmla="*/ 1887995 h 3555234"/>
              <a:gd name="connsiteX9" fmla="*/ 17780 w 264160"/>
              <a:gd name="connsiteY9" fmla="*/ 1963963 h 3555234"/>
              <a:gd name="connsiteX10" fmla="*/ 237490 w 264160"/>
              <a:gd name="connsiteY10" fmla="*/ 1777506 h 3555234"/>
              <a:gd name="connsiteX11" fmla="*/ 17780 w 264160"/>
              <a:gd name="connsiteY11" fmla="*/ 1589862 h 3555234"/>
              <a:gd name="connsiteX12" fmla="*/ 17780 w 264160"/>
              <a:gd name="connsiteY12" fmla="*/ 1665745 h 3555234"/>
              <a:gd name="connsiteX13" fmla="*/ 0 w 264160"/>
              <a:gd name="connsiteY13" fmla="*/ 1665745 h 355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4160" h="3555234">
                <a:moveTo>
                  <a:pt x="0" y="0"/>
                </a:moveTo>
                <a:lnTo>
                  <a:pt x="17780" y="0"/>
                </a:lnTo>
                <a:lnTo>
                  <a:pt x="17780" y="1567395"/>
                </a:lnTo>
                <a:lnTo>
                  <a:pt x="264160" y="1777506"/>
                </a:lnTo>
                <a:lnTo>
                  <a:pt x="17780" y="1987617"/>
                </a:lnTo>
                <a:lnTo>
                  <a:pt x="17780" y="3555234"/>
                </a:lnTo>
                <a:lnTo>
                  <a:pt x="0" y="3555234"/>
                </a:lnTo>
                <a:lnTo>
                  <a:pt x="0" y="1887995"/>
                </a:lnTo>
                <a:lnTo>
                  <a:pt x="17780" y="1887995"/>
                </a:lnTo>
                <a:lnTo>
                  <a:pt x="17780" y="1963963"/>
                </a:lnTo>
                <a:lnTo>
                  <a:pt x="237490" y="1777506"/>
                </a:lnTo>
                <a:lnTo>
                  <a:pt x="17780" y="1589862"/>
                </a:lnTo>
                <a:lnTo>
                  <a:pt x="17780" y="1665745"/>
                </a:lnTo>
                <a:lnTo>
                  <a:pt x="0" y="166574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Espace réservé du texte 34">
            <a:extLst>
              <a:ext uri="{FF2B5EF4-FFF2-40B4-BE49-F238E27FC236}">
                <a16:creationId xmlns:a16="http://schemas.microsoft.com/office/drawing/2014/main" id="{B399CF3B-B17E-96E0-E8D8-016DA04221E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1775680" y="3884352"/>
            <a:ext cx="1440000" cy="10800"/>
          </a:xfrm>
          <a:prstGeom prst="rect">
            <a:avLst/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56F704C-C5DC-1775-0B9A-7F7154C0789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917400" y="2267496"/>
            <a:ext cx="3139200" cy="1573656"/>
          </a:xfrm>
        </p:spPr>
        <p:txBody>
          <a:bodyPr/>
          <a:lstStyle>
            <a:lvl1pPr algn="ctr">
              <a:spcAft>
                <a:spcPts val="400"/>
              </a:spcAft>
              <a:defRPr sz="1600"/>
            </a:lvl1pPr>
            <a:lvl2pPr marL="180000" indent="-180000" algn="ctr">
              <a:spcAft>
                <a:spcPts val="400"/>
              </a:spcAft>
              <a:buFont typeface="Verdana" panose="020B0604030504040204" pitchFamily="34" charset="0"/>
              <a:buChar char="›"/>
              <a:defRPr sz="2000">
                <a:solidFill>
                  <a:schemeClr val="tx2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5pPr>
            <a:lvl6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7pPr>
            <a:lvl8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8pPr>
            <a:lvl9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2FDA8890-1B98-5BFA-FD4A-3229CAE1126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917400" y="4176628"/>
            <a:ext cx="3139200" cy="1523376"/>
          </a:xfrm>
        </p:spPr>
        <p:txBody>
          <a:bodyPr/>
          <a:lstStyle>
            <a:lvl1pPr algn="ctr">
              <a:spcAft>
                <a:spcPts val="400"/>
              </a:spcAft>
              <a:defRPr sz="1600"/>
            </a:lvl1pPr>
            <a:lvl2pPr marL="180000" indent="-180000" algn="ctr">
              <a:spcAft>
                <a:spcPts val="400"/>
              </a:spcAft>
              <a:buFont typeface="Verdana" panose="020B0604030504040204" pitchFamily="34" charset="0"/>
              <a:buChar char="›"/>
              <a:defRPr sz="2000">
                <a:solidFill>
                  <a:schemeClr val="tx2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5pPr>
            <a:lvl6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7pPr>
            <a:lvl8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8pPr>
            <a:lvl9pPr marL="0" indent="0" algn="ctr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DF5110BD-0B57-165D-A003-18C011EC007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 bwMode="gray">
          <a:xfrm>
            <a:off x="4526700" y="2267496"/>
            <a:ext cx="1209260" cy="1017488"/>
          </a:xfrm>
        </p:spPr>
        <p:txBody>
          <a:bodyPr anchor="ctr" anchorCtr="0"/>
          <a:lstStyle>
            <a:lvl1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/>
            </a:lvl1pPr>
            <a:lvl2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2pPr>
            <a:lvl3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3pPr>
            <a:lvl4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4pPr>
            <a:lvl5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5pPr>
            <a:lvl6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6pPr>
            <a:lvl7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7pPr>
            <a:lvl8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8pPr>
            <a:lvl9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969C4FD5-28D3-E58C-F444-C0A352C8553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 bwMode="gray">
          <a:xfrm>
            <a:off x="5848776" y="2267496"/>
            <a:ext cx="1817124" cy="1017488"/>
          </a:xfrm>
        </p:spPr>
        <p:txBody>
          <a:bodyPr anchor="ctr" anchorCtr="0"/>
          <a:lstStyle>
            <a:lvl1pPr marL="180000" indent="-180000">
              <a:spcAft>
                <a:spcPts val="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180000" indent="-180000">
              <a:buFont typeface="Arial" panose="020B0604020202020204" pitchFamily="34" charset="0"/>
              <a:buChar char="•"/>
              <a:defRPr sz="1400" b="0"/>
            </a:lvl2pPr>
            <a:lvl3pPr marL="180000" indent="-180000">
              <a:buFont typeface="Arial" panose="020B0604020202020204" pitchFamily="34" charset="0"/>
              <a:buChar char="•"/>
              <a:defRPr sz="1400" b="0"/>
            </a:lvl3pPr>
            <a:lvl4pPr marL="180000" indent="-180000">
              <a:buFont typeface="Arial" panose="020B0604020202020204" pitchFamily="34" charset="0"/>
              <a:buChar char="•"/>
              <a:defRPr sz="1400" b="0"/>
            </a:lvl4pPr>
            <a:lvl5pPr marL="180000" indent="-180000">
              <a:buFont typeface="Arial" panose="020B0604020202020204" pitchFamily="34" charset="0"/>
              <a:buChar char="•"/>
              <a:defRPr sz="1400" b="0"/>
            </a:lvl5pPr>
            <a:lvl6pPr marL="180000" indent="-180000">
              <a:defRPr sz="1400"/>
            </a:lvl6pPr>
            <a:lvl7pPr marL="180000" indent="-180000">
              <a:defRPr sz="1400"/>
            </a:lvl7pPr>
            <a:lvl8pPr marL="180000" indent="-180000">
              <a:defRPr sz="1400"/>
            </a:lvl8pPr>
            <a:lvl9pPr marL="180000" indent="-180000">
              <a:defRPr sz="1400"/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1" name="Espace réservé du texte 18">
            <a:extLst>
              <a:ext uri="{FF2B5EF4-FFF2-40B4-BE49-F238E27FC236}">
                <a16:creationId xmlns:a16="http://schemas.microsoft.com/office/drawing/2014/main" id="{99E8C55A-0B05-C985-8B89-96FF17B69F7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 bwMode="gray">
          <a:xfrm>
            <a:off x="5848776" y="3475006"/>
            <a:ext cx="1817124" cy="1017488"/>
          </a:xfrm>
        </p:spPr>
        <p:txBody>
          <a:bodyPr anchor="ctr" anchorCtr="0"/>
          <a:lstStyle>
            <a:lvl1pPr marL="180000" indent="-180000">
              <a:spcAft>
                <a:spcPts val="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180000" indent="-180000">
              <a:buFont typeface="Arial" panose="020B0604020202020204" pitchFamily="34" charset="0"/>
              <a:buChar char="•"/>
              <a:defRPr sz="1400" b="0"/>
            </a:lvl2pPr>
            <a:lvl3pPr marL="180000" indent="-180000">
              <a:buFont typeface="Arial" panose="020B0604020202020204" pitchFamily="34" charset="0"/>
              <a:buChar char="•"/>
              <a:defRPr sz="1400" b="0"/>
            </a:lvl3pPr>
            <a:lvl4pPr marL="180000" indent="-180000">
              <a:buFont typeface="Arial" panose="020B0604020202020204" pitchFamily="34" charset="0"/>
              <a:buChar char="•"/>
              <a:defRPr sz="1400" b="0"/>
            </a:lvl4pPr>
            <a:lvl5pPr marL="180000" indent="-180000">
              <a:buFont typeface="Arial" panose="020B0604020202020204" pitchFamily="34" charset="0"/>
              <a:buChar char="•"/>
              <a:defRPr sz="1400" b="0"/>
            </a:lvl5pPr>
            <a:lvl6pPr marL="180000" indent="-180000">
              <a:defRPr sz="1400"/>
            </a:lvl6pPr>
            <a:lvl7pPr marL="180000" indent="-180000">
              <a:defRPr sz="1400"/>
            </a:lvl7pPr>
            <a:lvl8pPr marL="180000" indent="-180000">
              <a:defRPr sz="1400"/>
            </a:lvl8pPr>
            <a:lvl9pPr marL="180000" indent="-180000">
              <a:defRPr sz="1400"/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A917F8BE-02F3-3C74-BC31-E93E50F1D0A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5848776" y="4682516"/>
            <a:ext cx="1817124" cy="1017488"/>
          </a:xfrm>
        </p:spPr>
        <p:txBody>
          <a:bodyPr anchor="ctr" anchorCtr="0"/>
          <a:lstStyle>
            <a:lvl1pPr marL="180000" indent="-180000">
              <a:spcAft>
                <a:spcPts val="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180000" indent="-180000">
              <a:buFont typeface="Arial" panose="020B0604020202020204" pitchFamily="34" charset="0"/>
              <a:buChar char="•"/>
              <a:defRPr sz="1400" b="0"/>
            </a:lvl2pPr>
            <a:lvl3pPr marL="180000" indent="-180000">
              <a:buFont typeface="Arial" panose="020B0604020202020204" pitchFamily="34" charset="0"/>
              <a:buChar char="•"/>
              <a:defRPr sz="1400" b="0"/>
            </a:lvl3pPr>
            <a:lvl4pPr marL="180000" indent="-180000">
              <a:buFont typeface="Arial" panose="020B0604020202020204" pitchFamily="34" charset="0"/>
              <a:buChar char="•"/>
              <a:defRPr sz="1400" b="0"/>
            </a:lvl4pPr>
            <a:lvl5pPr marL="180000" indent="-180000">
              <a:buFont typeface="Arial" panose="020B0604020202020204" pitchFamily="34" charset="0"/>
              <a:buChar char="•"/>
              <a:defRPr sz="1400" b="0"/>
            </a:lvl5pPr>
            <a:lvl6pPr marL="180000" indent="-180000">
              <a:defRPr sz="1400"/>
            </a:lvl6pPr>
            <a:lvl7pPr marL="180000" indent="-180000">
              <a:defRPr sz="1400"/>
            </a:lvl7pPr>
            <a:lvl8pPr marL="180000" indent="-180000">
              <a:defRPr sz="1400"/>
            </a:lvl8pPr>
            <a:lvl9pPr marL="180000" indent="-180000">
              <a:defRPr sz="1400"/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62805D98-5C02-7E24-494D-422E58B78EE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8534952" y="2251473"/>
            <a:ext cx="2739648" cy="1745634"/>
          </a:xfrm>
        </p:spPr>
        <p:txBody>
          <a:bodyPr anchor="ctr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5pPr>
            <a:lvl6pPr marL="0" indent="0">
              <a:buNone/>
              <a:defRPr sz="2200">
                <a:solidFill>
                  <a:schemeClr val="tx2"/>
                </a:solidFill>
              </a:defRPr>
            </a:lvl6pPr>
            <a:lvl7pPr marL="0" indent="0">
              <a:buNone/>
              <a:defRPr sz="2200">
                <a:solidFill>
                  <a:schemeClr val="tx2"/>
                </a:solidFill>
              </a:defRPr>
            </a:lvl7pPr>
            <a:lvl8pPr marL="0" indent="0">
              <a:buNone/>
              <a:defRPr sz="2200">
                <a:solidFill>
                  <a:schemeClr val="tx2"/>
                </a:solidFill>
              </a:defRPr>
            </a:lvl8pPr>
            <a:lvl9pPr marL="0" indent="0">
              <a:buNone/>
              <a:defRPr sz="2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C5F95D0B-4B16-B505-0F10-85A78041365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8534952" y="4052650"/>
            <a:ext cx="2739648" cy="1647354"/>
          </a:xfrm>
        </p:spPr>
        <p:txBody>
          <a:bodyPr anchor="ctr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5pPr>
            <a:lvl6pPr marL="0" indent="0">
              <a:buNone/>
              <a:defRPr sz="2200">
                <a:solidFill>
                  <a:schemeClr val="tx2"/>
                </a:solidFill>
              </a:defRPr>
            </a:lvl6pPr>
            <a:lvl7pPr marL="0" indent="0">
              <a:buNone/>
              <a:defRPr sz="2200">
                <a:solidFill>
                  <a:schemeClr val="tx2"/>
                </a:solidFill>
              </a:defRPr>
            </a:lvl7pPr>
            <a:lvl8pPr marL="0" indent="0">
              <a:buNone/>
              <a:defRPr sz="2200">
                <a:solidFill>
                  <a:schemeClr val="tx2"/>
                </a:solidFill>
              </a:defRPr>
            </a:lvl8pPr>
            <a:lvl9pPr marL="0" indent="0">
              <a:buNone/>
              <a:defRPr sz="2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49976BC0-2407-5AAA-E0A1-981F3B700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29" name="Espace réservé du texte 16">
            <a:extLst>
              <a:ext uri="{FF2B5EF4-FFF2-40B4-BE49-F238E27FC236}">
                <a16:creationId xmlns:a16="http://schemas.microsoft.com/office/drawing/2014/main" id="{56205977-CCF4-EE09-215B-915A65ABF1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17400" y="1402172"/>
            <a:ext cx="3139200" cy="455352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30" name="Espace réservé du texte 16">
            <a:extLst>
              <a:ext uri="{FF2B5EF4-FFF2-40B4-BE49-F238E27FC236}">
                <a16:creationId xmlns:a16="http://schemas.microsoft.com/office/drawing/2014/main" id="{455FFC1E-499E-17CD-237B-D7BEA66E21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524591" y="1402172"/>
            <a:ext cx="3139200" cy="455352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31" name="Espace réservé du texte 16">
            <a:extLst>
              <a:ext uri="{FF2B5EF4-FFF2-40B4-BE49-F238E27FC236}">
                <a16:creationId xmlns:a16="http://schemas.microsoft.com/office/drawing/2014/main" id="{FE129F57-B612-468B-A5AA-3EC14A5FD4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8131782" y="1402172"/>
            <a:ext cx="3139200" cy="455352"/>
          </a:xfrm>
        </p:spPr>
        <p:txBody>
          <a:bodyPr anchor="b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 b="1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EB2A9980-0C20-D3CA-E249-20DF443D341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 bwMode="gray">
          <a:xfrm>
            <a:off x="4526700" y="3475006"/>
            <a:ext cx="1209260" cy="1017488"/>
          </a:xfrm>
        </p:spPr>
        <p:txBody>
          <a:bodyPr anchor="ctr" anchorCtr="0"/>
          <a:lstStyle>
            <a:lvl1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/>
            </a:lvl1pPr>
            <a:lvl2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2pPr>
            <a:lvl3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3pPr>
            <a:lvl4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4pPr>
            <a:lvl5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5pPr>
            <a:lvl6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6pPr>
            <a:lvl7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7pPr>
            <a:lvl8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8pPr>
            <a:lvl9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A2C1FA9E-B81E-7511-FCD1-1BE0883277B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4526700" y="4682516"/>
            <a:ext cx="1209260" cy="1017488"/>
          </a:xfrm>
        </p:spPr>
        <p:txBody>
          <a:bodyPr anchor="ctr" anchorCtr="0"/>
          <a:lstStyle>
            <a:lvl1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/>
            </a:lvl1pPr>
            <a:lvl2pPr marL="180000" indent="-180000" algn="r">
              <a:spcAft>
                <a:spcPts val="0"/>
              </a:spcAft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2pPr>
            <a:lvl3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3pPr>
            <a:lvl4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4pPr>
            <a:lvl5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5pPr>
            <a:lvl6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6pPr>
            <a:lvl7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7pPr>
            <a:lvl8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8pPr>
            <a:lvl9pPr marL="180000" indent="-180000" algn="r">
              <a:buSzPct val="120000"/>
              <a:buFont typeface="Verdana" panose="020B0604030504040204" pitchFamily="34" charset="0"/>
              <a:buChar char="›"/>
              <a:defRPr sz="20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grpSp>
        <p:nvGrpSpPr>
          <p:cNvPr id="15" name="Graphique 7">
            <a:extLst>
              <a:ext uri="{FF2B5EF4-FFF2-40B4-BE49-F238E27FC236}">
                <a16:creationId xmlns:a16="http://schemas.microsoft.com/office/drawing/2014/main" id="{29A0F6F4-A8F2-254D-0FC4-322F5B88AA8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16" name="Graphique 7">
              <a:extLst>
                <a:ext uri="{FF2B5EF4-FFF2-40B4-BE49-F238E27FC236}">
                  <a16:creationId xmlns:a16="http://schemas.microsoft.com/office/drawing/2014/main" id="{157F73F8-4280-DC5B-04D4-4FF331F88DA7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78D540A3-13EC-084A-2DBD-50E4867BD1DE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5B7D8177-D4D5-BACA-236C-707A3F08D665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19FD1878-B306-1B66-C3E1-21F95D19A347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A3BD8802-FE50-5D9E-435F-A13EB3C5C31B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DE59190-A664-EDF4-C60D-E8AB302BA8A3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6C48C449-6521-F5FF-176B-E087FEE4A9FE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8" name="Graphique 7">
              <a:extLst>
                <a:ext uri="{FF2B5EF4-FFF2-40B4-BE49-F238E27FC236}">
                  <a16:creationId xmlns:a16="http://schemas.microsoft.com/office/drawing/2014/main" id="{27C32BC2-5DFC-8D67-C130-93A51F66EEAB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DB7CA071-2F9D-CA80-864D-BB1E6E8B3840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952BC0BA-0FF0-5A1F-80E5-0EAD71F44E36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37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s and imag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5383A5-86EE-8E83-602E-51E7197D6FE8}"/>
              </a:ext>
            </a:extLst>
          </p:cNvPr>
          <p:cNvSpPr/>
          <p:nvPr userDrawn="1"/>
        </p:nvSpPr>
        <p:spPr bwMode="gray">
          <a:xfrm>
            <a:off x="-600" y="0"/>
            <a:ext cx="12193200" cy="6858000"/>
          </a:xfrm>
          <a:prstGeom prst="rect">
            <a:avLst/>
          </a:prstGeom>
          <a:gradFill flip="none" rotWithShape="1">
            <a:gsLst>
              <a:gs pos="99425">
                <a:srgbClr val="001968"/>
              </a:gs>
              <a:gs pos="20000">
                <a:schemeClr val="tx2"/>
              </a:gs>
              <a:gs pos="68000">
                <a:srgbClr val="00249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625E16D8-BB25-0506-18E6-B50BB5AEC26B}"/>
              </a:ext>
            </a:extLst>
          </p:cNvPr>
          <p:cNvSpPr>
            <a:spLocks noGrp="1"/>
          </p:cNvSpPr>
          <p:nvPr>
            <p:ph type="dt" sz="half" idx="58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6116C515-5528-D650-6857-1212715F7FB5}"/>
              </a:ext>
            </a:extLst>
          </p:cNvPr>
          <p:cNvSpPr>
            <a:spLocks noGrp="1"/>
          </p:cNvSpPr>
          <p:nvPr>
            <p:ph type="ftr" sz="quarter" idx="59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D2BF53B-D969-1274-CFA8-8DF0A5C0B3D7}"/>
              </a:ext>
            </a:extLst>
          </p:cNvPr>
          <p:cNvSpPr>
            <a:spLocks noGrp="1"/>
          </p:cNvSpPr>
          <p:nvPr>
            <p:ph type="sldNum" sz="quarter" idx="6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7" name="Titre 16">
            <a:extLst>
              <a:ext uri="{FF2B5EF4-FFF2-40B4-BE49-F238E27FC236}">
                <a16:creationId xmlns:a16="http://schemas.microsoft.com/office/drawing/2014/main" id="{2BFB70AA-B097-8DE0-E0D1-2A416F0E8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796C4EB-9C5B-3AF0-A786-065819CA2574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99613614-C8D0-100D-CDA1-2505DB40176E}"/>
              </a:ext>
            </a:extLst>
          </p:cNvPr>
          <p:cNvSpPr>
            <a:spLocks noChangeAspect="1"/>
          </p:cNvSpPr>
          <p:nvPr/>
        </p:nvSpPr>
        <p:spPr bwMode="gray">
          <a:xfrm>
            <a:off x="907837" y="1612987"/>
            <a:ext cx="3143250" cy="3587750"/>
          </a:xfrm>
          <a:custGeom>
            <a:avLst/>
            <a:gdLst>
              <a:gd name="connsiteX0" fmla="*/ 767080 w 3143250"/>
              <a:gd name="connsiteY0" fmla="*/ 3436620 h 3587750"/>
              <a:gd name="connsiteX1" fmla="*/ 335280 w 3143250"/>
              <a:gd name="connsiteY1" fmla="*/ 3395980 h 3587750"/>
              <a:gd name="connsiteX2" fmla="*/ 317500 w 3143250"/>
              <a:gd name="connsiteY2" fmla="*/ 3390900 h 3587750"/>
              <a:gd name="connsiteX3" fmla="*/ 74930 w 3143250"/>
              <a:gd name="connsiteY3" fmla="*/ 3191510 h 3587750"/>
              <a:gd name="connsiteX4" fmla="*/ 29210 w 3143250"/>
              <a:gd name="connsiteY4" fmla="*/ 2890520 h 3587750"/>
              <a:gd name="connsiteX5" fmla="*/ 29210 w 3143250"/>
              <a:gd name="connsiteY5" fmla="*/ 0 h 3587750"/>
              <a:gd name="connsiteX6" fmla="*/ 0 w 3143250"/>
              <a:gd name="connsiteY6" fmla="*/ 0 h 3587750"/>
              <a:gd name="connsiteX7" fmla="*/ 0 w 3143250"/>
              <a:gd name="connsiteY7" fmla="*/ 2889250 h 3587750"/>
              <a:gd name="connsiteX8" fmla="*/ 48260 w 3143250"/>
              <a:gd name="connsiteY8" fmla="*/ 3202940 h 3587750"/>
              <a:gd name="connsiteX9" fmla="*/ 309880 w 3143250"/>
              <a:gd name="connsiteY9" fmla="*/ 3416300 h 3587750"/>
              <a:gd name="connsiteX10" fmla="*/ 327660 w 3143250"/>
              <a:gd name="connsiteY10" fmla="*/ 3421380 h 3587750"/>
              <a:gd name="connsiteX11" fmla="*/ 765810 w 3143250"/>
              <a:gd name="connsiteY11" fmla="*/ 3463290 h 3587750"/>
              <a:gd name="connsiteX12" fmla="*/ 3141980 w 3143250"/>
              <a:gd name="connsiteY12" fmla="*/ 3587750 h 3587750"/>
              <a:gd name="connsiteX13" fmla="*/ 3143250 w 3143250"/>
              <a:gd name="connsiteY13" fmla="*/ 3559810 h 3587750"/>
              <a:gd name="connsiteX14" fmla="*/ 767080 w 3143250"/>
              <a:gd name="connsiteY14" fmla="*/ 3436620 h 358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43250" h="3587750">
                <a:moveTo>
                  <a:pt x="767080" y="3436620"/>
                </a:moveTo>
                <a:cubicBezTo>
                  <a:pt x="763270" y="3436620"/>
                  <a:pt x="401320" y="3415030"/>
                  <a:pt x="335280" y="3395980"/>
                </a:cubicBezTo>
                <a:cubicBezTo>
                  <a:pt x="330200" y="3394710"/>
                  <a:pt x="323850" y="3392170"/>
                  <a:pt x="317500" y="3390900"/>
                </a:cubicBezTo>
                <a:cubicBezTo>
                  <a:pt x="248920" y="3371850"/>
                  <a:pt x="144780" y="3342640"/>
                  <a:pt x="74930" y="3191510"/>
                </a:cubicBezTo>
                <a:cubicBezTo>
                  <a:pt x="74930" y="3190240"/>
                  <a:pt x="29210" y="3102610"/>
                  <a:pt x="29210" y="2890520"/>
                </a:cubicBezTo>
                <a:lnTo>
                  <a:pt x="29210" y="0"/>
                </a:lnTo>
                <a:lnTo>
                  <a:pt x="0" y="0"/>
                </a:lnTo>
                <a:lnTo>
                  <a:pt x="0" y="2889250"/>
                </a:lnTo>
                <a:cubicBezTo>
                  <a:pt x="0" y="3110230"/>
                  <a:pt x="46990" y="3200400"/>
                  <a:pt x="48260" y="3202940"/>
                </a:cubicBezTo>
                <a:cubicBezTo>
                  <a:pt x="124460" y="3365500"/>
                  <a:pt x="240030" y="3397250"/>
                  <a:pt x="309880" y="3416300"/>
                </a:cubicBezTo>
                <a:cubicBezTo>
                  <a:pt x="316230" y="3417570"/>
                  <a:pt x="321310" y="3420110"/>
                  <a:pt x="327660" y="3421380"/>
                </a:cubicBezTo>
                <a:cubicBezTo>
                  <a:pt x="396240" y="3441700"/>
                  <a:pt x="750570" y="3463290"/>
                  <a:pt x="765810" y="3463290"/>
                </a:cubicBezTo>
                <a:lnTo>
                  <a:pt x="3141980" y="3587750"/>
                </a:lnTo>
                <a:lnTo>
                  <a:pt x="3143250" y="3559810"/>
                </a:lnTo>
                <a:lnTo>
                  <a:pt x="767080" y="343662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3" name="Espace réservé du texte 16">
            <a:extLst>
              <a:ext uri="{FF2B5EF4-FFF2-40B4-BE49-F238E27FC236}">
                <a16:creationId xmlns:a16="http://schemas.microsoft.com/office/drawing/2014/main" id="{DF73C2D7-1FB9-66CA-AF53-B9E1F1CFFB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250960" y="1566317"/>
            <a:ext cx="3143250" cy="548032"/>
          </a:xfrm>
        </p:spPr>
        <p:txBody>
          <a:bodyPr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bg1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34" name="Espace réservé du texte 16">
            <a:extLst>
              <a:ext uri="{FF2B5EF4-FFF2-40B4-BE49-F238E27FC236}">
                <a16:creationId xmlns:a16="http://schemas.microsoft.com/office/drawing/2014/main" id="{883EB0CB-ACBC-ECB7-6499-49928413C41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 bwMode="gray">
          <a:xfrm>
            <a:off x="1261862" y="2229445"/>
            <a:ext cx="3102049" cy="2711723"/>
          </a:xfrm>
        </p:spPr>
        <p:txBody>
          <a:bodyPr anchor="t" anchorCtr="0"/>
          <a:lstStyle>
            <a:lvl1pPr marL="180000" indent="-180000">
              <a:spcAft>
                <a:spcPts val="1600"/>
              </a:spcAft>
              <a:buSzPct val="120000"/>
              <a:buFont typeface="Verdana" panose="020B0604030504040204" pitchFamily="34" charset="0"/>
              <a:buChar char="›"/>
              <a:defRPr sz="1400" b="0" baseline="0">
                <a:solidFill>
                  <a:schemeClr val="bg1"/>
                </a:solidFill>
                <a:latin typeface="+mn-lt"/>
              </a:defRPr>
            </a:lvl1pPr>
            <a:lvl2pPr marL="360000" indent="-180000">
              <a:spcAft>
                <a:spcPts val="1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2pPr>
            <a:lvl3pPr marL="540000" indent="-180000">
              <a:spcAft>
                <a:spcPts val="1600"/>
              </a:spcAft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4pPr>
            <a:lvl5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5pPr>
            <a:lvl6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6pPr>
            <a:lvl7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7pPr>
            <a:lvl8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8pPr>
            <a:lvl9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DDC95F7F-37AE-F209-DFCB-EB8E9F46EAC1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8140913" y="1612987"/>
            <a:ext cx="3143250" cy="3587750"/>
          </a:xfrm>
          <a:custGeom>
            <a:avLst/>
            <a:gdLst>
              <a:gd name="connsiteX0" fmla="*/ 767080 w 3143250"/>
              <a:gd name="connsiteY0" fmla="*/ 3436620 h 3587750"/>
              <a:gd name="connsiteX1" fmla="*/ 335280 w 3143250"/>
              <a:gd name="connsiteY1" fmla="*/ 3395980 h 3587750"/>
              <a:gd name="connsiteX2" fmla="*/ 317500 w 3143250"/>
              <a:gd name="connsiteY2" fmla="*/ 3390900 h 3587750"/>
              <a:gd name="connsiteX3" fmla="*/ 74930 w 3143250"/>
              <a:gd name="connsiteY3" fmla="*/ 3191510 h 3587750"/>
              <a:gd name="connsiteX4" fmla="*/ 29210 w 3143250"/>
              <a:gd name="connsiteY4" fmla="*/ 2890520 h 3587750"/>
              <a:gd name="connsiteX5" fmla="*/ 29210 w 3143250"/>
              <a:gd name="connsiteY5" fmla="*/ 0 h 3587750"/>
              <a:gd name="connsiteX6" fmla="*/ 0 w 3143250"/>
              <a:gd name="connsiteY6" fmla="*/ 0 h 3587750"/>
              <a:gd name="connsiteX7" fmla="*/ 0 w 3143250"/>
              <a:gd name="connsiteY7" fmla="*/ 2889250 h 3587750"/>
              <a:gd name="connsiteX8" fmla="*/ 48260 w 3143250"/>
              <a:gd name="connsiteY8" fmla="*/ 3202940 h 3587750"/>
              <a:gd name="connsiteX9" fmla="*/ 309880 w 3143250"/>
              <a:gd name="connsiteY9" fmla="*/ 3416300 h 3587750"/>
              <a:gd name="connsiteX10" fmla="*/ 327660 w 3143250"/>
              <a:gd name="connsiteY10" fmla="*/ 3421380 h 3587750"/>
              <a:gd name="connsiteX11" fmla="*/ 765810 w 3143250"/>
              <a:gd name="connsiteY11" fmla="*/ 3463290 h 3587750"/>
              <a:gd name="connsiteX12" fmla="*/ 3141980 w 3143250"/>
              <a:gd name="connsiteY12" fmla="*/ 3587750 h 3587750"/>
              <a:gd name="connsiteX13" fmla="*/ 3143250 w 3143250"/>
              <a:gd name="connsiteY13" fmla="*/ 3559810 h 3587750"/>
              <a:gd name="connsiteX14" fmla="*/ 767080 w 3143250"/>
              <a:gd name="connsiteY14" fmla="*/ 3436620 h 358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43250" h="3587750">
                <a:moveTo>
                  <a:pt x="767080" y="3436620"/>
                </a:moveTo>
                <a:cubicBezTo>
                  <a:pt x="763270" y="3436620"/>
                  <a:pt x="401320" y="3415030"/>
                  <a:pt x="335280" y="3395980"/>
                </a:cubicBezTo>
                <a:cubicBezTo>
                  <a:pt x="330200" y="3394710"/>
                  <a:pt x="323850" y="3392170"/>
                  <a:pt x="317500" y="3390900"/>
                </a:cubicBezTo>
                <a:cubicBezTo>
                  <a:pt x="248920" y="3371850"/>
                  <a:pt x="144780" y="3342640"/>
                  <a:pt x="74930" y="3191510"/>
                </a:cubicBezTo>
                <a:cubicBezTo>
                  <a:pt x="74930" y="3190240"/>
                  <a:pt x="29210" y="3102610"/>
                  <a:pt x="29210" y="2890520"/>
                </a:cubicBezTo>
                <a:lnTo>
                  <a:pt x="29210" y="0"/>
                </a:lnTo>
                <a:lnTo>
                  <a:pt x="0" y="0"/>
                </a:lnTo>
                <a:lnTo>
                  <a:pt x="0" y="2889250"/>
                </a:lnTo>
                <a:cubicBezTo>
                  <a:pt x="0" y="3110230"/>
                  <a:pt x="46990" y="3200400"/>
                  <a:pt x="48260" y="3202940"/>
                </a:cubicBezTo>
                <a:cubicBezTo>
                  <a:pt x="124460" y="3365500"/>
                  <a:pt x="240030" y="3397250"/>
                  <a:pt x="309880" y="3416300"/>
                </a:cubicBezTo>
                <a:cubicBezTo>
                  <a:pt x="316230" y="3417570"/>
                  <a:pt x="321310" y="3420110"/>
                  <a:pt x="327660" y="3421380"/>
                </a:cubicBezTo>
                <a:cubicBezTo>
                  <a:pt x="396240" y="3441700"/>
                  <a:pt x="750570" y="3463290"/>
                  <a:pt x="765810" y="3463290"/>
                </a:cubicBezTo>
                <a:lnTo>
                  <a:pt x="3141980" y="3587750"/>
                </a:lnTo>
                <a:lnTo>
                  <a:pt x="3143250" y="3559810"/>
                </a:lnTo>
                <a:lnTo>
                  <a:pt x="767080" y="343662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1" name="Espace réservé du texte 16">
            <a:extLst>
              <a:ext uri="{FF2B5EF4-FFF2-40B4-BE49-F238E27FC236}">
                <a16:creationId xmlns:a16="http://schemas.microsoft.com/office/drawing/2014/main" id="{B1F25FF7-553C-EB37-317E-8AE7544FD53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8484036" y="1566317"/>
            <a:ext cx="3112951" cy="548032"/>
          </a:xfrm>
        </p:spPr>
        <p:txBody>
          <a:bodyPr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bg1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38B782A0-B0FF-349C-5184-352AB95F95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Espace réservé du texte 16">
            <a:extLst>
              <a:ext uri="{FF2B5EF4-FFF2-40B4-BE49-F238E27FC236}">
                <a16:creationId xmlns:a16="http://schemas.microsoft.com/office/drawing/2014/main" id="{0B69A1EF-49D1-44F2-4634-6F2F37942BB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 bwMode="gray">
          <a:xfrm>
            <a:off x="8494938" y="2229445"/>
            <a:ext cx="3102049" cy="2711723"/>
          </a:xfrm>
        </p:spPr>
        <p:txBody>
          <a:bodyPr anchor="t" anchorCtr="0"/>
          <a:lstStyle>
            <a:lvl1pPr marL="180000" indent="-180000">
              <a:spcAft>
                <a:spcPts val="1600"/>
              </a:spcAft>
              <a:buSzPct val="120000"/>
              <a:buFont typeface="Verdana" panose="020B0604030504040204" pitchFamily="34" charset="0"/>
              <a:buChar char="›"/>
              <a:defRPr sz="1400" b="0" baseline="0">
                <a:solidFill>
                  <a:schemeClr val="bg1"/>
                </a:solidFill>
                <a:latin typeface="+mn-lt"/>
              </a:defRPr>
            </a:lvl1pPr>
            <a:lvl2pPr marL="360000" indent="-180000">
              <a:spcAft>
                <a:spcPts val="1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2pPr>
            <a:lvl3pPr marL="540000" indent="-180000">
              <a:spcAft>
                <a:spcPts val="1600"/>
              </a:spcAft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4pPr>
            <a:lvl5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5pPr>
            <a:lvl6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6pPr>
            <a:lvl7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7pPr>
            <a:lvl8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8pPr>
            <a:lvl9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  <p:sp>
        <p:nvSpPr>
          <p:cNvPr id="3" name="Espace réservé pour une image  52">
            <a:extLst>
              <a:ext uri="{FF2B5EF4-FFF2-40B4-BE49-F238E27FC236}">
                <a16:creationId xmlns:a16="http://schemas.microsoft.com/office/drawing/2014/main" id="{719A6697-3F16-724F-6890-D4D7EA7B9237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 bwMode="gray">
          <a:xfrm>
            <a:off x="4542906" y="1630997"/>
            <a:ext cx="3102050" cy="3537747"/>
          </a:xfrm>
          <a:custGeom>
            <a:avLst/>
            <a:gdLst>
              <a:gd name="connsiteX0" fmla="*/ 0 w 3102050"/>
              <a:gd name="connsiteY0" fmla="*/ 0 h 3537747"/>
              <a:gd name="connsiteX1" fmla="*/ 875778 w 3102050"/>
              <a:gd name="connsiteY1" fmla="*/ 0 h 3537747"/>
              <a:gd name="connsiteX2" fmla="*/ 2226272 w 3102050"/>
              <a:gd name="connsiteY2" fmla="*/ 0 h 3537747"/>
              <a:gd name="connsiteX3" fmla="*/ 3102050 w 3102050"/>
              <a:gd name="connsiteY3" fmla="*/ 0 h 3537747"/>
              <a:gd name="connsiteX4" fmla="*/ 3102050 w 3102050"/>
              <a:gd name="connsiteY4" fmla="*/ 47557 h 3537747"/>
              <a:gd name="connsiteX5" fmla="*/ 3102050 w 3102050"/>
              <a:gd name="connsiteY5" fmla="*/ 504453 h 3537747"/>
              <a:gd name="connsiteX6" fmla="*/ 3102050 w 3102050"/>
              <a:gd name="connsiteY6" fmla="*/ 552010 h 3537747"/>
              <a:gd name="connsiteX7" fmla="*/ 3102050 w 3102050"/>
              <a:gd name="connsiteY7" fmla="*/ 819931 h 3537747"/>
              <a:gd name="connsiteX8" fmla="*/ 3102050 w 3102050"/>
              <a:gd name="connsiteY8" fmla="*/ 867488 h 3537747"/>
              <a:gd name="connsiteX9" fmla="*/ 3102050 w 3102050"/>
              <a:gd name="connsiteY9" fmla="*/ 1324384 h 3537747"/>
              <a:gd name="connsiteX10" fmla="*/ 3102050 w 3102050"/>
              <a:gd name="connsiteY10" fmla="*/ 1371941 h 3537747"/>
              <a:gd name="connsiteX11" fmla="*/ 3102050 w 3102050"/>
              <a:gd name="connsiteY11" fmla="*/ 2165806 h 3537747"/>
              <a:gd name="connsiteX12" fmla="*/ 3102050 w 3102050"/>
              <a:gd name="connsiteY12" fmla="*/ 2213363 h 3537747"/>
              <a:gd name="connsiteX13" fmla="*/ 3102050 w 3102050"/>
              <a:gd name="connsiteY13" fmla="*/ 2670259 h 3537747"/>
              <a:gd name="connsiteX14" fmla="*/ 3102050 w 3102050"/>
              <a:gd name="connsiteY14" fmla="*/ 2717816 h 3537747"/>
              <a:gd name="connsiteX15" fmla="*/ 3102050 w 3102050"/>
              <a:gd name="connsiteY15" fmla="*/ 2985737 h 3537747"/>
              <a:gd name="connsiteX16" fmla="*/ 3102050 w 3102050"/>
              <a:gd name="connsiteY16" fmla="*/ 3033294 h 3537747"/>
              <a:gd name="connsiteX17" fmla="*/ 3102050 w 3102050"/>
              <a:gd name="connsiteY17" fmla="*/ 3490190 h 3537747"/>
              <a:gd name="connsiteX18" fmla="*/ 3102050 w 3102050"/>
              <a:gd name="connsiteY18" fmla="*/ 3537747 h 3537747"/>
              <a:gd name="connsiteX19" fmla="*/ 1626348 w 3102050"/>
              <a:gd name="connsiteY19" fmla="*/ 3458551 h 3537747"/>
              <a:gd name="connsiteX20" fmla="*/ 1567948 w 3102050"/>
              <a:gd name="connsiteY20" fmla="*/ 3454860 h 3537747"/>
              <a:gd name="connsiteX21" fmla="*/ 1567944 w 3102050"/>
              <a:gd name="connsiteY21" fmla="*/ 3454860 h 3537747"/>
              <a:gd name="connsiteX22" fmla="*/ 750570 w 3102050"/>
              <a:gd name="connsiteY22" fmla="*/ 3410994 h 3537747"/>
              <a:gd name="connsiteX23" fmla="*/ 316230 w 3102050"/>
              <a:gd name="connsiteY23" fmla="*/ 3369084 h 3537747"/>
              <a:gd name="connsiteX24" fmla="*/ 46990 w 3102050"/>
              <a:gd name="connsiteY24" fmla="*/ 3158264 h 3537747"/>
              <a:gd name="connsiteX25" fmla="*/ 0 w 3102050"/>
              <a:gd name="connsiteY25" fmla="*/ 2850924 h 3537747"/>
              <a:gd name="connsiteX26" fmla="*/ 0 w 3102050"/>
              <a:gd name="connsiteY26" fmla="*/ 2346471 h 3537747"/>
              <a:gd name="connsiteX27" fmla="*/ 0 w 3102050"/>
              <a:gd name="connsiteY27" fmla="*/ 2030993 h 3537747"/>
              <a:gd name="connsiteX28" fmla="*/ 0 w 3102050"/>
              <a:gd name="connsiteY28" fmla="*/ 1526540 h 3537747"/>
              <a:gd name="connsiteX29" fmla="*/ 0 w 3102050"/>
              <a:gd name="connsiteY29" fmla="*/ 1324384 h 3537747"/>
              <a:gd name="connsiteX30" fmla="*/ 0 w 3102050"/>
              <a:gd name="connsiteY30" fmla="*/ 819931 h 3537747"/>
              <a:gd name="connsiteX31" fmla="*/ 0 w 3102050"/>
              <a:gd name="connsiteY31" fmla="*/ 504453 h 3537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102050" h="3537747">
                <a:moveTo>
                  <a:pt x="0" y="0"/>
                </a:moveTo>
                <a:lnTo>
                  <a:pt x="875778" y="0"/>
                </a:lnTo>
                <a:lnTo>
                  <a:pt x="2226272" y="0"/>
                </a:lnTo>
                <a:lnTo>
                  <a:pt x="3102050" y="0"/>
                </a:lnTo>
                <a:lnTo>
                  <a:pt x="3102050" y="47557"/>
                </a:lnTo>
                <a:lnTo>
                  <a:pt x="3102050" y="504453"/>
                </a:lnTo>
                <a:lnTo>
                  <a:pt x="3102050" y="552010"/>
                </a:lnTo>
                <a:lnTo>
                  <a:pt x="3102050" y="819931"/>
                </a:lnTo>
                <a:lnTo>
                  <a:pt x="3102050" y="867488"/>
                </a:lnTo>
                <a:lnTo>
                  <a:pt x="3102050" y="1324384"/>
                </a:lnTo>
                <a:lnTo>
                  <a:pt x="3102050" y="1371941"/>
                </a:lnTo>
                <a:lnTo>
                  <a:pt x="3102050" y="2165806"/>
                </a:lnTo>
                <a:lnTo>
                  <a:pt x="3102050" y="2213363"/>
                </a:lnTo>
                <a:lnTo>
                  <a:pt x="3102050" y="2670259"/>
                </a:lnTo>
                <a:lnTo>
                  <a:pt x="3102050" y="2717816"/>
                </a:lnTo>
                <a:lnTo>
                  <a:pt x="3102050" y="2985737"/>
                </a:lnTo>
                <a:lnTo>
                  <a:pt x="3102050" y="3033294"/>
                </a:lnTo>
                <a:lnTo>
                  <a:pt x="3102050" y="3490190"/>
                </a:lnTo>
                <a:lnTo>
                  <a:pt x="3102050" y="3537747"/>
                </a:lnTo>
                <a:lnTo>
                  <a:pt x="1626348" y="3458551"/>
                </a:lnTo>
                <a:cubicBezTo>
                  <a:pt x="1626348" y="3458551"/>
                  <a:pt x="1603409" y="3457202"/>
                  <a:pt x="1567948" y="3454860"/>
                </a:cubicBezTo>
                <a:lnTo>
                  <a:pt x="1567944" y="3454860"/>
                </a:lnTo>
                <a:lnTo>
                  <a:pt x="750570" y="3410994"/>
                </a:lnTo>
                <a:cubicBezTo>
                  <a:pt x="750570" y="3410994"/>
                  <a:pt x="383540" y="3389404"/>
                  <a:pt x="316230" y="3369084"/>
                </a:cubicBezTo>
                <a:cubicBezTo>
                  <a:pt x="248920" y="3348764"/>
                  <a:pt x="127000" y="3328444"/>
                  <a:pt x="46990" y="3158264"/>
                </a:cubicBezTo>
                <a:cubicBezTo>
                  <a:pt x="46990" y="3158264"/>
                  <a:pt x="0" y="3070634"/>
                  <a:pt x="0" y="2850924"/>
                </a:cubicBezTo>
                <a:lnTo>
                  <a:pt x="0" y="2346471"/>
                </a:lnTo>
                <a:lnTo>
                  <a:pt x="0" y="2030993"/>
                </a:lnTo>
                <a:lnTo>
                  <a:pt x="0" y="1526540"/>
                </a:lnTo>
                <a:lnTo>
                  <a:pt x="0" y="1324384"/>
                </a:lnTo>
                <a:lnTo>
                  <a:pt x="0" y="819931"/>
                </a:lnTo>
                <a:lnTo>
                  <a:pt x="0" y="5044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5" name="Graphique 11">
            <a:extLst>
              <a:ext uri="{FF2B5EF4-FFF2-40B4-BE49-F238E27FC236}">
                <a16:creationId xmlns:a16="http://schemas.microsoft.com/office/drawing/2014/main" id="{FF7E70E9-9887-B5C2-8B21-651E369DB8A5}"/>
              </a:ext>
            </a:extLst>
          </p:cNvPr>
          <p:cNvSpPr>
            <a:spLocks noChangeAspect="1"/>
          </p:cNvSpPr>
          <p:nvPr userDrawn="1"/>
        </p:nvSpPr>
        <p:spPr>
          <a:xfrm>
            <a:off x="10538782" y="6243875"/>
            <a:ext cx="1238400" cy="358713"/>
          </a:xfrm>
          <a:custGeom>
            <a:avLst/>
            <a:gdLst>
              <a:gd name="connsiteX0" fmla="*/ 1118294 w 2308567"/>
              <a:gd name="connsiteY0" fmla="*/ 510685 h 668695"/>
              <a:gd name="connsiteX1" fmla="*/ 1118294 w 2308567"/>
              <a:gd name="connsiteY1" fmla="*/ 664623 h 668695"/>
              <a:gd name="connsiteX2" fmla="*/ 1159018 w 2308567"/>
              <a:gd name="connsiteY2" fmla="*/ 664623 h 668695"/>
              <a:gd name="connsiteX3" fmla="*/ 1159018 w 2308567"/>
              <a:gd name="connsiteY3" fmla="*/ 559554 h 668695"/>
              <a:gd name="connsiteX4" fmla="*/ 1223363 w 2308567"/>
              <a:gd name="connsiteY4" fmla="*/ 559554 h 668695"/>
              <a:gd name="connsiteX5" fmla="*/ 1223363 w 2308567"/>
              <a:gd name="connsiteY5" fmla="*/ 520459 h 668695"/>
              <a:gd name="connsiteX6" fmla="*/ 1159018 w 2308567"/>
              <a:gd name="connsiteY6" fmla="*/ 520459 h 668695"/>
              <a:gd name="connsiteX7" fmla="*/ 1159018 w 2308567"/>
              <a:gd name="connsiteY7" fmla="*/ 513128 h 668695"/>
              <a:gd name="connsiteX8" fmla="*/ 1225806 w 2308567"/>
              <a:gd name="connsiteY8" fmla="*/ 482178 h 668695"/>
              <a:gd name="connsiteX9" fmla="*/ 1225806 w 2308567"/>
              <a:gd name="connsiteY9" fmla="*/ 444711 h 668695"/>
              <a:gd name="connsiteX10" fmla="*/ 1118294 w 2308567"/>
              <a:gd name="connsiteY10" fmla="*/ 510685 h 668695"/>
              <a:gd name="connsiteX11" fmla="*/ 1361012 w 2308567"/>
              <a:gd name="connsiteY11" fmla="*/ 534305 h 668695"/>
              <a:gd name="connsiteX12" fmla="*/ 1315400 w 2308567"/>
              <a:gd name="connsiteY12" fmla="*/ 517201 h 668695"/>
              <a:gd name="connsiteX13" fmla="*/ 1242096 w 2308567"/>
              <a:gd name="connsiteY13" fmla="*/ 592948 h 668695"/>
              <a:gd name="connsiteX14" fmla="*/ 1315400 w 2308567"/>
              <a:gd name="connsiteY14" fmla="*/ 668696 h 668695"/>
              <a:gd name="connsiteX15" fmla="*/ 1361012 w 2308567"/>
              <a:gd name="connsiteY15" fmla="*/ 651591 h 668695"/>
              <a:gd name="connsiteX16" fmla="*/ 1361012 w 2308567"/>
              <a:gd name="connsiteY16" fmla="*/ 665438 h 668695"/>
              <a:gd name="connsiteX17" fmla="*/ 1399293 w 2308567"/>
              <a:gd name="connsiteY17" fmla="*/ 665438 h 668695"/>
              <a:gd name="connsiteX18" fmla="*/ 1399293 w 2308567"/>
              <a:gd name="connsiteY18" fmla="*/ 522088 h 668695"/>
              <a:gd name="connsiteX19" fmla="*/ 1361012 w 2308567"/>
              <a:gd name="connsiteY19" fmla="*/ 522088 h 668695"/>
              <a:gd name="connsiteX20" fmla="*/ 1361012 w 2308567"/>
              <a:gd name="connsiteY20" fmla="*/ 534305 h 668695"/>
              <a:gd name="connsiteX21" fmla="*/ 1321102 w 2308567"/>
              <a:gd name="connsiteY21" fmla="*/ 633673 h 668695"/>
              <a:gd name="connsiteX22" fmla="*/ 1282820 w 2308567"/>
              <a:gd name="connsiteY22" fmla="*/ 592948 h 668695"/>
              <a:gd name="connsiteX23" fmla="*/ 1321102 w 2308567"/>
              <a:gd name="connsiteY23" fmla="*/ 551409 h 668695"/>
              <a:gd name="connsiteX24" fmla="*/ 1361012 w 2308567"/>
              <a:gd name="connsiteY24" fmla="*/ 590505 h 668695"/>
              <a:gd name="connsiteX25" fmla="*/ 1321102 w 2308567"/>
              <a:gd name="connsiteY25" fmla="*/ 633673 h 668695"/>
              <a:gd name="connsiteX26" fmla="*/ 1196485 w 2308567"/>
              <a:gd name="connsiteY26" fmla="*/ 338013 h 668695"/>
              <a:gd name="connsiteX27" fmla="*/ 1282820 w 2308567"/>
              <a:gd name="connsiteY27" fmla="*/ 338013 h 668695"/>
              <a:gd name="connsiteX28" fmla="*/ 1285264 w 2308567"/>
              <a:gd name="connsiteY28" fmla="*/ 333941 h 668695"/>
              <a:gd name="connsiteX29" fmla="*/ 1191598 w 2308567"/>
              <a:gd name="connsiteY29" fmla="*/ 215840 h 668695"/>
              <a:gd name="connsiteX30" fmla="*/ 1266531 w 2308567"/>
              <a:gd name="connsiteY30" fmla="*/ 116472 h 668695"/>
              <a:gd name="connsiteX31" fmla="*/ 1135398 w 2308567"/>
              <a:gd name="connsiteY31" fmla="*/ 8959 h 668695"/>
              <a:gd name="connsiteX32" fmla="*/ 914671 w 2308567"/>
              <a:gd name="connsiteY32" fmla="*/ 8959 h 668695"/>
              <a:gd name="connsiteX33" fmla="*/ 888608 w 2308567"/>
              <a:gd name="connsiteY33" fmla="*/ 35023 h 668695"/>
              <a:gd name="connsiteX34" fmla="*/ 888608 w 2308567"/>
              <a:gd name="connsiteY34" fmla="*/ 325796 h 668695"/>
              <a:gd name="connsiteX35" fmla="*/ 900825 w 2308567"/>
              <a:gd name="connsiteY35" fmla="*/ 338013 h 668695"/>
              <a:gd name="connsiteX36" fmla="*/ 962726 w 2308567"/>
              <a:gd name="connsiteY36" fmla="*/ 338013 h 668695"/>
              <a:gd name="connsiteX37" fmla="*/ 974944 w 2308567"/>
              <a:gd name="connsiteY37" fmla="*/ 325796 h 668695"/>
              <a:gd name="connsiteX38" fmla="*/ 974944 w 2308567"/>
              <a:gd name="connsiteY38" fmla="*/ 223985 h 668695"/>
              <a:gd name="connsiteX39" fmla="*/ 1049877 w 2308567"/>
              <a:gd name="connsiteY39" fmla="*/ 223985 h 668695"/>
              <a:gd name="connsiteX40" fmla="*/ 1114221 w 2308567"/>
              <a:gd name="connsiteY40" fmla="*/ 250048 h 668695"/>
              <a:gd name="connsiteX41" fmla="*/ 1188340 w 2308567"/>
              <a:gd name="connsiteY41" fmla="*/ 333126 h 668695"/>
              <a:gd name="connsiteX42" fmla="*/ 1196485 w 2308567"/>
              <a:gd name="connsiteY42" fmla="*/ 338013 h 668695"/>
              <a:gd name="connsiteX43" fmla="*/ 1123181 w 2308567"/>
              <a:gd name="connsiteY43" fmla="*/ 158825 h 668695"/>
              <a:gd name="connsiteX44" fmla="*/ 974129 w 2308567"/>
              <a:gd name="connsiteY44" fmla="*/ 158825 h 668695"/>
              <a:gd name="connsiteX45" fmla="*/ 974129 w 2308567"/>
              <a:gd name="connsiteY45" fmla="*/ 83078 h 668695"/>
              <a:gd name="connsiteX46" fmla="*/ 1123181 w 2308567"/>
              <a:gd name="connsiteY46" fmla="*/ 83078 h 668695"/>
              <a:gd name="connsiteX47" fmla="*/ 1180195 w 2308567"/>
              <a:gd name="connsiteY47" fmla="*/ 121359 h 668695"/>
              <a:gd name="connsiteX48" fmla="*/ 1123181 w 2308567"/>
              <a:gd name="connsiteY48" fmla="*/ 158825 h 668695"/>
              <a:gd name="connsiteX49" fmla="*/ 610052 w 2308567"/>
              <a:gd name="connsiteY49" fmla="*/ 0 h 668695"/>
              <a:gd name="connsiteX50" fmla="*/ 384439 w 2308567"/>
              <a:gd name="connsiteY50" fmla="*/ 173486 h 668695"/>
              <a:gd name="connsiteX51" fmla="*/ 610052 w 2308567"/>
              <a:gd name="connsiteY51" fmla="*/ 346973 h 668695"/>
              <a:gd name="connsiteX52" fmla="*/ 834037 w 2308567"/>
              <a:gd name="connsiteY52" fmla="*/ 173486 h 668695"/>
              <a:gd name="connsiteX53" fmla="*/ 610052 w 2308567"/>
              <a:gd name="connsiteY53" fmla="*/ 0 h 668695"/>
              <a:gd name="connsiteX54" fmla="*/ 610052 w 2308567"/>
              <a:gd name="connsiteY54" fmla="*/ 280185 h 668695"/>
              <a:gd name="connsiteX55" fmla="*/ 471589 w 2308567"/>
              <a:gd name="connsiteY55" fmla="*/ 174301 h 668695"/>
              <a:gd name="connsiteX56" fmla="*/ 610052 w 2308567"/>
              <a:gd name="connsiteY56" fmla="*/ 68417 h 668695"/>
              <a:gd name="connsiteX57" fmla="*/ 747701 w 2308567"/>
              <a:gd name="connsiteY57" fmla="*/ 174301 h 668695"/>
              <a:gd name="connsiteX58" fmla="*/ 610052 w 2308567"/>
              <a:gd name="connsiteY58" fmla="*/ 280185 h 668695"/>
              <a:gd name="connsiteX59" fmla="*/ 1760926 w 2308567"/>
              <a:gd name="connsiteY59" fmla="*/ 338013 h 668695"/>
              <a:gd name="connsiteX60" fmla="*/ 1822827 w 2308567"/>
              <a:gd name="connsiteY60" fmla="*/ 338013 h 668695"/>
              <a:gd name="connsiteX61" fmla="*/ 1835044 w 2308567"/>
              <a:gd name="connsiteY61" fmla="*/ 325796 h 668695"/>
              <a:gd name="connsiteX62" fmla="*/ 1835044 w 2308567"/>
              <a:gd name="connsiteY62" fmla="*/ 21177 h 668695"/>
              <a:gd name="connsiteX63" fmla="*/ 1822827 w 2308567"/>
              <a:gd name="connsiteY63" fmla="*/ 8959 h 668695"/>
              <a:gd name="connsiteX64" fmla="*/ 1775586 w 2308567"/>
              <a:gd name="connsiteY64" fmla="*/ 8959 h 668695"/>
              <a:gd name="connsiteX65" fmla="*/ 1749523 w 2308567"/>
              <a:gd name="connsiteY65" fmla="*/ 35023 h 668695"/>
              <a:gd name="connsiteX66" fmla="*/ 1749523 w 2308567"/>
              <a:gd name="connsiteY66" fmla="*/ 325796 h 668695"/>
              <a:gd name="connsiteX67" fmla="*/ 1760926 w 2308567"/>
              <a:gd name="connsiteY67" fmla="*/ 338013 h 668695"/>
              <a:gd name="connsiteX68" fmla="*/ 356746 w 2308567"/>
              <a:gd name="connsiteY68" fmla="*/ 8959 h 668695"/>
              <a:gd name="connsiteX69" fmla="*/ 26064 w 2308567"/>
              <a:gd name="connsiteY69" fmla="*/ 8959 h 668695"/>
              <a:gd name="connsiteX70" fmla="*/ 0 w 2308567"/>
              <a:gd name="connsiteY70" fmla="*/ 35023 h 668695"/>
              <a:gd name="connsiteX71" fmla="*/ 0 w 2308567"/>
              <a:gd name="connsiteY71" fmla="*/ 109142 h 668695"/>
              <a:gd name="connsiteX72" fmla="*/ 34209 w 2308567"/>
              <a:gd name="connsiteY72" fmla="*/ 159640 h 668695"/>
              <a:gd name="connsiteX73" fmla="*/ 232129 w 2308567"/>
              <a:gd name="connsiteY73" fmla="*/ 171043 h 668695"/>
              <a:gd name="connsiteX74" fmla="*/ 232129 w 2308567"/>
              <a:gd name="connsiteY74" fmla="*/ 182446 h 668695"/>
              <a:gd name="connsiteX75" fmla="*/ 33394 w 2308567"/>
              <a:gd name="connsiteY75" fmla="*/ 194663 h 668695"/>
              <a:gd name="connsiteX76" fmla="*/ 0 w 2308567"/>
              <a:gd name="connsiteY76" fmla="*/ 244347 h 668695"/>
              <a:gd name="connsiteX77" fmla="*/ 0 w 2308567"/>
              <a:gd name="connsiteY77" fmla="*/ 325796 h 668695"/>
              <a:gd name="connsiteX78" fmla="*/ 11403 w 2308567"/>
              <a:gd name="connsiteY78" fmla="*/ 338013 h 668695"/>
              <a:gd name="connsiteX79" fmla="*/ 73304 w 2308567"/>
              <a:gd name="connsiteY79" fmla="*/ 338013 h 668695"/>
              <a:gd name="connsiteX80" fmla="*/ 85521 w 2308567"/>
              <a:gd name="connsiteY80" fmla="*/ 325796 h 668695"/>
              <a:gd name="connsiteX81" fmla="*/ 85521 w 2308567"/>
              <a:gd name="connsiteY81" fmla="*/ 266338 h 668695"/>
              <a:gd name="connsiteX82" fmla="*/ 114843 w 2308567"/>
              <a:gd name="connsiteY82" fmla="*/ 245161 h 668695"/>
              <a:gd name="connsiteX83" fmla="*/ 274483 w 2308567"/>
              <a:gd name="connsiteY83" fmla="*/ 231315 h 668695"/>
              <a:gd name="connsiteX84" fmla="*/ 274483 w 2308567"/>
              <a:gd name="connsiteY84" fmla="*/ 118101 h 668695"/>
              <a:gd name="connsiteX85" fmla="*/ 106698 w 2308567"/>
              <a:gd name="connsiteY85" fmla="*/ 103440 h 668695"/>
              <a:gd name="connsiteX86" fmla="*/ 85521 w 2308567"/>
              <a:gd name="connsiteY86" fmla="*/ 83078 h 668695"/>
              <a:gd name="connsiteX87" fmla="*/ 364077 w 2308567"/>
              <a:gd name="connsiteY87" fmla="*/ 83078 h 668695"/>
              <a:gd name="connsiteX88" fmla="*/ 368964 w 2308567"/>
              <a:gd name="connsiteY88" fmla="*/ 78191 h 668695"/>
              <a:gd name="connsiteX89" fmla="*/ 368964 w 2308567"/>
              <a:gd name="connsiteY89" fmla="*/ 21177 h 668695"/>
              <a:gd name="connsiteX90" fmla="*/ 356746 w 2308567"/>
              <a:gd name="connsiteY90" fmla="*/ 8959 h 668695"/>
              <a:gd name="connsiteX91" fmla="*/ 1055578 w 2308567"/>
              <a:gd name="connsiteY91" fmla="*/ 559554 h 668695"/>
              <a:gd name="connsiteX92" fmla="*/ 1092230 w 2308567"/>
              <a:gd name="connsiteY92" fmla="*/ 559554 h 668695"/>
              <a:gd name="connsiteX93" fmla="*/ 1092230 w 2308567"/>
              <a:gd name="connsiteY93" fmla="*/ 520459 h 668695"/>
              <a:gd name="connsiteX94" fmla="*/ 1055578 w 2308567"/>
              <a:gd name="connsiteY94" fmla="*/ 520459 h 668695"/>
              <a:gd name="connsiteX95" fmla="*/ 1055578 w 2308567"/>
              <a:gd name="connsiteY95" fmla="*/ 559554 h 668695"/>
              <a:gd name="connsiteX96" fmla="*/ 1543457 w 2308567"/>
              <a:gd name="connsiteY96" fmla="*/ 593763 h 668695"/>
              <a:gd name="connsiteX97" fmla="*/ 1512507 w 2308567"/>
              <a:gd name="connsiteY97" fmla="*/ 632044 h 668695"/>
              <a:gd name="connsiteX98" fmla="*/ 1481556 w 2308567"/>
              <a:gd name="connsiteY98" fmla="*/ 593763 h 668695"/>
              <a:gd name="connsiteX99" fmla="*/ 1481556 w 2308567"/>
              <a:gd name="connsiteY99" fmla="*/ 521273 h 668695"/>
              <a:gd name="connsiteX100" fmla="*/ 1440832 w 2308567"/>
              <a:gd name="connsiteY100" fmla="*/ 521273 h 668695"/>
              <a:gd name="connsiteX101" fmla="*/ 1440832 w 2308567"/>
              <a:gd name="connsiteY101" fmla="*/ 598650 h 668695"/>
              <a:gd name="connsiteX102" fmla="*/ 1512507 w 2308567"/>
              <a:gd name="connsiteY102" fmla="*/ 668696 h 668695"/>
              <a:gd name="connsiteX103" fmla="*/ 1584182 w 2308567"/>
              <a:gd name="connsiteY103" fmla="*/ 598650 h 668695"/>
              <a:gd name="connsiteX104" fmla="*/ 1584182 w 2308567"/>
              <a:gd name="connsiteY104" fmla="*/ 521273 h 668695"/>
              <a:gd name="connsiteX105" fmla="*/ 1543457 w 2308567"/>
              <a:gd name="connsiteY105" fmla="*/ 521273 h 668695"/>
              <a:gd name="connsiteX106" fmla="*/ 1543457 w 2308567"/>
              <a:gd name="connsiteY106" fmla="*/ 593763 h 668695"/>
              <a:gd name="connsiteX107" fmla="*/ 2266724 w 2308567"/>
              <a:gd name="connsiteY107" fmla="*/ 535934 h 668695"/>
              <a:gd name="connsiteX108" fmla="*/ 2221112 w 2308567"/>
              <a:gd name="connsiteY108" fmla="*/ 517201 h 668695"/>
              <a:gd name="connsiteX109" fmla="*/ 2147808 w 2308567"/>
              <a:gd name="connsiteY109" fmla="*/ 592948 h 668695"/>
              <a:gd name="connsiteX110" fmla="*/ 2221112 w 2308567"/>
              <a:gd name="connsiteY110" fmla="*/ 668696 h 668695"/>
              <a:gd name="connsiteX111" fmla="*/ 2266724 w 2308567"/>
              <a:gd name="connsiteY111" fmla="*/ 649148 h 668695"/>
              <a:gd name="connsiteX112" fmla="*/ 2266724 w 2308567"/>
              <a:gd name="connsiteY112" fmla="*/ 664623 h 668695"/>
              <a:gd name="connsiteX113" fmla="*/ 2305005 w 2308567"/>
              <a:gd name="connsiteY113" fmla="*/ 664623 h 668695"/>
              <a:gd name="connsiteX114" fmla="*/ 2305005 w 2308567"/>
              <a:gd name="connsiteY114" fmla="*/ 521273 h 668695"/>
              <a:gd name="connsiteX115" fmla="*/ 2266724 w 2308567"/>
              <a:gd name="connsiteY115" fmla="*/ 521273 h 668695"/>
              <a:gd name="connsiteX116" fmla="*/ 2266724 w 2308567"/>
              <a:gd name="connsiteY116" fmla="*/ 535934 h 668695"/>
              <a:gd name="connsiteX117" fmla="*/ 2226814 w 2308567"/>
              <a:gd name="connsiteY117" fmla="*/ 633673 h 668695"/>
              <a:gd name="connsiteX118" fmla="*/ 2188533 w 2308567"/>
              <a:gd name="connsiteY118" fmla="*/ 592948 h 668695"/>
              <a:gd name="connsiteX119" fmla="*/ 2226814 w 2308567"/>
              <a:gd name="connsiteY119" fmla="*/ 551409 h 668695"/>
              <a:gd name="connsiteX120" fmla="*/ 2266724 w 2308567"/>
              <a:gd name="connsiteY120" fmla="*/ 591319 h 668695"/>
              <a:gd name="connsiteX121" fmla="*/ 2226814 w 2308567"/>
              <a:gd name="connsiteY121" fmla="*/ 633673 h 668695"/>
              <a:gd name="connsiteX122" fmla="*/ 2073690 w 2308567"/>
              <a:gd name="connsiteY122" fmla="*/ 664623 h 668695"/>
              <a:gd name="connsiteX123" fmla="*/ 2114414 w 2308567"/>
              <a:gd name="connsiteY123" fmla="*/ 664623 h 668695"/>
              <a:gd name="connsiteX124" fmla="*/ 2114414 w 2308567"/>
              <a:gd name="connsiteY124" fmla="*/ 521273 h 668695"/>
              <a:gd name="connsiteX125" fmla="*/ 2073690 w 2308567"/>
              <a:gd name="connsiteY125" fmla="*/ 521273 h 668695"/>
              <a:gd name="connsiteX126" fmla="*/ 2073690 w 2308567"/>
              <a:gd name="connsiteY126" fmla="*/ 664623 h 668695"/>
              <a:gd name="connsiteX127" fmla="*/ 2308263 w 2308567"/>
              <a:gd name="connsiteY127" fmla="*/ 333941 h 668695"/>
              <a:gd name="connsiteX128" fmla="*/ 2141292 w 2308567"/>
              <a:gd name="connsiteY128" fmla="*/ 15475 h 668695"/>
              <a:gd name="connsiteX129" fmla="*/ 2130704 w 2308567"/>
              <a:gd name="connsiteY129" fmla="*/ 8959 h 668695"/>
              <a:gd name="connsiteX130" fmla="*/ 2055771 w 2308567"/>
              <a:gd name="connsiteY130" fmla="*/ 8959 h 668695"/>
              <a:gd name="connsiteX131" fmla="*/ 2032965 w 2308567"/>
              <a:gd name="connsiteY131" fmla="*/ 22806 h 668695"/>
              <a:gd name="connsiteX132" fmla="*/ 1870067 w 2308567"/>
              <a:gd name="connsiteY132" fmla="*/ 333941 h 668695"/>
              <a:gd name="connsiteX133" fmla="*/ 1872511 w 2308567"/>
              <a:gd name="connsiteY133" fmla="*/ 338013 h 668695"/>
              <a:gd name="connsiteX134" fmla="*/ 1956403 w 2308567"/>
              <a:gd name="connsiteY134" fmla="*/ 338013 h 668695"/>
              <a:gd name="connsiteX135" fmla="*/ 1966991 w 2308567"/>
              <a:gd name="connsiteY135" fmla="*/ 331497 h 668695"/>
              <a:gd name="connsiteX136" fmla="*/ 1994684 w 2308567"/>
              <a:gd name="connsiteY136" fmla="*/ 275298 h 668695"/>
              <a:gd name="connsiteX137" fmla="*/ 2183646 w 2308567"/>
              <a:gd name="connsiteY137" fmla="*/ 275298 h 668695"/>
              <a:gd name="connsiteX138" fmla="*/ 2195863 w 2308567"/>
              <a:gd name="connsiteY138" fmla="*/ 299732 h 668695"/>
              <a:gd name="connsiteX139" fmla="*/ 2257764 w 2308567"/>
              <a:gd name="connsiteY139" fmla="*/ 338013 h 668695"/>
              <a:gd name="connsiteX140" fmla="*/ 2305819 w 2308567"/>
              <a:gd name="connsiteY140" fmla="*/ 338013 h 668695"/>
              <a:gd name="connsiteX141" fmla="*/ 2308263 w 2308567"/>
              <a:gd name="connsiteY141" fmla="*/ 333941 h 668695"/>
              <a:gd name="connsiteX142" fmla="*/ 2024820 w 2308567"/>
              <a:gd name="connsiteY142" fmla="*/ 214211 h 668695"/>
              <a:gd name="connsiteX143" fmla="*/ 2089979 w 2308567"/>
              <a:gd name="connsiteY143" fmla="*/ 83893 h 668695"/>
              <a:gd name="connsiteX144" fmla="*/ 2154324 w 2308567"/>
              <a:gd name="connsiteY144" fmla="*/ 214211 h 668695"/>
              <a:gd name="connsiteX145" fmla="*/ 2024820 w 2308567"/>
              <a:gd name="connsiteY145" fmla="*/ 214211 h 668695"/>
              <a:gd name="connsiteX146" fmla="*/ 2073690 w 2308567"/>
              <a:gd name="connsiteY146" fmla="*/ 495210 h 668695"/>
              <a:gd name="connsiteX147" fmla="*/ 2114414 w 2308567"/>
              <a:gd name="connsiteY147" fmla="*/ 495210 h 668695"/>
              <a:gd name="connsiteX148" fmla="*/ 2114414 w 2308567"/>
              <a:gd name="connsiteY148" fmla="*/ 456114 h 668695"/>
              <a:gd name="connsiteX149" fmla="*/ 2073690 w 2308567"/>
              <a:gd name="connsiteY149" fmla="*/ 456114 h 668695"/>
              <a:gd name="connsiteX150" fmla="*/ 2073690 w 2308567"/>
              <a:gd name="connsiteY150" fmla="*/ 495210 h 668695"/>
              <a:gd name="connsiteX151" fmla="*/ 1991426 w 2308567"/>
              <a:gd name="connsiteY151" fmla="*/ 632858 h 668695"/>
              <a:gd name="connsiteX152" fmla="*/ 1950702 w 2308567"/>
              <a:gd name="connsiteY152" fmla="*/ 593763 h 668695"/>
              <a:gd name="connsiteX153" fmla="*/ 1990612 w 2308567"/>
              <a:gd name="connsiteY153" fmla="*/ 554667 h 668695"/>
              <a:gd name="connsiteX154" fmla="*/ 2021562 w 2308567"/>
              <a:gd name="connsiteY154" fmla="*/ 564441 h 668695"/>
              <a:gd name="connsiteX155" fmla="*/ 2038667 w 2308567"/>
              <a:gd name="connsiteY155" fmla="*/ 533491 h 668695"/>
              <a:gd name="connsiteX156" fmla="*/ 1986539 w 2308567"/>
              <a:gd name="connsiteY156" fmla="*/ 517201 h 668695"/>
              <a:gd name="connsiteX157" fmla="*/ 1909163 w 2308567"/>
              <a:gd name="connsiteY157" fmla="*/ 592948 h 668695"/>
              <a:gd name="connsiteX158" fmla="*/ 1988168 w 2308567"/>
              <a:gd name="connsiteY158" fmla="*/ 668696 h 668695"/>
              <a:gd name="connsiteX159" fmla="*/ 2039481 w 2308567"/>
              <a:gd name="connsiteY159" fmla="*/ 651591 h 668695"/>
              <a:gd name="connsiteX160" fmla="*/ 2021562 w 2308567"/>
              <a:gd name="connsiteY160" fmla="*/ 622270 h 668695"/>
              <a:gd name="connsiteX161" fmla="*/ 1991426 w 2308567"/>
              <a:gd name="connsiteY161" fmla="*/ 632858 h 668695"/>
              <a:gd name="connsiteX162" fmla="*/ 1714500 w 2308567"/>
              <a:gd name="connsiteY162" fmla="*/ 8959 h 668695"/>
              <a:gd name="connsiteX163" fmla="*/ 1630608 w 2308567"/>
              <a:gd name="connsiteY163" fmla="*/ 8959 h 668695"/>
              <a:gd name="connsiteX164" fmla="*/ 1620019 w 2308567"/>
              <a:gd name="connsiteY164" fmla="*/ 15475 h 668695"/>
              <a:gd name="connsiteX165" fmla="*/ 1497846 w 2308567"/>
              <a:gd name="connsiteY165" fmla="*/ 262266 h 668695"/>
              <a:gd name="connsiteX166" fmla="*/ 1374858 w 2308567"/>
              <a:gd name="connsiteY166" fmla="*/ 15475 h 668695"/>
              <a:gd name="connsiteX167" fmla="*/ 1364269 w 2308567"/>
              <a:gd name="connsiteY167" fmla="*/ 8959 h 668695"/>
              <a:gd name="connsiteX168" fmla="*/ 1280377 w 2308567"/>
              <a:gd name="connsiteY168" fmla="*/ 8959 h 668695"/>
              <a:gd name="connsiteX169" fmla="*/ 1277934 w 2308567"/>
              <a:gd name="connsiteY169" fmla="*/ 13032 h 668695"/>
              <a:gd name="connsiteX170" fmla="*/ 1440832 w 2308567"/>
              <a:gd name="connsiteY170" fmla="*/ 324167 h 668695"/>
              <a:gd name="connsiteX171" fmla="*/ 1463637 w 2308567"/>
              <a:gd name="connsiteY171" fmla="*/ 338013 h 668695"/>
              <a:gd name="connsiteX172" fmla="*/ 1538570 w 2308567"/>
              <a:gd name="connsiteY172" fmla="*/ 338013 h 668695"/>
              <a:gd name="connsiteX173" fmla="*/ 1549159 w 2308567"/>
              <a:gd name="connsiteY173" fmla="*/ 331497 h 668695"/>
              <a:gd name="connsiteX174" fmla="*/ 1716129 w 2308567"/>
              <a:gd name="connsiteY174" fmla="*/ 13032 h 668695"/>
              <a:gd name="connsiteX175" fmla="*/ 1714500 w 2308567"/>
              <a:gd name="connsiteY175" fmla="*/ 8959 h 668695"/>
              <a:gd name="connsiteX176" fmla="*/ 1623277 w 2308567"/>
              <a:gd name="connsiteY176" fmla="*/ 583174 h 668695"/>
              <a:gd name="connsiteX177" fmla="*/ 1623277 w 2308567"/>
              <a:gd name="connsiteY177" fmla="*/ 663809 h 668695"/>
              <a:gd name="connsiteX178" fmla="*/ 1664002 w 2308567"/>
              <a:gd name="connsiteY178" fmla="*/ 663809 h 668695"/>
              <a:gd name="connsiteX179" fmla="*/ 1664002 w 2308567"/>
              <a:gd name="connsiteY179" fmla="*/ 585618 h 668695"/>
              <a:gd name="connsiteX180" fmla="*/ 1713686 w 2308567"/>
              <a:gd name="connsiteY180" fmla="*/ 555482 h 668695"/>
              <a:gd name="connsiteX181" fmla="*/ 1713686 w 2308567"/>
              <a:gd name="connsiteY181" fmla="*/ 518015 h 668695"/>
              <a:gd name="connsiteX182" fmla="*/ 1623277 w 2308567"/>
              <a:gd name="connsiteY182" fmla="*/ 583174 h 668695"/>
              <a:gd name="connsiteX183" fmla="*/ 1811424 w 2308567"/>
              <a:gd name="connsiteY183" fmla="*/ 517201 h 668695"/>
              <a:gd name="connsiteX184" fmla="*/ 1738120 w 2308567"/>
              <a:gd name="connsiteY184" fmla="*/ 592134 h 668695"/>
              <a:gd name="connsiteX185" fmla="*/ 1820383 w 2308567"/>
              <a:gd name="connsiteY185" fmla="*/ 667881 h 668695"/>
              <a:gd name="connsiteX186" fmla="*/ 1877398 w 2308567"/>
              <a:gd name="connsiteY186" fmla="*/ 649963 h 668695"/>
              <a:gd name="connsiteX187" fmla="*/ 1860294 w 2308567"/>
              <a:gd name="connsiteY187" fmla="*/ 620641 h 668695"/>
              <a:gd name="connsiteX188" fmla="*/ 1820383 w 2308567"/>
              <a:gd name="connsiteY188" fmla="*/ 633673 h 668695"/>
              <a:gd name="connsiteX189" fmla="*/ 1781288 w 2308567"/>
              <a:gd name="connsiteY189" fmla="*/ 616569 h 668695"/>
              <a:gd name="connsiteX190" fmla="*/ 1880656 w 2308567"/>
              <a:gd name="connsiteY190" fmla="*/ 584804 h 668695"/>
              <a:gd name="connsiteX191" fmla="*/ 1811424 w 2308567"/>
              <a:gd name="connsiteY191" fmla="*/ 517201 h 668695"/>
              <a:gd name="connsiteX192" fmla="*/ 1774772 w 2308567"/>
              <a:gd name="connsiteY192" fmla="*/ 587247 h 668695"/>
              <a:gd name="connsiteX193" fmla="*/ 1810610 w 2308567"/>
              <a:gd name="connsiteY193" fmla="*/ 551409 h 668695"/>
              <a:gd name="connsiteX194" fmla="*/ 1836673 w 2308567"/>
              <a:gd name="connsiteY194" fmla="*/ 566070 h 668695"/>
              <a:gd name="connsiteX195" fmla="*/ 1774772 w 2308567"/>
              <a:gd name="connsiteY195" fmla="*/ 587247 h 66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2308567" h="668695">
                <a:moveTo>
                  <a:pt x="1118294" y="510685"/>
                </a:moveTo>
                <a:lnTo>
                  <a:pt x="1118294" y="664623"/>
                </a:lnTo>
                <a:lnTo>
                  <a:pt x="1159018" y="664623"/>
                </a:lnTo>
                <a:lnTo>
                  <a:pt x="1159018" y="559554"/>
                </a:lnTo>
                <a:lnTo>
                  <a:pt x="1223363" y="559554"/>
                </a:lnTo>
                <a:lnTo>
                  <a:pt x="1223363" y="520459"/>
                </a:lnTo>
                <a:lnTo>
                  <a:pt x="1159018" y="520459"/>
                </a:lnTo>
                <a:lnTo>
                  <a:pt x="1159018" y="513128"/>
                </a:lnTo>
                <a:cubicBezTo>
                  <a:pt x="1159018" y="487879"/>
                  <a:pt x="1174494" y="476476"/>
                  <a:pt x="1225806" y="482178"/>
                </a:cubicBezTo>
                <a:lnTo>
                  <a:pt x="1225806" y="444711"/>
                </a:lnTo>
                <a:cubicBezTo>
                  <a:pt x="1153317" y="434938"/>
                  <a:pt x="1118294" y="461816"/>
                  <a:pt x="1118294" y="510685"/>
                </a:cubicBezTo>
                <a:close/>
                <a:moveTo>
                  <a:pt x="1361012" y="534305"/>
                </a:moveTo>
                <a:cubicBezTo>
                  <a:pt x="1349609" y="522088"/>
                  <a:pt x="1334948" y="517201"/>
                  <a:pt x="1315400" y="517201"/>
                </a:cubicBezTo>
                <a:cubicBezTo>
                  <a:pt x="1273047" y="517201"/>
                  <a:pt x="1242096" y="548151"/>
                  <a:pt x="1242096" y="592948"/>
                </a:cubicBezTo>
                <a:cubicBezTo>
                  <a:pt x="1242096" y="637745"/>
                  <a:pt x="1273047" y="668696"/>
                  <a:pt x="1315400" y="668696"/>
                </a:cubicBezTo>
                <a:cubicBezTo>
                  <a:pt x="1334948" y="668696"/>
                  <a:pt x="1350423" y="662995"/>
                  <a:pt x="1361012" y="651591"/>
                </a:cubicBezTo>
                <a:lnTo>
                  <a:pt x="1361012" y="665438"/>
                </a:lnTo>
                <a:lnTo>
                  <a:pt x="1399293" y="665438"/>
                </a:lnTo>
                <a:lnTo>
                  <a:pt x="1399293" y="522088"/>
                </a:lnTo>
                <a:lnTo>
                  <a:pt x="1361012" y="522088"/>
                </a:lnTo>
                <a:lnTo>
                  <a:pt x="1361012" y="534305"/>
                </a:lnTo>
                <a:close/>
                <a:moveTo>
                  <a:pt x="1321102" y="633673"/>
                </a:moveTo>
                <a:cubicBezTo>
                  <a:pt x="1298296" y="633673"/>
                  <a:pt x="1282820" y="616569"/>
                  <a:pt x="1282820" y="592948"/>
                </a:cubicBezTo>
                <a:cubicBezTo>
                  <a:pt x="1282820" y="566885"/>
                  <a:pt x="1298296" y="551409"/>
                  <a:pt x="1321102" y="551409"/>
                </a:cubicBezTo>
                <a:cubicBezTo>
                  <a:pt x="1343093" y="551409"/>
                  <a:pt x="1361012" y="567699"/>
                  <a:pt x="1361012" y="590505"/>
                </a:cubicBezTo>
                <a:cubicBezTo>
                  <a:pt x="1360197" y="617383"/>
                  <a:pt x="1342278" y="633673"/>
                  <a:pt x="1321102" y="633673"/>
                </a:cubicBezTo>
                <a:close/>
                <a:moveTo>
                  <a:pt x="1196485" y="338013"/>
                </a:moveTo>
                <a:lnTo>
                  <a:pt x="1282820" y="338013"/>
                </a:lnTo>
                <a:cubicBezTo>
                  <a:pt x="1285264" y="338013"/>
                  <a:pt x="1286079" y="335570"/>
                  <a:pt x="1285264" y="333941"/>
                </a:cubicBezTo>
                <a:lnTo>
                  <a:pt x="1191598" y="215840"/>
                </a:lnTo>
                <a:cubicBezTo>
                  <a:pt x="1207888" y="210953"/>
                  <a:pt x="1266531" y="187333"/>
                  <a:pt x="1266531" y="116472"/>
                </a:cubicBezTo>
                <a:cubicBezTo>
                  <a:pt x="1266531" y="46426"/>
                  <a:pt x="1220105" y="8959"/>
                  <a:pt x="1135398" y="8959"/>
                </a:cubicBezTo>
                <a:lnTo>
                  <a:pt x="914671" y="8959"/>
                </a:lnTo>
                <a:cubicBezTo>
                  <a:pt x="900011" y="8959"/>
                  <a:pt x="888608" y="20362"/>
                  <a:pt x="888608" y="35023"/>
                </a:cubicBezTo>
                <a:lnTo>
                  <a:pt x="888608" y="325796"/>
                </a:lnTo>
                <a:cubicBezTo>
                  <a:pt x="888608" y="332312"/>
                  <a:pt x="894309" y="338013"/>
                  <a:pt x="900825" y="338013"/>
                </a:cubicBezTo>
                <a:lnTo>
                  <a:pt x="962726" y="338013"/>
                </a:lnTo>
                <a:cubicBezTo>
                  <a:pt x="969242" y="338013"/>
                  <a:pt x="974944" y="332312"/>
                  <a:pt x="974944" y="325796"/>
                </a:cubicBezTo>
                <a:lnTo>
                  <a:pt x="974944" y="223985"/>
                </a:lnTo>
                <a:lnTo>
                  <a:pt x="1049877" y="223985"/>
                </a:lnTo>
                <a:cubicBezTo>
                  <a:pt x="1088972" y="223985"/>
                  <a:pt x="1093045" y="228057"/>
                  <a:pt x="1114221" y="250048"/>
                </a:cubicBezTo>
                <a:lnTo>
                  <a:pt x="1188340" y="333126"/>
                </a:lnTo>
                <a:cubicBezTo>
                  <a:pt x="1189154" y="336384"/>
                  <a:pt x="1192412" y="338013"/>
                  <a:pt x="1196485" y="338013"/>
                </a:cubicBezTo>
                <a:close/>
                <a:moveTo>
                  <a:pt x="1123181" y="158825"/>
                </a:moveTo>
                <a:lnTo>
                  <a:pt x="974129" y="158825"/>
                </a:lnTo>
                <a:lnTo>
                  <a:pt x="974129" y="83078"/>
                </a:lnTo>
                <a:lnTo>
                  <a:pt x="1123181" y="83078"/>
                </a:lnTo>
                <a:cubicBezTo>
                  <a:pt x="1170421" y="83078"/>
                  <a:pt x="1180195" y="103440"/>
                  <a:pt x="1180195" y="121359"/>
                </a:cubicBezTo>
                <a:cubicBezTo>
                  <a:pt x="1179381" y="137649"/>
                  <a:pt x="1169607" y="158825"/>
                  <a:pt x="1123181" y="158825"/>
                </a:cubicBezTo>
                <a:close/>
                <a:moveTo>
                  <a:pt x="610052" y="0"/>
                </a:moveTo>
                <a:cubicBezTo>
                  <a:pt x="491951" y="0"/>
                  <a:pt x="384439" y="45611"/>
                  <a:pt x="384439" y="173486"/>
                </a:cubicBezTo>
                <a:cubicBezTo>
                  <a:pt x="384439" y="299732"/>
                  <a:pt x="490323" y="346973"/>
                  <a:pt x="610052" y="346973"/>
                </a:cubicBezTo>
                <a:cubicBezTo>
                  <a:pt x="724081" y="346973"/>
                  <a:pt x="834037" y="303805"/>
                  <a:pt x="834037" y="173486"/>
                </a:cubicBezTo>
                <a:cubicBezTo>
                  <a:pt x="834037" y="47241"/>
                  <a:pt x="730597" y="0"/>
                  <a:pt x="610052" y="0"/>
                </a:cubicBezTo>
                <a:close/>
                <a:moveTo>
                  <a:pt x="610052" y="280185"/>
                </a:moveTo>
                <a:cubicBezTo>
                  <a:pt x="513128" y="280185"/>
                  <a:pt x="471589" y="237016"/>
                  <a:pt x="471589" y="174301"/>
                </a:cubicBezTo>
                <a:cubicBezTo>
                  <a:pt x="471589" y="109142"/>
                  <a:pt x="516386" y="68417"/>
                  <a:pt x="610052" y="68417"/>
                </a:cubicBezTo>
                <a:cubicBezTo>
                  <a:pt x="702904" y="68417"/>
                  <a:pt x="747701" y="109142"/>
                  <a:pt x="747701" y="174301"/>
                </a:cubicBezTo>
                <a:cubicBezTo>
                  <a:pt x="747701" y="232944"/>
                  <a:pt x="711049" y="280185"/>
                  <a:pt x="610052" y="280185"/>
                </a:cubicBezTo>
                <a:close/>
                <a:moveTo>
                  <a:pt x="1760926" y="338013"/>
                </a:moveTo>
                <a:lnTo>
                  <a:pt x="1822827" y="338013"/>
                </a:lnTo>
                <a:cubicBezTo>
                  <a:pt x="1829343" y="338013"/>
                  <a:pt x="1835044" y="332312"/>
                  <a:pt x="1835044" y="325796"/>
                </a:cubicBezTo>
                <a:lnTo>
                  <a:pt x="1835044" y="21177"/>
                </a:lnTo>
                <a:cubicBezTo>
                  <a:pt x="1835044" y="14661"/>
                  <a:pt x="1829343" y="8959"/>
                  <a:pt x="1822827" y="8959"/>
                </a:cubicBezTo>
                <a:lnTo>
                  <a:pt x="1775586" y="8959"/>
                </a:lnTo>
                <a:cubicBezTo>
                  <a:pt x="1760926" y="8959"/>
                  <a:pt x="1749523" y="20362"/>
                  <a:pt x="1749523" y="35023"/>
                </a:cubicBezTo>
                <a:lnTo>
                  <a:pt x="1749523" y="325796"/>
                </a:lnTo>
                <a:cubicBezTo>
                  <a:pt x="1748708" y="333126"/>
                  <a:pt x="1754410" y="338013"/>
                  <a:pt x="1760926" y="338013"/>
                </a:cubicBezTo>
                <a:close/>
                <a:moveTo>
                  <a:pt x="356746" y="8959"/>
                </a:moveTo>
                <a:lnTo>
                  <a:pt x="26064" y="8959"/>
                </a:lnTo>
                <a:cubicBezTo>
                  <a:pt x="11403" y="8959"/>
                  <a:pt x="0" y="20362"/>
                  <a:pt x="0" y="35023"/>
                </a:cubicBezTo>
                <a:lnTo>
                  <a:pt x="0" y="109142"/>
                </a:lnTo>
                <a:cubicBezTo>
                  <a:pt x="0" y="136834"/>
                  <a:pt x="7330" y="157197"/>
                  <a:pt x="34209" y="159640"/>
                </a:cubicBezTo>
                <a:cubicBezTo>
                  <a:pt x="65159" y="162084"/>
                  <a:pt x="232129" y="171043"/>
                  <a:pt x="232129" y="171043"/>
                </a:cubicBezTo>
                <a:cubicBezTo>
                  <a:pt x="237016" y="173486"/>
                  <a:pt x="237016" y="180002"/>
                  <a:pt x="232129" y="182446"/>
                </a:cubicBezTo>
                <a:cubicBezTo>
                  <a:pt x="232129" y="182446"/>
                  <a:pt x="61087" y="192220"/>
                  <a:pt x="33394" y="194663"/>
                </a:cubicBezTo>
                <a:cubicBezTo>
                  <a:pt x="9774" y="197107"/>
                  <a:pt x="814" y="215025"/>
                  <a:pt x="0" y="244347"/>
                </a:cubicBezTo>
                <a:lnTo>
                  <a:pt x="0" y="325796"/>
                </a:lnTo>
                <a:cubicBezTo>
                  <a:pt x="0" y="332312"/>
                  <a:pt x="4887" y="338013"/>
                  <a:pt x="11403" y="338013"/>
                </a:cubicBezTo>
                <a:lnTo>
                  <a:pt x="73304" y="338013"/>
                </a:lnTo>
                <a:cubicBezTo>
                  <a:pt x="79820" y="338013"/>
                  <a:pt x="85521" y="332312"/>
                  <a:pt x="85521" y="325796"/>
                </a:cubicBezTo>
                <a:lnTo>
                  <a:pt x="85521" y="266338"/>
                </a:lnTo>
                <a:cubicBezTo>
                  <a:pt x="85521" y="252492"/>
                  <a:pt x="96110" y="246790"/>
                  <a:pt x="114843" y="245161"/>
                </a:cubicBezTo>
                <a:cubicBezTo>
                  <a:pt x="140907" y="242718"/>
                  <a:pt x="223170" y="236202"/>
                  <a:pt x="274483" y="231315"/>
                </a:cubicBezTo>
                <a:cubicBezTo>
                  <a:pt x="338013" y="225614"/>
                  <a:pt x="338013" y="123802"/>
                  <a:pt x="274483" y="118101"/>
                </a:cubicBezTo>
                <a:lnTo>
                  <a:pt x="106698" y="103440"/>
                </a:lnTo>
                <a:cubicBezTo>
                  <a:pt x="85521" y="101811"/>
                  <a:pt x="85521" y="96110"/>
                  <a:pt x="85521" y="83078"/>
                </a:cubicBezTo>
                <a:lnTo>
                  <a:pt x="364077" y="83078"/>
                </a:lnTo>
                <a:cubicBezTo>
                  <a:pt x="366520" y="83078"/>
                  <a:pt x="368964" y="80635"/>
                  <a:pt x="368964" y="78191"/>
                </a:cubicBezTo>
                <a:lnTo>
                  <a:pt x="368964" y="21177"/>
                </a:lnTo>
                <a:cubicBezTo>
                  <a:pt x="368964" y="14661"/>
                  <a:pt x="363262" y="8959"/>
                  <a:pt x="356746" y="8959"/>
                </a:cubicBezTo>
                <a:close/>
                <a:moveTo>
                  <a:pt x="1055578" y="559554"/>
                </a:moveTo>
                <a:lnTo>
                  <a:pt x="1092230" y="559554"/>
                </a:lnTo>
                <a:lnTo>
                  <a:pt x="1092230" y="520459"/>
                </a:lnTo>
                <a:lnTo>
                  <a:pt x="1055578" y="520459"/>
                </a:lnTo>
                <a:lnTo>
                  <a:pt x="1055578" y="559554"/>
                </a:lnTo>
                <a:close/>
                <a:moveTo>
                  <a:pt x="1543457" y="593763"/>
                </a:moveTo>
                <a:cubicBezTo>
                  <a:pt x="1543457" y="615754"/>
                  <a:pt x="1535312" y="632044"/>
                  <a:pt x="1512507" y="632044"/>
                </a:cubicBezTo>
                <a:cubicBezTo>
                  <a:pt x="1489701" y="632044"/>
                  <a:pt x="1481556" y="616569"/>
                  <a:pt x="1481556" y="593763"/>
                </a:cubicBezTo>
                <a:lnTo>
                  <a:pt x="1481556" y="521273"/>
                </a:lnTo>
                <a:lnTo>
                  <a:pt x="1440832" y="521273"/>
                </a:lnTo>
                <a:lnTo>
                  <a:pt x="1440832" y="598650"/>
                </a:lnTo>
                <a:cubicBezTo>
                  <a:pt x="1440832" y="639374"/>
                  <a:pt x="1465266" y="668696"/>
                  <a:pt x="1512507" y="668696"/>
                </a:cubicBezTo>
                <a:cubicBezTo>
                  <a:pt x="1559747" y="668696"/>
                  <a:pt x="1584182" y="639374"/>
                  <a:pt x="1584182" y="598650"/>
                </a:cubicBezTo>
                <a:lnTo>
                  <a:pt x="1584182" y="521273"/>
                </a:lnTo>
                <a:lnTo>
                  <a:pt x="1543457" y="521273"/>
                </a:lnTo>
                <a:lnTo>
                  <a:pt x="1543457" y="593763"/>
                </a:lnTo>
                <a:close/>
                <a:moveTo>
                  <a:pt x="2266724" y="535934"/>
                </a:moveTo>
                <a:cubicBezTo>
                  <a:pt x="2254506" y="522902"/>
                  <a:pt x="2238217" y="517201"/>
                  <a:pt x="2221112" y="517201"/>
                </a:cubicBezTo>
                <a:cubicBezTo>
                  <a:pt x="2178759" y="517201"/>
                  <a:pt x="2147808" y="548151"/>
                  <a:pt x="2147808" y="592948"/>
                </a:cubicBezTo>
                <a:cubicBezTo>
                  <a:pt x="2147808" y="637745"/>
                  <a:pt x="2178759" y="668696"/>
                  <a:pt x="2221112" y="668696"/>
                </a:cubicBezTo>
                <a:cubicBezTo>
                  <a:pt x="2239031" y="668696"/>
                  <a:pt x="2255321" y="662995"/>
                  <a:pt x="2266724" y="649148"/>
                </a:cubicBezTo>
                <a:lnTo>
                  <a:pt x="2266724" y="664623"/>
                </a:lnTo>
                <a:lnTo>
                  <a:pt x="2305005" y="664623"/>
                </a:lnTo>
                <a:lnTo>
                  <a:pt x="2305005" y="521273"/>
                </a:lnTo>
                <a:lnTo>
                  <a:pt x="2266724" y="521273"/>
                </a:lnTo>
                <a:lnTo>
                  <a:pt x="2266724" y="535934"/>
                </a:lnTo>
                <a:close/>
                <a:moveTo>
                  <a:pt x="2226814" y="633673"/>
                </a:moveTo>
                <a:cubicBezTo>
                  <a:pt x="2204008" y="633673"/>
                  <a:pt x="2188533" y="616569"/>
                  <a:pt x="2188533" y="592948"/>
                </a:cubicBezTo>
                <a:cubicBezTo>
                  <a:pt x="2188533" y="566885"/>
                  <a:pt x="2204008" y="551409"/>
                  <a:pt x="2226814" y="551409"/>
                </a:cubicBezTo>
                <a:cubicBezTo>
                  <a:pt x="2248805" y="551409"/>
                  <a:pt x="2266724" y="567699"/>
                  <a:pt x="2266724" y="591319"/>
                </a:cubicBezTo>
                <a:cubicBezTo>
                  <a:pt x="2266724" y="617383"/>
                  <a:pt x="2248805" y="633673"/>
                  <a:pt x="2226814" y="633673"/>
                </a:cubicBezTo>
                <a:close/>
                <a:moveTo>
                  <a:pt x="2073690" y="664623"/>
                </a:moveTo>
                <a:lnTo>
                  <a:pt x="2114414" y="664623"/>
                </a:lnTo>
                <a:lnTo>
                  <a:pt x="2114414" y="521273"/>
                </a:lnTo>
                <a:lnTo>
                  <a:pt x="2073690" y="521273"/>
                </a:lnTo>
                <a:lnTo>
                  <a:pt x="2073690" y="664623"/>
                </a:lnTo>
                <a:close/>
                <a:moveTo>
                  <a:pt x="2308263" y="333941"/>
                </a:moveTo>
                <a:lnTo>
                  <a:pt x="2141292" y="15475"/>
                </a:lnTo>
                <a:cubicBezTo>
                  <a:pt x="2139663" y="11403"/>
                  <a:pt x="2135591" y="8959"/>
                  <a:pt x="2130704" y="8959"/>
                </a:cubicBezTo>
                <a:lnTo>
                  <a:pt x="2055771" y="8959"/>
                </a:lnTo>
                <a:cubicBezTo>
                  <a:pt x="2045997" y="8959"/>
                  <a:pt x="2037038" y="14661"/>
                  <a:pt x="2032965" y="22806"/>
                </a:cubicBezTo>
                <a:lnTo>
                  <a:pt x="1870067" y="333941"/>
                </a:lnTo>
                <a:cubicBezTo>
                  <a:pt x="1869253" y="335570"/>
                  <a:pt x="1870067" y="338013"/>
                  <a:pt x="1872511" y="338013"/>
                </a:cubicBezTo>
                <a:lnTo>
                  <a:pt x="1956403" y="338013"/>
                </a:lnTo>
                <a:cubicBezTo>
                  <a:pt x="1961290" y="338013"/>
                  <a:pt x="1965363" y="335570"/>
                  <a:pt x="1966991" y="331497"/>
                </a:cubicBezTo>
                <a:lnTo>
                  <a:pt x="1994684" y="275298"/>
                </a:lnTo>
                <a:lnTo>
                  <a:pt x="2183646" y="275298"/>
                </a:lnTo>
                <a:lnTo>
                  <a:pt x="2195863" y="299732"/>
                </a:lnTo>
                <a:cubicBezTo>
                  <a:pt x="2207266" y="323352"/>
                  <a:pt x="2231701" y="338013"/>
                  <a:pt x="2257764" y="338013"/>
                </a:cubicBezTo>
                <a:lnTo>
                  <a:pt x="2305819" y="338013"/>
                </a:lnTo>
                <a:cubicBezTo>
                  <a:pt x="2308263" y="338013"/>
                  <a:pt x="2309077" y="336384"/>
                  <a:pt x="2308263" y="333941"/>
                </a:cubicBezTo>
                <a:close/>
                <a:moveTo>
                  <a:pt x="2024820" y="214211"/>
                </a:moveTo>
                <a:lnTo>
                  <a:pt x="2089979" y="83893"/>
                </a:lnTo>
                <a:lnTo>
                  <a:pt x="2154324" y="214211"/>
                </a:lnTo>
                <a:lnTo>
                  <a:pt x="2024820" y="214211"/>
                </a:lnTo>
                <a:close/>
                <a:moveTo>
                  <a:pt x="2073690" y="495210"/>
                </a:moveTo>
                <a:lnTo>
                  <a:pt x="2114414" y="495210"/>
                </a:lnTo>
                <a:lnTo>
                  <a:pt x="2114414" y="456114"/>
                </a:lnTo>
                <a:lnTo>
                  <a:pt x="2073690" y="456114"/>
                </a:lnTo>
                <a:lnTo>
                  <a:pt x="2073690" y="495210"/>
                </a:lnTo>
                <a:close/>
                <a:moveTo>
                  <a:pt x="1991426" y="632858"/>
                </a:moveTo>
                <a:cubicBezTo>
                  <a:pt x="1967806" y="632858"/>
                  <a:pt x="1950702" y="618198"/>
                  <a:pt x="1950702" y="593763"/>
                </a:cubicBezTo>
                <a:cubicBezTo>
                  <a:pt x="1950702" y="569328"/>
                  <a:pt x="1967806" y="554667"/>
                  <a:pt x="1990612" y="554667"/>
                </a:cubicBezTo>
                <a:cubicBezTo>
                  <a:pt x="2004458" y="554667"/>
                  <a:pt x="2012603" y="558740"/>
                  <a:pt x="2021562" y="564441"/>
                </a:cubicBezTo>
                <a:lnTo>
                  <a:pt x="2038667" y="533491"/>
                </a:lnTo>
                <a:cubicBezTo>
                  <a:pt x="2025635" y="522902"/>
                  <a:pt x="2008530" y="517201"/>
                  <a:pt x="1986539" y="517201"/>
                </a:cubicBezTo>
                <a:cubicBezTo>
                  <a:pt x="1944186" y="517201"/>
                  <a:pt x="1909163" y="545708"/>
                  <a:pt x="1909163" y="592948"/>
                </a:cubicBezTo>
                <a:cubicBezTo>
                  <a:pt x="1909163" y="640189"/>
                  <a:pt x="1943371" y="668696"/>
                  <a:pt x="1988168" y="668696"/>
                </a:cubicBezTo>
                <a:cubicBezTo>
                  <a:pt x="2010974" y="668696"/>
                  <a:pt x="2026449" y="663809"/>
                  <a:pt x="2039481" y="651591"/>
                </a:cubicBezTo>
                <a:lnTo>
                  <a:pt x="2021562" y="622270"/>
                </a:lnTo>
                <a:cubicBezTo>
                  <a:pt x="2014232" y="627971"/>
                  <a:pt x="2006087" y="632858"/>
                  <a:pt x="1991426" y="632858"/>
                </a:cubicBezTo>
                <a:close/>
                <a:moveTo>
                  <a:pt x="1714500" y="8959"/>
                </a:moveTo>
                <a:lnTo>
                  <a:pt x="1630608" y="8959"/>
                </a:lnTo>
                <a:cubicBezTo>
                  <a:pt x="1625721" y="8959"/>
                  <a:pt x="1621648" y="11403"/>
                  <a:pt x="1620019" y="15475"/>
                </a:cubicBezTo>
                <a:lnTo>
                  <a:pt x="1497846" y="262266"/>
                </a:lnTo>
                <a:lnTo>
                  <a:pt x="1374858" y="15475"/>
                </a:lnTo>
                <a:cubicBezTo>
                  <a:pt x="1373229" y="11403"/>
                  <a:pt x="1369156" y="8959"/>
                  <a:pt x="1364269" y="8959"/>
                </a:cubicBezTo>
                <a:lnTo>
                  <a:pt x="1280377" y="8959"/>
                </a:lnTo>
                <a:cubicBezTo>
                  <a:pt x="1278748" y="8959"/>
                  <a:pt x="1277119" y="11403"/>
                  <a:pt x="1277934" y="13032"/>
                </a:cubicBezTo>
                <a:lnTo>
                  <a:pt x="1440832" y="324167"/>
                </a:lnTo>
                <a:cubicBezTo>
                  <a:pt x="1444904" y="332312"/>
                  <a:pt x="1453863" y="338013"/>
                  <a:pt x="1463637" y="338013"/>
                </a:cubicBezTo>
                <a:lnTo>
                  <a:pt x="1538570" y="338013"/>
                </a:lnTo>
                <a:cubicBezTo>
                  <a:pt x="1543457" y="338013"/>
                  <a:pt x="1547530" y="335570"/>
                  <a:pt x="1549159" y="331497"/>
                </a:cubicBezTo>
                <a:lnTo>
                  <a:pt x="1716129" y="13032"/>
                </a:lnTo>
                <a:cubicBezTo>
                  <a:pt x="1717758" y="11403"/>
                  <a:pt x="1716129" y="8959"/>
                  <a:pt x="1714500" y="8959"/>
                </a:cubicBezTo>
                <a:close/>
                <a:moveTo>
                  <a:pt x="1623277" y="583174"/>
                </a:moveTo>
                <a:lnTo>
                  <a:pt x="1623277" y="663809"/>
                </a:lnTo>
                <a:lnTo>
                  <a:pt x="1664002" y="663809"/>
                </a:lnTo>
                <a:lnTo>
                  <a:pt x="1664002" y="585618"/>
                </a:lnTo>
                <a:cubicBezTo>
                  <a:pt x="1664002" y="562812"/>
                  <a:pt x="1676219" y="553853"/>
                  <a:pt x="1713686" y="555482"/>
                </a:cubicBezTo>
                <a:lnTo>
                  <a:pt x="1713686" y="518015"/>
                </a:lnTo>
                <a:cubicBezTo>
                  <a:pt x="1649341" y="513943"/>
                  <a:pt x="1623277" y="537563"/>
                  <a:pt x="1623277" y="583174"/>
                </a:cubicBezTo>
                <a:close/>
                <a:moveTo>
                  <a:pt x="1811424" y="517201"/>
                </a:moveTo>
                <a:cubicBezTo>
                  <a:pt x="1767442" y="517201"/>
                  <a:pt x="1738120" y="547337"/>
                  <a:pt x="1738120" y="592134"/>
                </a:cubicBezTo>
                <a:cubicBezTo>
                  <a:pt x="1738120" y="638560"/>
                  <a:pt x="1770700" y="667881"/>
                  <a:pt x="1820383" y="667881"/>
                </a:cubicBezTo>
                <a:cubicBezTo>
                  <a:pt x="1844818" y="667881"/>
                  <a:pt x="1864366" y="661365"/>
                  <a:pt x="1877398" y="649963"/>
                </a:cubicBezTo>
                <a:lnTo>
                  <a:pt x="1860294" y="620641"/>
                </a:lnTo>
                <a:cubicBezTo>
                  <a:pt x="1849705" y="627971"/>
                  <a:pt x="1838302" y="633673"/>
                  <a:pt x="1820383" y="633673"/>
                </a:cubicBezTo>
                <a:cubicBezTo>
                  <a:pt x="1803279" y="633673"/>
                  <a:pt x="1789433" y="627971"/>
                  <a:pt x="1781288" y="616569"/>
                </a:cubicBezTo>
                <a:lnTo>
                  <a:pt x="1880656" y="584804"/>
                </a:lnTo>
                <a:cubicBezTo>
                  <a:pt x="1876583" y="541635"/>
                  <a:pt x="1852149" y="517201"/>
                  <a:pt x="1811424" y="517201"/>
                </a:cubicBezTo>
                <a:close/>
                <a:moveTo>
                  <a:pt x="1774772" y="587247"/>
                </a:moveTo>
                <a:cubicBezTo>
                  <a:pt x="1775586" y="565256"/>
                  <a:pt x="1789433" y="551409"/>
                  <a:pt x="1810610" y="551409"/>
                </a:cubicBezTo>
                <a:cubicBezTo>
                  <a:pt x="1826085" y="551409"/>
                  <a:pt x="1833415" y="557925"/>
                  <a:pt x="1836673" y="566070"/>
                </a:cubicBezTo>
                <a:lnTo>
                  <a:pt x="1774772" y="587247"/>
                </a:lnTo>
                <a:close/>
              </a:path>
            </a:pathLst>
          </a:custGeom>
          <a:solidFill>
            <a:schemeClr val="bg1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608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s and imag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5383A5-86EE-8E83-602E-51E7197D6FE8}"/>
              </a:ext>
            </a:extLst>
          </p:cNvPr>
          <p:cNvSpPr/>
          <p:nvPr userDrawn="1"/>
        </p:nvSpPr>
        <p:spPr bwMode="gray">
          <a:xfrm>
            <a:off x="-600" y="0"/>
            <a:ext cx="12193200" cy="6858000"/>
          </a:xfrm>
          <a:prstGeom prst="rect">
            <a:avLst/>
          </a:prstGeom>
          <a:gradFill flip="none" rotWithShape="1">
            <a:gsLst>
              <a:gs pos="99425">
                <a:srgbClr val="001968"/>
              </a:gs>
              <a:gs pos="20000">
                <a:schemeClr val="tx2"/>
              </a:gs>
              <a:gs pos="68000">
                <a:srgbClr val="00249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625E16D8-BB25-0506-18E6-B50BB5AEC26B}"/>
              </a:ext>
            </a:extLst>
          </p:cNvPr>
          <p:cNvSpPr>
            <a:spLocks noGrp="1"/>
          </p:cNvSpPr>
          <p:nvPr>
            <p:ph type="dt" sz="half" idx="58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6116C515-5528-D650-6857-1212715F7FB5}"/>
              </a:ext>
            </a:extLst>
          </p:cNvPr>
          <p:cNvSpPr>
            <a:spLocks noGrp="1"/>
          </p:cNvSpPr>
          <p:nvPr>
            <p:ph type="ftr" sz="quarter" idx="59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D2BF53B-D969-1274-CFA8-8DF0A5C0B3D7}"/>
              </a:ext>
            </a:extLst>
          </p:cNvPr>
          <p:cNvSpPr>
            <a:spLocks noGrp="1"/>
          </p:cNvSpPr>
          <p:nvPr>
            <p:ph type="sldNum" sz="quarter" idx="6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17" name="Titre 16">
            <a:extLst>
              <a:ext uri="{FF2B5EF4-FFF2-40B4-BE49-F238E27FC236}">
                <a16:creationId xmlns:a16="http://schemas.microsoft.com/office/drawing/2014/main" id="{2BFB70AA-B097-8DE0-E0D1-2A416F0E8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796C4EB-9C5B-3AF0-A786-065819CA2574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99613614-C8D0-100D-CDA1-2505DB40176E}"/>
              </a:ext>
            </a:extLst>
          </p:cNvPr>
          <p:cNvSpPr>
            <a:spLocks noChangeAspect="1"/>
          </p:cNvSpPr>
          <p:nvPr/>
        </p:nvSpPr>
        <p:spPr bwMode="gray">
          <a:xfrm>
            <a:off x="907837" y="1612987"/>
            <a:ext cx="3143250" cy="3587750"/>
          </a:xfrm>
          <a:custGeom>
            <a:avLst/>
            <a:gdLst>
              <a:gd name="connsiteX0" fmla="*/ 767080 w 3143250"/>
              <a:gd name="connsiteY0" fmla="*/ 3436620 h 3587750"/>
              <a:gd name="connsiteX1" fmla="*/ 335280 w 3143250"/>
              <a:gd name="connsiteY1" fmla="*/ 3395980 h 3587750"/>
              <a:gd name="connsiteX2" fmla="*/ 317500 w 3143250"/>
              <a:gd name="connsiteY2" fmla="*/ 3390900 h 3587750"/>
              <a:gd name="connsiteX3" fmla="*/ 74930 w 3143250"/>
              <a:gd name="connsiteY3" fmla="*/ 3191510 h 3587750"/>
              <a:gd name="connsiteX4" fmla="*/ 29210 w 3143250"/>
              <a:gd name="connsiteY4" fmla="*/ 2890520 h 3587750"/>
              <a:gd name="connsiteX5" fmla="*/ 29210 w 3143250"/>
              <a:gd name="connsiteY5" fmla="*/ 0 h 3587750"/>
              <a:gd name="connsiteX6" fmla="*/ 0 w 3143250"/>
              <a:gd name="connsiteY6" fmla="*/ 0 h 3587750"/>
              <a:gd name="connsiteX7" fmla="*/ 0 w 3143250"/>
              <a:gd name="connsiteY7" fmla="*/ 2889250 h 3587750"/>
              <a:gd name="connsiteX8" fmla="*/ 48260 w 3143250"/>
              <a:gd name="connsiteY8" fmla="*/ 3202940 h 3587750"/>
              <a:gd name="connsiteX9" fmla="*/ 309880 w 3143250"/>
              <a:gd name="connsiteY9" fmla="*/ 3416300 h 3587750"/>
              <a:gd name="connsiteX10" fmla="*/ 327660 w 3143250"/>
              <a:gd name="connsiteY10" fmla="*/ 3421380 h 3587750"/>
              <a:gd name="connsiteX11" fmla="*/ 765810 w 3143250"/>
              <a:gd name="connsiteY11" fmla="*/ 3463290 h 3587750"/>
              <a:gd name="connsiteX12" fmla="*/ 3141980 w 3143250"/>
              <a:gd name="connsiteY12" fmla="*/ 3587750 h 3587750"/>
              <a:gd name="connsiteX13" fmla="*/ 3143250 w 3143250"/>
              <a:gd name="connsiteY13" fmla="*/ 3559810 h 3587750"/>
              <a:gd name="connsiteX14" fmla="*/ 767080 w 3143250"/>
              <a:gd name="connsiteY14" fmla="*/ 3436620 h 358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43250" h="3587750">
                <a:moveTo>
                  <a:pt x="767080" y="3436620"/>
                </a:moveTo>
                <a:cubicBezTo>
                  <a:pt x="763270" y="3436620"/>
                  <a:pt x="401320" y="3415030"/>
                  <a:pt x="335280" y="3395980"/>
                </a:cubicBezTo>
                <a:cubicBezTo>
                  <a:pt x="330200" y="3394710"/>
                  <a:pt x="323850" y="3392170"/>
                  <a:pt x="317500" y="3390900"/>
                </a:cubicBezTo>
                <a:cubicBezTo>
                  <a:pt x="248920" y="3371850"/>
                  <a:pt x="144780" y="3342640"/>
                  <a:pt x="74930" y="3191510"/>
                </a:cubicBezTo>
                <a:cubicBezTo>
                  <a:pt x="74930" y="3190240"/>
                  <a:pt x="29210" y="3102610"/>
                  <a:pt x="29210" y="2890520"/>
                </a:cubicBezTo>
                <a:lnTo>
                  <a:pt x="29210" y="0"/>
                </a:lnTo>
                <a:lnTo>
                  <a:pt x="0" y="0"/>
                </a:lnTo>
                <a:lnTo>
                  <a:pt x="0" y="2889250"/>
                </a:lnTo>
                <a:cubicBezTo>
                  <a:pt x="0" y="3110230"/>
                  <a:pt x="46990" y="3200400"/>
                  <a:pt x="48260" y="3202940"/>
                </a:cubicBezTo>
                <a:cubicBezTo>
                  <a:pt x="124460" y="3365500"/>
                  <a:pt x="240030" y="3397250"/>
                  <a:pt x="309880" y="3416300"/>
                </a:cubicBezTo>
                <a:cubicBezTo>
                  <a:pt x="316230" y="3417570"/>
                  <a:pt x="321310" y="3420110"/>
                  <a:pt x="327660" y="3421380"/>
                </a:cubicBezTo>
                <a:cubicBezTo>
                  <a:pt x="396240" y="3441700"/>
                  <a:pt x="750570" y="3463290"/>
                  <a:pt x="765810" y="3463290"/>
                </a:cubicBezTo>
                <a:lnTo>
                  <a:pt x="3141980" y="3587750"/>
                </a:lnTo>
                <a:lnTo>
                  <a:pt x="3143250" y="3559810"/>
                </a:lnTo>
                <a:lnTo>
                  <a:pt x="767080" y="343662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3" name="Espace réservé du texte 16">
            <a:extLst>
              <a:ext uri="{FF2B5EF4-FFF2-40B4-BE49-F238E27FC236}">
                <a16:creationId xmlns:a16="http://schemas.microsoft.com/office/drawing/2014/main" id="{DF73C2D7-1FB9-66CA-AF53-B9E1F1CFFB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250960" y="1566317"/>
            <a:ext cx="3143250" cy="548032"/>
          </a:xfrm>
        </p:spPr>
        <p:txBody>
          <a:bodyPr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bg1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3pPr>
            <a:lvl4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4pPr>
            <a:lvl5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5pPr>
            <a:lvl6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6pPr>
            <a:lvl7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7pPr>
            <a:lvl8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8pPr>
            <a:lvl9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 one line</a:t>
            </a:r>
          </a:p>
        </p:txBody>
      </p:sp>
      <p:sp>
        <p:nvSpPr>
          <p:cNvPr id="34" name="Espace réservé du texte 16">
            <a:extLst>
              <a:ext uri="{FF2B5EF4-FFF2-40B4-BE49-F238E27FC236}">
                <a16:creationId xmlns:a16="http://schemas.microsoft.com/office/drawing/2014/main" id="{883EB0CB-ACBC-ECB7-6499-49928413C41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 bwMode="gray">
          <a:xfrm>
            <a:off x="1261862" y="2229445"/>
            <a:ext cx="3102049" cy="2711723"/>
          </a:xfrm>
        </p:spPr>
        <p:txBody>
          <a:bodyPr anchor="t" anchorCtr="0"/>
          <a:lstStyle>
            <a:lvl1pPr marL="180000" indent="-180000">
              <a:spcAft>
                <a:spcPts val="1600"/>
              </a:spcAft>
              <a:buSzPct val="120000"/>
              <a:buFont typeface="Verdana" panose="020B0604030504040204" pitchFamily="34" charset="0"/>
              <a:buChar char="›"/>
              <a:defRPr sz="1400" b="0" baseline="0">
                <a:solidFill>
                  <a:schemeClr val="bg1"/>
                </a:solidFill>
                <a:latin typeface="+mn-lt"/>
              </a:defRPr>
            </a:lvl1pPr>
            <a:lvl2pPr marL="360000" indent="-180000">
              <a:spcAft>
                <a:spcPts val="1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2pPr>
            <a:lvl3pPr marL="540000" indent="-180000">
              <a:spcAft>
                <a:spcPts val="1600"/>
              </a:spcAft>
              <a:buClrTx/>
              <a:buFont typeface="Arial" panose="020B0604020202020204" pitchFamily="34" charset="0"/>
              <a:buChar char="◦"/>
              <a:defRPr sz="1400" b="0">
                <a:solidFill>
                  <a:schemeClr val="bg1"/>
                </a:solidFill>
                <a:latin typeface="+mn-lt"/>
              </a:defRPr>
            </a:lvl3pPr>
            <a:lvl4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4pPr>
            <a:lvl5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5pPr>
            <a:lvl6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6pPr>
            <a:lvl7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7pPr>
            <a:lvl8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8pPr>
            <a:lvl9pPr marL="720000" indent="-180000">
              <a:spcAft>
                <a:spcPts val="1600"/>
              </a:spcAft>
              <a:buClrTx/>
              <a:buSzPct val="120000"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38B782A0-B0FF-349C-5184-352AB95F95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E3112CAC-464D-05C2-D519-4E753EE3E8D7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 bwMode="gray">
          <a:xfrm>
            <a:off x="4542906" y="1630995"/>
            <a:ext cx="6731694" cy="3738392"/>
          </a:xfrm>
          <a:custGeom>
            <a:avLst/>
            <a:gdLst>
              <a:gd name="connsiteX0" fmla="*/ 0 w 6731694"/>
              <a:gd name="connsiteY0" fmla="*/ 0 h 3738392"/>
              <a:gd name="connsiteX1" fmla="*/ 875778 w 6731694"/>
              <a:gd name="connsiteY1" fmla="*/ 0 h 3738392"/>
              <a:gd name="connsiteX2" fmla="*/ 2226272 w 6731694"/>
              <a:gd name="connsiteY2" fmla="*/ 0 h 3738392"/>
              <a:gd name="connsiteX3" fmla="*/ 3102050 w 6731694"/>
              <a:gd name="connsiteY3" fmla="*/ 0 h 3738392"/>
              <a:gd name="connsiteX4" fmla="*/ 3102050 w 6731694"/>
              <a:gd name="connsiteY4" fmla="*/ 1 h 3738392"/>
              <a:gd name="connsiteX5" fmla="*/ 3450107 w 6731694"/>
              <a:gd name="connsiteY5" fmla="*/ 1 h 3738392"/>
              <a:gd name="connsiteX6" fmla="*/ 5440773 w 6731694"/>
              <a:gd name="connsiteY6" fmla="*/ 1 h 3738392"/>
              <a:gd name="connsiteX7" fmla="*/ 6731694 w 6731694"/>
              <a:gd name="connsiteY7" fmla="*/ 1 h 3738392"/>
              <a:gd name="connsiteX8" fmla="*/ 6731694 w 6731694"/>
              <a:gd name="connsiteY8" fmla="*/ 47558 h 3738392"/>
              <a:gd name="connsiteX9" fmla="*/ 6731694 w 6731694"/>
              <a:gd name="connsiteY9" fmla="*/ 200645 h 3738392"/>
              <a:gd name="connsiteX10" fmla="*/ 6731694 w 6731694"/>
              <a:gd name="connsiteY10" fmla="*/ 248202 h 3738392"/>
              <a:gd name="connsiteX11" fmla="*/ 6731694 w 6731694"/>
              <a:gd name="connsiteY11" fmla="*/ 504454 h 3738392"/>
              <a:gd name="connsiteX12" fmla="*/ 6731694 w 6731694"/>
              <a:gd name="connsiteY12" fmla="*/ 552011 h 3738392"/>
              <a:gd name="connsiteX13" fmla="*/ 6731694 w 6731694"/>
              <a:gd name="connsiteY13" fmla="*/ 705098 h 3738392"/>
              <a:gd name="connsiteX14" fmla="*/ 6731694 w 6731694"/>
              <a:gd name="connsiteY14" fmla="*/ 752655 h 3738392"/>
              <a:gd name="connsiteX15" fmla="*/ 6731694 w 6731694"/>
              <a:gd name="connsiteY15" fmla="*/ 819932 h 3738392"/>
              <a:gd name="connsiteX16" fmla="*/ 6731694 w 6731694"/>
              <a:gd name="connsiteY16" fmla="*/ 867489 h 3738392"/>
              <a:gd name="connsiteX17" fmla="*/ 6731694 w 6731694"/>
              <a:gd name="connsiteY17" fmla="*/ 1020576 h 3738392"/>
              <a:gd name="connsiteX18" fmla="*/ 6731694 w 6731694"/>
              <a:gd name="connsiteY18" fmla="*/ 1068133 h 3738392"/>
              <a:gd name="connsiteX19" fmla="*/ 6731694 w 6731694"/>
              <a:gd name="connsiteY19" fmla="*/ 1324385 h 3738392"/>
              <a:gd name="connsiteX20" fmla="*/ 6731694 w 6731694"/>
              <a:gd name="connsiteY20" fmla="*/ 1371942 h 3738392"/>
              <a:gd name="connsiteX21" fmla="*/ 6731694 w 6731694"/>
              <a:gd name="connsiteY21" fmla="*/ 1525029 h 3738392"/>
              <a:gd name="connsiteX22" fmla="*/ 6731694 w 6731694"/>
              <a:gd name="connsiteY22" fmla="*/ 1572586 h 3738392"/>
              <a:gd name="connsiteX23" fmla="*/ 6731694 w 6731694"/>
              <a:gd name="connsiteY23" fmla="*/ 2165807 h 3738392"/>
              <a:gd name="connsiteX24" fmla="*/ 6731694 w 6731694"/>
              <a:gd name="connsiteY24" fmla="*/ 2213364 h 3738392"/>
              <a:gd name="connsiteX25" fmla="*/ 6731694 w 6731694"/>
              <a:gd name="connsiteY25" fmla="*/ 2366451 h 3738392"/>
              <a:gd name="connsiteX26" fmla="*/ 6731694 w 6731694"/>
              <a:gd name="connsiteY26" fmla="*/ 2414008 h 3738392"/>
              <a:gd name="connsiteX27" fmla="*/ 6731694 w 6731694"/>
              <a:gd name="connsiteY27" fmla="*/ 2670260 h 3738392"/>
              <a:gd name="connsiteX28" fmla="*/ 6731694 w 6731694"/>
              <a:gd name="connsiteY28" fmla="*/ 2717817 h 3738392"/>
              <a:gd name="connsiteX29" fmla="*/ 6731694 w 6731694"/>
              <a:gd name="connsiteY29" fmla="*/ 2870904 h 3738392"/>
              <a:gd name="connsiteX30" fmla="*/ 6731694 w 6731694"/>
              <a:gd name="connsiteY30" fmla="*/ 2918461 h 3738392"/>
              <a:gd name="connsiteX31" fmla="*/ 6731694 w 6731694"/>
              <a:gd name="connsiteY31" fmla="*/ 2985738 h 3738392"/>
              <a:gd name="connsiteX32" fmla="*/ 6731694 w 6731694"/>
              <a:gd name="connsiteY32" fmla="*/ 3033295 h 3738392"/>
              <a:gd name="connsiteX33" fmla="*/ 6731694 w 6731694"/>
              <a:gd name="connsiteY33" fmla="*/ 3186382 h 3738392"/>
              <a:gd name="connsiteX34" fmla="*/ 6731694 w 6731694"/>
              <a:gd name="connsiteY34" fmla="*/ 3233939 h 3738392"/>
              <a:gd name="connsiteX35" fmla="*/ 6731694 w 6731694"/>
              <a:gd name="connsiteY35" fmla="*/ 3490191 h 3738392"/>
              <a:gd name="connsiteX36" fmla="*/ 6731694 w 6731694"/>
              <a:gd name="connsiteY36" fmla="*/ 3537748 h 3738392"/>
              <a:gd name="connsiteX37" fmla="*/ 6731694 w 6731694"/>
              <a:gd name="connsiteY37" fmla="*/ 3690835 h 3738392"/>
              <a:gd name="connsiteX38" fmla="*/ 6731694 w 6731694"/>
              <a:gd name="connsiteY38" fmla="*/ 3738392 h 3738392"/>
              <a:gd name="connsiteX39" fmla="*/ 5255992 w 6731694"/>
              <a:gd name="connsiteY39" fmla="*/ 3659196 h 3738392"/>
              <a:gd name="connsiteX40" fmla="*/ 5197592 w 6731694"/>
              <a:gd name="connsiteY40" fmla="*/ 3655505 h 3738392"/>
              <a:gd name="connsiteX41" fmla="*/ 5197588 w 6731694"/>
              <a:gd name="connsiteY41" fmla="*/ 3655505 h 3738392"/>
              <a:gd name="connsiteX42" fmla="*/ 4380214 w 6731694"/>
              <a:gd name="connsiteY42" fmla="*/ 3611639 h 3738392"/>
              <a:gd name="connsiteX43" fmla="*/ 4364312 w 6731694"/>
              <a:gd name="connsiteY43" fmla="*/ 3610672 h 3738392"/>
              <a:gd name="connsiteX44" fmla="*/ 4325402 w 6731694"/>
              <a:gd name="connsiteY44" fmla="*/ 3608178 h 3738392"/>
              <a:gd name="connsiteX45" fmla="*/ 4325402 w 6731694"/>
              <a:gd name="connsiteY45" fmla="*/ 3608705 h 3738392"/>
              <a:gd name="connsiteX46" fmla="*/ 2849700 w 6731694"/>
              <a:gd name="connsiteY46" fmla="*/ 3529509 h 3738392"/>
              <a:gd name="connsiteX47" fmla="*/ 2791300 w 6731694"/>
              <a:gd name="connsiteY47" fmla="*/ 3525818 h 3738392"/>
              <a:gd name="connsiteX48" fmla="*/ 2791296 w 6731694"/>
              <a:gd name="connsiteY48" fmla="*/ 3525818 h 3738392"/>
              <a:gd name="connsiteX49" fmla="*/ 1973922 w 6731694"/>
              <a:gd name="connsiteY49" fmla="*/ 3481952 h 3738392"/>
              <a:gd name="connsiteX50" fmla="*/ 1781993 w 6731694"/>
              <a:gd name="connsiteY50" fmla="*/ 3468617 h 3738392"/>
              <a:gd name="connsiteX51" fmla="*/ 1737372 w 6731694"/>
              <a:gd name="connsiteY51" fmla="*/ 3464510 h 3738392"/>
              <a:gd name="connsiteX52" fmla="*/ 1626348 w 6731694"/>
              <a:gd name="connsiteY52" fmla="*/ 3458551 h 3738392"/>
              <a:gd name="connsiteX53" fmla="*/ 1567948 w 6731694"/>
              <a:gd name="connsiteY53" fmla="*/ 3454860 h 3738392"/>
              <a:gd name="connsiteX54" fmla="*/ 1567944 w 6731694"/>
              <a:gd name="connsiteY54" fmla="*/ 3454860 h 3738392"/>
              <a:gd name="connsiteX55" fmla="*/ 750570 w 6731694"/>
              <a:gd name="connsiteY55" fmla="*/ 3410994 h 3738392"/>
              <a:gd name="connsiteX56" fmla="*/ 316230 w 6731694"/>
              <a:gd name="connsiteY56" fmla="*/ 3369084 h 3738392"/>
              <a:gd name="connsiteX57" fmla="*/ 46990 w 6731694"/>
              <a:gd name="connsiteY57" fmla="*/ 3158264 h 3738392"/>
              <a:gd name="connsiteX58" fmla="*/ 0 w 6731694"/>
              <a:gd name="connsiteY58" fmla="*/ 2850924 h 3738392"/>
              <a:gd name="connsiteX59" fmla="*/ 0 w 6731694"/>
              <a:gd name="connsiteY59" fmla="*/ 2346471 h 3738392"/>
              <a:gd name="connsiteX60" fmla="*/ 0 w 6731694"/>
              <a:gd name="connsiteY60" fmla="*/ 2030993 h 3738392"/>
              <a:gd name="connsiteX61" fmla="*/ 0 w 6731694"/>
              <a:gd name="connsiteY61" fmla="*/ 1526540 h 3738392"/>
              <a:gd name="connsiteX62" fmla="*/ 0 w 6731694"/>
              <a:gd name="connsiteY62" fmla="*/ 1324384 h 3738392"/>
              <a:gd name="connsiteX63" fmla="*/ 0 w 6731694"/>
              <a:gd name="connsiteY63" fmla="*/ 819931 h 3738392"/>
              <a:gd name="connsiteX64" fmla="*/ 0 w 6731694"/>
              <a:gd name="connsiteY64" fmla="*/ 504453 h 373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731694" h="3738392">
                <a:moveTo>
                  <a:pt x="0" y="0"/>
                </a:moveTo>
                <a:lnTo>
                  <a:pt x="875778" y="0"/>
                </a:lnTo>
                <a:lnTo>
                  <a:pt x="2226272" y="0"/>
                </a:lnTo>
                <a:lnTo>
                  <a:pt x="3102050" y="0"/>
                </a:lnTo>
                <a:lnTo>
                  <a:pt x="3102050" y="1"/>
                </a:lnTo>
                <a:lnTo>
                  <a:pt x="3450107" y="1"/>
                </a:lnTo>
                <a:lnTo>
                  <a:pt x="5440773" y="1"/>
                </a:lnTo>
                <a:lnTo>
                  <a:pt x="6731694" y="1"/>
                </a:lnTo>
                <a:lnTo>
                  <a:pt x="6731694" y="47558"/>
                </a:lnTo>
                <a:lnTo>
                  <a:pt x="6731694" y="200645"/>
                </a:lnTo>
                <a:lnTo>
                  <a:pt x="6731694" y="248202"/>
                </a:lnTo>
                <a:lnTo>
                  <a:pt x="6731694" y="504454"/>
                </a:lnTo>
                <a:lnTo>
                  <a:pt x="6731694" y="552011"/>
                </a:lnTo>
                <a:lnTo>
                  <a:pt x="6731694" y="705098"/>
                </a:lnTo>
                <a:lnTo>
                  <a:pt x="6731694" y="752655"/>
                </a:lnTo>
                <a:lnTo>
                  <a:pt x="6731694" y="819932"/>
                </a:lnTo>
                <a:lnTo>
                  <a:pt x="6731694" y="867489"/>
                </a:lnTo>
                <a:lnTo>
                  <a:pt x="6731694" y="1020576"/>
                </a:lnTo>
                <a:lnTo>
                  <a:pt x="6731694" y="1068133"/>
                </a:lnTo>
                <a:lnTo>
                  <a:pt x="6731694" y="1324385"/>
                </a:lnTo>
                <a:lnTo>
                  <a:pt x="6731694" y="1371942"/>
                </a:lnTo>
                <a:lnTo>
                  <a:pt x="6731694" y="1525029"/>
                </a:lnTo>
                <a:lnTo>
                  <a:pt x="6731694" y="1572586"/>
                </a:lnTo>
                <a:lnTo>
                  <a:pt x="6731694" y="2165807"/>
                </a:lnTo>
                <a:lnTo>
                  <a:pt x="6731694" y="2213364"/>
                </a:lnTo>
                <a:lnTo>
                  <a:pt x="6731694" y="2366451"/>
                </a:lnTo>
                <a:lnTo>
                  <a:pt x="6731694" y="2414008"/>
                </a:lnTo>
                <a:lnTo>
                  <a:pt x="6731694" y="2670260"/>
                </a:lnTo>
                <a:lnTo>
                  <a:pt x="6731694" y="2717817"/>
                </a:lnTo>
                <a:lnTo>
                  <a:pt x="6731694" y="2870904"/>
                </a:lnTo>
                <a:lnTo>
                  <a:pt x="6731694" y="2918461"/>
                </a:lnTo>
                <a:lnTo>
                  <a:pt x="6731694" y="2985738"/>
                </a:lnTo>
                <a:lnTo>
                  <a:pt x="6731694" y="3033295"/>
                </a:lnTo>
                <a:lnTo>
                  <a:pt x="6731694" y="3186382"/>
                </a:lnTo>
                <a:lnTo>
                  <a:pt x="6731694" y="3233939"/>
                </a:lnTo>
                <a:lnTo>
                  <a:pt x="6731694" y="3490191"/>
                </a:lnTo>
                <a:lnTo>
                  <a:pt x="6731694" y="3537748"/>
                </a:lnTo>
                <a:lnTo>
                  <a:pt x="6731694" y="3690835"/>
                </a:lnTo>
                <a:lnTo>
                  <a:pt x="6731694" y="3738392"/>
                </a:lnTo>
                <a:lnTo>
                  <a:pt x="5255992" y="3659196"/>
                </a:lnTo>
                <a:cubicBezTo>
                  <a:pt x="5255992" y="3659196"/>
                  <a:pt x="5233053" y="3657847"/>
                  <a:pt x="5197592" y="3655505"/>
                </a:cubicBezTo>
                <a:lnTo>
                  <a:pt x="5197588" y="3655505"/>
                </a:lnTo>
                <a:lnTo>
                  <a:pt x="4380214" y="3611639"/>
                </a:lnTo>
                <a:cubicBezTo>
                  <a:pt x="4380214" y="3611639"/>
                  <a:pt x="4374479" y="3611302"/>
                  <a:pt x="4364312" y="3610672"/>
                </a:cubicBezTo>
                <a:lnTo>
                  <a:pt x="4325402" y="3608178"/>
                </a:lnTo>
                <a:lnTo>
                  <a:pt x="4325402" y="3608705"/>
                </a:lnTo>
                <a:lnTo>
                  <a:pt x="2849700" y="3529509"/>
                </a:lnTo>
                <a:cubicBezTo>
                  <a:pt x="2849700" y="3529509"/>
                  <a:pt x="2826761" y="3528160"/>
                  <a:pt x="2791300" y="3525818"/>
                </a:cubicBezTo>
                <a:lnTo>
                  <a:pt x="2791296" y="3525818"/>
                </a:lnTo>
                <a:lnTo>
                  <a:pt x="1973922" y="3481952"/>
                </a:lnTo>
                <a:cubicBezTo>
                  <a:pt x="1973922" y="3481952"/>
                  <a:pt x="1882164" y="3476555"/>
                  <a:pt x="1781993" y="3468617"/>
                </a:cubicBezTo>
                <a:lnTo>
                  <a:pt x="1737372" y="3464510"/>
                </a:lnTo>
                <a:lnTo>
                  <a:pt x="1626348" y="3458551"/>
                </a:lnTo>
                <a:cubicBezTo>
                  <a:pt x="1626348" y="3458551"/>
                  <a:pt x="1603409" y="3457202"/>
                  <a:pt x="1567948" y="3454860"/>
                </a:cubicBezTo>
                <a:lnTo>
                  <a:pt x="1567944" y="3454860"/>
                </a:lnTo>
                <a:lnTo>
                  <a:pt x="750570" y="3410994"/>
                </a:lnTo>
                <a:cubicBezTo>
                  <a:pt x="750570" y="3410994"/>
                  <a:pt x="383540" y="3389404"/>
                  <a:pt x="316230" y="3369084"/>
                </a:cubicBezTo>
                <a:cubicBezTo>
                  <a:pt x="248920" y="3348764"/>
                  <a:pt x="127000" y="3328444"/>
                  <a:pt x="46990" y="3158264"/>
                </a:cubicBezTo>
                <a:cubicBezTo>
                  <a:pt x="46990" y="3158264"/>
                  <a:pt x="0" y="3070634"/>
                  <a:pt x="0" y="2850924"/>
                </a:cubicBezTo>
                <a:lnTo>
                  <a:pt x="0" y="2346471"/>
                </a:lnTo>
                <a:lnTo>
                  <a:pt x="0" y="2030993"/>
                </a:lnTo>
                <a:lnTo>
                  <a:pt x="0" y="1526540"/>
                </a:lnTo>
                <a:lnTo>
                  <a:pt x="0" y="1324384"/>
                </a:lnTo>
                <a:lnTo>
                  <a:pt x="0" y="819931"/>
                </a:lnTo>
                <a:lnTo>
                  <a:pt x="0" y="5044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to insert a picture</a:t>
            </a:r>
          </a:p>
        </p:txBody>
      </p:sp>
      <p:sp>
        <p:nvSpPr>
          <p:cNvPr id="3" name="Graphique 11">
            <a:extLst>
              <a:ext uri="{FF2B5EF4-FFF2-40B4-BE49-F238E27FC236}">
                <a16:creationId xmlns:a16="http://schemas.microsoft.com/office/drawing/2014/main" id="{33759391-D429-8A50-2EE5-938FF839F3EA}"/>
              </a:ext>
            </a:extLst>
          </p:cNvPr>
          <p:cNvSpPr>
            <a:spLocks noChangeAspect="1"/>
          </p:cNvSpPr>
          <p:nvPr userDrawn="1"/>
        </p:nvSpPr>
        <p:spPr>
          <a:xfrm>
            <a:off x="10538782" y="6243875"/>
            <a:ext cx="1238400" cy="358713"/>
          </a:xfrm>
          <a:custGeom>
            <a:avLst/>
            <a:gdLst>
              <a:gd name="connsiteX0" fmla="*/ 1118294 w 2308567"/>
              <a:gd name="connsiteY0" fmla="*/ 510685 h 668695"/>
              <a:gd name="connsiteX1" fmla="*/ 1118294 w 2308567"/>
              <a:gd name="connsiteY1" fmla="*/ 664623 h 668695"/>
              <a:gd name="connsiteX2" fmla="*/ 1159018 w 2308567"/>
              <a:gd name="connsiteY2" fmla="*/ 664623 h 668695"/>
              <a:gd name="connsiteX3" fmla="*/ 1159018 w 2308567"/>
              <a:gd name="connsiteY3" fmla="*/ 559554 h 668695"/>
              <a:gd name="connsiteX4" fmla="*/ 1223363 w 2308567"/>
              <a:gd name="connsiteY4" fmla="*/ 559554 h 668695"/>
              <a:gd name="connsiteX5" fmla="*/ 1223363 w 2308567"/>
              <a:gd name="connsiteY5" fmla="*/ 520459 h 668695"/>
              <a:gd name="connsiteX6" fmla="*/ 1159018 w 2308567"/>
              <a:gd name="connsiteY6" fmla="*/ 520459 h 668695"/>
              <a:gd name="connsiteX7" fmla="*/ 1159018 w 2308567"/>
              <a:gd name="connsiteY7" fmla="*/ 513128 h 668695"/>
              <a:gd name="connsiteX8" fmla="*/ 1225806 w 2308567"/>
              <a:gd name="connsiteY8" fmla="*/ 482178 h 668695"/>
              <a:gd name="connsiteX9" fmla="*/ 1225806 w 2308567"/>
              <a:gd name="connsiteY9" fmla="*/ 444711 h 668695"/>
              <a:gd name="connsiteX10" fmla="*/ 1118294 w 2308567"/>
              <a:gd name="connsiteY10" fmla="*/ 510685 h 668695"/>
              <a:gd name="connsiteX11" fmla="*/ 1361012 w 2308567"/>
              <a:gd name="connsiteY11" fmla="*/ 534305 h 668695"/>
              <a:gd name="connsiteX12" fmla="*/ 1315400 w 2308567"/>
              <a:gd name="connsiteY12" fmla="*/ 517201 h 668695"/>
              <a:gd name="connsiteX13" fmla="*/ 1242096 w 2308567"/>
              <a:gd name="connsiteY13" fmla="*/ 592948 h 668695"/>
              <a:gd name="connsiteX14" fmla="*/ 1315400 w 2308567"/>
              <a:gd name="connsiteY14" fmla="*/ 668696 h 668695"/>
              <a:gd name="connsiteX15" fmla="*/ 1361012 w 2308567"/>
              <a:gd name="connsiteY15" fmla="*/ 651591 h 668695"/>
              <a:gd name="connsiteX16" fmla="*/ 1361012 w 2308567"/>
              <a:gd name="connsiteY16" fmla="*/ 665438 h 668695"/>
              <a:gd name="connsiteX17" fmla="*/ 1399293 w 2308567"/>
              <a:gd name="connsiteY17" fmla="*/ 665438 h 668695"/>
              <a:gd name="connsiteX18" fmla="*/ 1399293 w 2308567"/>
              <a:gd name="connsiteY18" fmla="*/ 522088 h 668695"/>
              <a:gd name="connsiteX19" fmla="*/ 1361012 w 2308567"/>
              <a:gd name="connsiteY19" fmla="*/ 522088 h 668695"/>
              <a:gd name="connsiteX20" fmla="*/ 1361012 w 2308567"/>
              <a:gd name="connsiteY20" fmla="*/ 534305 h 668695"/>
              <a:gd name="connsiteX21" fmla="*/ 1321102 w 2308567"/>
              <a:gd name="connsiteY21" fmla="*/ 633673 h 668695"/>
              <a:gd name="connsiteX22" fmla="*/ 1282820 w 2308567"/>
              <a:gd name="connsiteY22" fmla="*/ 592948 h 668695"/>
              <a:gd name="connsiteX23" fmla="*/ 1321102 w 2308567"/>
              <a:gd name="connsiteY23" fmla="*/ 551409 h 668695"/>
              <a:gd name="connsiteX24" fmla="*/ 1361012 w 2308567"/>
              <a:gd name="connsiteY24" fmla="*/ 590505 h 668695"/>
              <a:gd name="connsiteX25" fmla="*/ 1321102 w 2308567"/>
              <a:gd name="connsiteY25" fmla="*/ 633673 h 668695"/>
              <a:gd name="connsiteX26" fmla="*/ 1196485 w 2308567"/>
              <a:gd name="connsiteY26" fmla="*/ 338013 h 668695"/>
              <a:gd name="connsiteX27" fmla="*/ 1282820 w 2308567"/>
              <a:gd name="connsiteY27" fmla="*/ 338013 h 668695"/>
              <a:gd name="connsiteX28" fmla="*/ 1285264 w 2308567"/>
              <a:gd name="connsiteY28" fmla="*/ 333941 h 668695"/>
              <a:gd name="connsiteX29" fmla="*/ 1191598 w 2308567"/>
              <a:gd name="connsiteY29" fmla="*/ 215840 h 668695"/>
              <a:gd name="connsiteX30" fmla="*/ 1266531 w 2308567"/>
              <a:gd name="connsiteY30" fmla="*/ 116472 h 668695"/>
              <a:gd name="connsiteX31" fmla="*/ 1135398 w 2308567"/>
              <a:gd name="connsiteY31" fmla="*/ 8959 h 668695"/>
              <a:gd name="connsiteX32" fmla="*/ 914671 w 2308567"/>
              <a:gd name="connsiteY32" fmla="*/ 8959 h 668695"/>
              <a:gd name="connsiteX33" fmla="*/ 888608 w 2308567"/>
              <a:gd name="connsiteY33" fmla="*/ 35023 h 668695"/>
              <a:gd name="connsiteX34" fmla="*/ 888608 w 2308567"/>
              <a:gd name="connsiteY34" fmla="*/ 325796 h 668695"/>
              <a:gd name="connsiteX35" fmla="*/ 900825 w 2308567"/>
              <a:gd name="connsiteY35" fmla="*/ 338013 h 668695"/>
              <a:gd name="connsiteX36" fmla="*/ 962726 w 2308567"/>
              <a:gd name="connsiteY36" fmla="*/ 338013 h 668695"/>
              <a:gd name="connsiteX37" fmla="*/ 974944 w 2308567"/>
              <a:gd name="connsiteY37" fmla="*/ 325796 h 668695"/>
              <a:gd name="connsiteX38" fmla="*/ 974944 w 2308567"/>
              <a:gd name="connsiteY38" fmla="*/ 223985 h 668695"/>
              <a:gd name="connsiteX39" fmla="*/ 1049877 w 2308567"/>
              <a:gd name="connsiteY39" fmla="*/ 223985 h 668695"/>
              <a:gd name="connsiteX40" fmla="*/ 1114221 w 2308567"/>
              <a:gd name="connsiteY40" fmla="*/ 250048 h 668695"/>
              <a:gd name="connsiteX41" fmla="*/ 1188340 w 2308567"/>
              <a:gd name="connsiteY41" fmla="*/ 333126 h 668695"/>
              <a:gd name="connsiteX42" fmla="*/ 1196485 w 2308567"/>
              <a:gd name="connsiteY42" fmla="*/ 338013 h 668695"/>
              <a:gd name="connsiteX43" fmla="*/ 1123181 w 2308567"/>
              <a:gd name="connsiteY43" fmla="*/ 158825 h 668695"/>
              <a:gd name="connsiteX44" fmla="*/ 974129 w 2308567"/>
              <a:gd name="connsiteY44" fmla="*/ 158825 h 668695"/>
              <a:gd name="connsiteX45" fmla="*/ 974129 w 2308567"/>
              <a:gd name="connsiteY45" fmla="*/ 83078 h 668695"/>
              <a:gd name="connsiteX46" fmla="*/ 1123181 w 2308567"/>
              <a:gd name="connsiteY46" fmla="*/ 83078 h 668695"/>
              <a:gd name="connsiteX47" fmla="*/ 1180195 w 2308567"/>
              <a:gd name="connsiteY47" fmla="*/ 121359 h 668695"/>
              <a:gd name="connsiteX48" fmla="*/ 1123181 w 2308567"/>
              <a:gd name="connsiteY48" fmla="*/ 158825 h 668695"/>
              <a:gd name="connsiteX49" fmla="*/ 610052 w 2308567"/>
              <a:gd name="connsiteY49" fmla="*/ 0 h 668695"/>
              <a:gd name="connsiteX50" fmla="*/ 384439 w 2308567"/>
              <a:gd name="connsiteY50" fmla="*/ 173486 h 668695"/>
              <a:gd name="connsiteX51" fmla="*/ 610052 w 2308567"/>
              <a:gd name="connsiteY51" fmla="*/ 346973 h 668695"/>
              <a:gd name="connsiteX52" fmla="*/ 834037 w 2308567"/>
              <a:gd name="connsiteY52" fmla="*/ 173486 h 668695"/>
              <a:gd name="connsiteX53" fmla="*/ 610052 w 2308567"/>
              <a:gd name="connsiteY53" fmla="*/ 0 h 668695"/>
              <a:gd name="connsiteX54" fmla="*/ 610052 w 2308567"/>
              <a:gd name="connsiteY54" fmla="*/ 280185 h 668695"/>
              <a:gd name="connsiteX55" fmla="*/ 471589 w 2308567"/>
              <a:gd name="connsiteY55" fmla="*/ 174301 h 668695"/>
              <a:gd name="connsiteX56" fmla="*/ 610052 w 2308567"/>
              <a:gd name="connsiteY56" fmla="*/ 68417 h 668695"/>
              <a:gd name="connsiteX57" fmla="*/ 747701 w 2308567"/>
              <a:gd name="connsiteY57" fmla="*/ 174301 h 668695"/>
              <a:gd name="connsiteX58" fmla="*/ 610052 w 2308567"/>
              <a:gd name="connsiteY58" fmla="*/ 280185 h 668695"/>
              <a:gd name="connsiteX59" fmla="*/ 1760926 w 2308567"/>
              <a:gd name="connsiteY59" fmla="*/ 338013 h 668695"/>
              <a:gd name="connsiteX60" fmla="*/ 1822827 w 2308567"/>
              <a:gd name="connsiteY60" fmla="*/ 338013 h 668695"/>
              <a:gd name="connsiteX61" fmla="*/ 1835044 w 2308567"/>
              <a:gd name="connsiteY61" fmla="*/ 325796 h 668695"/>
              <a:gd name="connsiteX62" fmla="*/ 1835044 w 2308567"/>
              <a:gd name="connsiteY62" fmla="*/ 21177 h 668695"/>
              <a:gd name="connsiteX63" fmla="*/ 1822827 w 2308567"/>
              <a:gd name="connsiteY63" fmla="*/ 8959 h 668695"/>
              <a:gd name="connsiteX64" fmla="*/ 1775586 w 2308567"/>
              <a:gd name="connsiteY64" fmla="*/ 8959 h 668695"/>
              <a:gd name="connsiteX65" fmla="*/ 1749523 w 2308567"/>
              <a:gd name="connsiteY65" fmla="*/ 35023 h 668695"/>
              <a:gd name="connsiteX66" fmla="*/ 1749523 w 2308567"/>
              <a:gd name="connsiteY66" fmla="*/ 325796 h 668695"/>
              <a:gd name="connsiteX67" fmla="*/ 1760926 w 2308567"/>
              <a:gd name="connsiteY67" fmla="*/ 338013 h 668695"/>
              <a:gd name="connsiteX68" fmla="*/ 356746 w 2308567"/>
              <a:gd name="connsiteY68" fmla="*/ 8959 h 668695"/>
              <a:gd name="connsiteX69" fmla="*/ 26064 w 2308567"/>
              <a:gd name="connsiteY69" fmla="*/ 8959 h 668695"/>
              <a:gd name="connsiteX70" fmla="*/ 0 w 2308567"/>
              <a:gd name="connsiteY70" fmla="*/ 35023 h 668695"/>
              <a:gd name="connsiteX71" fmla="*/ 0 w 2308567"/>
              <a:gd name="connsiteY71" fmla="*/ 109142 h 668695"/>
              <a:gd name="connsiteX72" fmla="*/ 34209 w 2308567"/>
              <a:gd name="connsiteY72" fmla="*/ 159640 h 668695"/>
              <a:gd name="connsiteX73" fmla="*/ 232129 w 2308567"/>
              <a:gd name="connsiteY73" fmla="*/ 171043 h 668695"/>
              <a:gd name="connsiteX74" fmla="*/ 232129 w 2308567"/>
              <a:gd name="connsiteY74" fmla="*/ 182446 h 668695"/>
              <a:gd name="connsiteX75" fmla="*/ 33394 w 2308567"/>
              <a:gd name="connsiteY75" fmla="*/ 194663 h 668695"/>
              <a:gd name="connsiteX76" fmla="*/ 0 w 2308567"/>
              <a:gd name="connsiteY76" fmla="*/ 244347 h 668695"/>
              <a:gd name="connsiteX77" fmla="*/ 0 w 2308567"/>
              <a:gd name="connsiteY77" fmla="*/ 325796 h 668695"/>
              <a:gd name="connsiteX78" fmla="*/ 11403 w 2308567"/>
              <a:gd name="connsiteY78" fmla="*/ 338013 h 668695"/>
              <a:gd name="connsiteX79" fmla="*/ 73304 w 2308567"/>
              <a:gd name="connsiteY79" fmla="*/ 338013 h 668695"/>
              <a:gd name="connsiteX80" fmla="*/ 85521 w 2308567"/>
              <a:gd name="connsiteY80" fmla="*/ 325796 h 668695"/>
              <a:gd name="connsiteX81" fmla="*/ 85521 w 2308567"/>
              <a:gd name="connsiteY81" fmla="*/ 266338 h 668695"/>
              <a:gd name="connsiteX82" fmla="*/ 114843 w 2308567"/>
              <a:gd name="connsiteY82" fmla="*/ 245161 h 668695"/>
              <a:gd name="connsiteX83" fmla="*/ 274483 w 2308567"/>
              <a:gd name="connsiteY83" fmla="*/ 231315 h 668695"/>
              <a:gd name="connsiteX84" fmla="*/ 274483 w 2308567"/>
              <a:gd name="connsiteY84" fmla="*/ 118101 h 668695"/>
              <a:gd name="connsiteX85" fmla="*/ 106698 w 2308567"/>
              <a:gd name="connsiteY85" fmla="*/ 103440 h 668695"/>
              <a:gd name="connsiteX86" fmla="*/ 85521 w 2308567"/>
              <a:gd name="connsiteY86" fmla="*/ 83078 h 668695"/>
              <a:gd name="connsiteX87" fmla="*/ 364077 w 2308567"/>
              <a:gd name="connsiteY87" fmla="*/ 83078 h 668695"/>
              <a:gd name="connsiteX88" fmla="*/ 368964 w 2308567"/>
              <a:gd name="connsiteY88" fmla="*/ 78191 h 668695"/>
              <a:gd name="connsiteX89" fmla="*/ 368964 w 2308567"/>
              <a:gd name="connsiteY89" fmla="*/ 21177 h 668695"/>
              <a:gd name="connsiteX90" fmla="*/ 356746 w 2308567"/>
              <a:gd name="connsiteY90" fmla="*/ 8959 h 668695"/>
              <a:gd name="connsiteX91" fmla="*/ 1055578 w 2308567"/>
              <a:gd name="connsiteY91" fmla="*/ 559554 h 668695"/>
              <a:gd name="connsiteX92" fmla="*/ 1092230 w 2308567"/>
              <a:gd name="connsiteY92" fmla="*/ 559554 h 668695"/>
              <a:gd name="connsiteX93" fmla="*/ 1092230 w 2308567"/>
              <a:gd name="connsiteY93" fmla="*/ 520459 h 668695"/>
              <a:gd name="connsiteX94" fmla="*/ 1055578 w 2308567"/>
              <a:gd name="connsiteY94" fmla="*/ 520459 h 668695"/>
              <a:gd name="connsiteX95" fmla="*/ 1055578 w 2308567"/>
              <a:gd name="connsiteY95" fmla="*/ 559554 h 668695"/>
              <a:gd name="connsiteX96" fmla="*/ 1543457 w 2308567"/>
              <a:gd name="connsiteY96" fmla="*/ 593763 h 668695"/>
              <a:gd name="connsiteX97" fmla="*/ 1512507 w 2308567"/>
              <a:gd name="connsiteY97" fmla="*/ 632044 h 668695"/>
              <a:gd name="connsiteX98" fmla="*/ 1481556 w 2308567"/>
              <a:gd name="connsiteY98" fmla="*/ 593763 h 668695"/>
              <a:gd name="connsiteX99" fmla="*/ 1481556 w 2308567"/>
              <a:gd name="connsiteY99" fmla="*/ 521273 h 668695"/>
              <a:gd name="connsiteX100" fmla="*/ 1440832 w 2308567"/>
              <a:gd name="connsiteY100" fmla="*/ 521273 h 668695"/>
              <a:gd name="connsiteX101" fmla="*/ 1440832 w 2308567"/>
              <a:gd name="connsiteY101" fmla="*/ 598650 h 668695"/>
              <a:gd name="connsiteX102" fmla="*/ 1512507 w 2308567"/>
              <a:gd name="connsiteY102" fmla="*/ 668696 h 668695"/>
              <a:gd name="connsiteX103" fmla="*/ 1584182 w 2308567"/>
              <a:gd name="connsiteY103" fmla="*/ 598650 h 668695"/>
              <a:gd name="connsiteX104" fmla="*/ 1584182 w 2308567"/>
              <a:gd name="connsiteY104" fmla="*/ 521273 h 668695"/>
              <a:gd name="connsiteX105" fmla="*/ 1543457 w 2308567"/>
              <a:gd name="connsiteY105" fmla="*/ 521273 h 668695"/>
              <a:gd name="connsiteX106" fmla="*/ 1543457 w 2308567"/>
              <a:gd name="connsiteY106" fmla="*/ 593763 h 668695"/>
              <a:gd name="connsiteX107" fmla="*/ 2266724 w 2308567"/>
              <a:gd name="connsiteY107" fmla="*/ 535934 h 668695"/>
              <a:gd name="connsiteX108" fmla="*/ 2221112 w 2308567"/>
              <a:gd name="connsiteY108" fmla="*/ 517201 h 668695"/>
              <a:gd name="connsiteX109" fmla="*/ 2147808 w 2308567"/>
              <a:gd name="connsiteY109" fmla="*/ 592948 h 668695"/>
              <a:gd name="connsiteX110" fmla="*/ 2221112 w 2308567"/>
              <a:gd name="connsiteY110" fmla="*/ 668696 h 668695"/>
              <a:gd name="connsiteX111" fmla="*/ 2266724 w 2308567"/>
              <a:gd name="connsiteY111" fmla="*/ 649148 h 668695"/>
              <a:gd name="connsiteX112" fmla="*/ 2266724 w 2308567"/>
              <a:gd name="connsiteY112" fmla="*/ 664623 h 668695"/>
              <a:gd name="connsiteX113" fmla="*/ 2305005 w 2308567"/>
              <a:gd name="connsiteY113" fmla="*/ 664623 h 668695"/>
              <a:gd name="connsiteX114" fmla="*/ 2305005 w 2308567"/>
              <a:gd name="connsiteY114" fmla="*/ 521273 h 668695"/>
              <a:gd name="connsiteX115" fmla="*/ 2266724 w 2308567"/>
              <a:gd name="connsiteY115" fmla="*/ 521273 h 668695"/>
              <a:gd name="connsiteX116" fmla="*/ 2266724 w 2308567"/>
              <a:gd name="connsiteY116" fmla="*/ 535934 h 668695"/>
              <a:gd name="connsiteX117" fmla="*/ 2226814 w 2308567"/>
              <a:gd name="connsiteY117" fmla="*/ 633673 h 668695"/>
              <a:gd name="connsiteX118" fmla="*/ 2188533 w 2308567"/>
              <a:gd name="connsiteY118" fmla="*/ 592948 h 668695"/>
              <a:gd name="connsiteX119" fmla="*/ 2226814 w 2308567"/>
              <a:gd name="connsiteY119" fmla="*/ 551409 h 668695"/>
              <a:gd name="connsiteX120" fmla="*/ 2266724 w 2308567"/>
              <a:gd name="connsiteY120" fmla="*/ 591319 h 668695"/>
              <a:gd name="connsiteX121" fmla="*/ 2226814 w 2308567"/>
              <a:gd name="connsiteY121" fmla="*/ 633673 h 668695"/>
              <a:gd name="connsiteX122" fmla="*/ 2073690 w 2308567"/>
              <a:gd name="connsiteY122" fmla="*/ 664623 h 668695"/>
              <a:gd name="connsiteX123" fmla="*/ 2114414 w 2308567"/>
              <a:gd name="connsiteY123" fmla="*/ 664623 h 668695"/>
              <a:gd name="connsiteX124" fmla="*/ 2114414 w 2308567"/>
              <a:gd name="connsiteY124" fmla="*/ 521273 h 668695"/>
              <a:gd name="connsiteX125" fmla="*/ 2073690 w 2308567"/>
              <a:gd name="connsiteY125" fmla="*/ 521273 h 668695"/>
              <a:gd name="connsiteX126" fmla="*/ 2073690 w 2308567"/>
              <a:gd name="connsiteY126" fmla="*/ 664623 h 668695"/>
              <a:gd name="connsiteX127" fmla="*/ 2308263 w 2308567"/>
              <a:gd name="connsiteY127" fmla="*/ 333941 h 668695"/>
              <a:gd name="connsiteX128" fmla="*/ 2141292 w 2308567"/>
              <a:gd name="connsiteY128" fmla="*/ 15475 h 668695"/>
              <a:gd name="connsiteX129" fmla="*/ 2130704 w 2308567"/>
              <a:gd name="connsiteY129" fmla="*/ 8959 h 668695"/>
              <a:gd name="connsiteX130" fmla="*/ 2055771 w 2308567"/>
              <a:gd name="connsiteY130" fmla="*/ 8959 h 668695"/>
              <a:gd name="connsiteX131" fmla="*/ 2032965 w 2308567"/>
              <a:gd name="connsiteY131" fmla="*/ 22806 h 668695"/>
              <a:gd name="connsiteX132" fmla="*/ 1870067 w 2308567"/>
              <a:gd name="connsiteY132" fmla="*/ 333941 h 668695"/>
              <a:gd name="connsiteX133" fmla="*/ 1872511 w 2308567"/>
              <a:gd name="connsiteY133" fmla="*/ 338013 h 668695"/>
              <a:gd name="connsiteX134" fmla="*/ 1956403 w 2308567"/>
              <a:gd name="connsiteY134" fmla="*/ 338013 h 668695"/>
              <a:gd name="connsiteX135" fmla="*/ 1966991 w 2308567"/>
              <a:gd name="connsiteY135" fmla="*/ 331497 h 668695"/>
              <a:gd name="connsiteX136" fmla="*/ 1994684 w 2308567"/>
              <a:gd name="connsiteY136" fmla="*/ 275298 h 668695"/>
              <a:gd name="connsiteX137" fmla="*/ 2183646 w 2308567"/>
              <a:gd name="connsiteY137" fmla="*/ 275298 h 668695"/>
              <a:gd name="connsiteX138" fmla="*/ 2195863 w 2308567"/>
              <a:gd name="connsiteY138" fmla="*/ 299732 h 668695"/>
              <a:gd name="connsiteX139" fmla="*/ 2257764 w 2308567"/>
              <a:gd name="connsiteY139" fmla="*/ 338013 h 668695"/>
              <a:gd name="connsiteX140" fmla="*/ 2305819 w 2308567"/>
              <a:gd name="connsiteY140" fmla="*/ 338013 h 668695"/>
              <a:gd name="connsiteX141" fmla="*/ 2308263 w 2308567"/>
              <a:gd name="connsiteY141" fmla="*/ 333941 h 668695"/>
              <a:gd name="connsiteX142" fmla="*/ 2024820 w 2308567"/>
              <a:gd name="connsiteY142" fmla="*/ 214211 h 668695"/>
              <a:gd name="connsiteX143" fmla="*/ 2089979 w 2308567"/>
              <a:gd name="connsiteY143" fmla="*/ 83893 h 668695"/>
              <a:gd name="connsiteX144" fmla="*/ 2154324 w 2308567"/>
              <a:gd name="connsiteY144" fmla="*/ 214211 h 668695"/>
              <a:gd name="connsiteX145" fmla="*/ 2024820 w 2308567"/>
              <a:gd name="connsiteY145" fmla="*/ 214211 h 668695"/>
              <a:gd name="connsiteX146" fmla="*/ 2073690 w 2308567"/>
              <a:gd name="connsiteY146" fmla="*/ 495210 h 668695"/>
              <a:gd name="connsiteX147" fmla="*/ 2114414 w 2308567"/>
              <a:gd name="connsiteY147" fmla="*/ 495210 h 668695"/>
              <a:gd name="connsiteX148" fmla="*/ 2114414 w 2308567"/>
              <a:gd name="connsiteY148" fmla="*/ 456114 h 668695"/>
              <a:gd name="connsiteX149" fmla="*/ 2073690 w 2308567"/>
              <a:gd name="connsiteY149" fmla="*/ 456114 h 668695"/>
              <a:gd name="connsiteX150" fmla="*/ 2073690 w 2308567"/>
              <a:gd name="connsiteY150" fmla="*/ 495210 h 668695"/>
              <a:gd name="connsiteX151" fmla="*/ 1991426 w 2308567"/>
              <a:gd name="connsiteY151" fmla="*/ 632858 h 668695"/>
              <a:gd name="connsiteX152" fmla="*/ 1950702 w 2308567"/>
              <a:gd name="connsiteY152" fmla="*/ 593763 h 668695"/>
              <a:gd name="connsiteX153" fmla="*/ 1990612 w 2308567"/>
              <a:gd name="connsiteY153" fmla="*/ 554667 h 668695"/>
              <a:gd name="connsiteX154" fmla="*/ 2021562 w 2308567"/>
              <a:gd name="connsiteY154" fmla="*/ 564441 h 668695"/>
              <a:gd name="connsiteX155" fmla="*/ 2038667 w 2308567"/>
              <a:gd name="connsiteY155" fmla="*/ 533491 h 668695"/>
              <a:gd name="connsiteX156" fmla="*/ 1986539 w 2308567"/>
              <a:gd name="connsiteY156" fmla="*/ 517201 h 668695"/>
              <a:gd name="connsiteX157" fmla="*/ 1909163 w 2308567"/>
              <a:gd name="connsiteY157" fmla="*/ 592948 h 668695"/>
              <a:gd name="connsiteX158" fmla="*/ 1988168 w 2308567"/>
              <a:gd name="connsiteY158" fmla="*/ 668696 h 668695"/>
              <a:gd name="connsiteX159" fmla="*/ 2039481 w 2308567"/>
              <a:gd name="connsiteY159" fmla="*/ 651591 h 668695"/>
              <a:gd name="connsiteX160" fmla="*/ 2021562 w 2308567"/>
              <a:gd name="connsiteY160" fmla="*/ 622270 h 668695"/>
              <a:gd name="connsiteX161" fmla="*/ 1991426 w 2308567"/>
              <a:gd name="connsiteY161" fmla="*/ 632858 h 668695"/>
              <a:gd name="connsiteX162" fmla="*/ 1714500 w 2308567"/>
              <a:gd name="connsiteY162" fmla="*/ 8959 h 668695"/>
              <a:gd name="connsiteX163" fmla="*/ 1630608 w 2308567"/>
              <a:gd name="connsiteY163" fmla="*/ 8959 h 668695"/>
              <a:gd name="connsiteX164" fmla="*/ 1620019 w 2308567"/>
              <a:gd name="connsiteY164" fmla="*/ 15475 h 668695"/>
              <a:gd name="connsiteX165" fmla="*/ 1497846 w 2308567"/>
              <a:gd name="connsiteY165" fmla="*/ 262266 h 668695"/>
              <a:gd name="connsiteX166" fmla="*/ 1374858 w 2308567"/>
              <a:gd name="connsiteY166" fmla="*/ 15475 h 668695"/>
              <a:gd name="connsiteX167" fmla="*/ 1364269 w 2308567"/>
              <a:gd name="connsiteY167" fmla="*/ 8959 h 668695"/>
              <a:gd name="connsiteX168" fmla="*/ 1280377 w 2308567"/>
              <a:gd name="connsiteY168" fmla="*/ 8959 h 668695"/>
              <a:gd name="connsiteX169" fmla="*/ 1277934 w 2308567"/>
              <a:gd name="connsiteY169" fmla="*/ 13032 h 668695"/>
              <a:gd name="connsiteX170" fmla="*/ 1440832 w 2308567"/>
              <a:gd name="connsiteY170" fmla="*/ 324167 h 668695"/>
              <a:gd name="connsiteX171" fmla="*/ 1463637 w 2308567"/>
              <a:gd name="connsiteY171" fmla="*/ 338013 h 668695"/>
              <a:gd name="connsiteX172" fmla="*/ 1538570 w 2308567"/>
              <a:gd name="connsiteY172" fmla="*/ 338013 h 668695"/>
              <a:gd name="connsiteX173" fmla="*/ 1549159 w 2308567"/>
              <a:gd name="connsiteY173" fmla="*/ 331497 h 668695"/>
              <a:gd name="connsiteX174" fmla="*/ 1716129 w 2308567"/>
              <a:gd name="connsiteY174" fmla="*/ 13032 h 668695"/>
              <a:gd name="connsiteX175" fmla="*/ 1714500 w 2308567"/>
              <a:gd name="connsiteY175" fmla="*/ 8959 h 668695"/>
              <a:gd name="connsiteX176" fmla="*/ 1623277 w 2308567"/>
              <a:gd name="connsiteY176" fmla="*/ 583174 h 668695"/>
              <a:gd name="connsiteX177" fmla="*/ 1623277 w 2308567"/>
              <a:gd name="connsiteY177" fmla="*/ 663809 h 668695"/>
              <a:gd name="connsiteX178" fmla="*/ 1664002 w 2308567"/>
              <a:gd name="connsiteY178" fmla="*/ 663809 h 668695"/>
              <a:gd name="connsiteX179" fmla="*/ 1664002 w 2308567"/>
              <a:gd name="connsiteY179" fmla="*/ 585618 h 668695"/>
              <a:gd name="connsiteX180" fmla="*/ 1713686 w 2308567"/>
              <a:gd name="connsiteY180" fmla="*/ 555482 h 668695"/>
              <a:gd name="connsiteX181" fmla="*/ 1713686 w 2308567"/>
              <a:gd name="connsiteY181" fmla="*/ 518015 h 668695"/>
              <a:gd name="connsiteX182" fmla="*/ 1623277 w 2308567"/>
              <a:gd name="connsiteY182" fmla="*/ 583174 h 668695"/>
              <a:gd name="connsiteX183" fmla="*/ 1811424 w 2308567"/>
              <a:gd name="connsiteY183" fmla="*/ 517201 h 668695"/>
              <a:gd name="connsiteX184" fmla="*/ 1738120 w 2308567"/>
              <a:gd name="connsiteY184" fmla="*/ 592134 h 668695"/>
              <a:gd name="connsiteX185" fmla="*/ 1820383 w 2308567"/>
              <a:gd name="connsiteY185" fmla="*/ 667881 h 668695"/>
              <a:gd name="connsiteX186" fmla="*/ 1877398 w 2308567"/>
              <a:gd name="connsiteY186" fmla="*/ 649963 h 668695"/>
              <a:gd name="connsiteX187" fmla="*/ 1860294 w 2308567"/>
              <a:gd name="connsiteY187" fmla="*/ 620641 h 668695"/>
              <a:gd name="connsiteX188" fmla="*/ 1820383 w 2308567"/>
              <a:gd name="connsiteY188" fmla="*/ 633673 h 668695"/>
              <a:gd name="connsiteX189" fmla="*/ 1781288 w 2308567"/>
              <a:gd name="connsiteY189" fmla="*/ 616569 h 668695"/>
              <a:gd name="connsiteX190" fmla="*/ 1880656 w 2308567"/>
              <a:gd name="connsiteY190" fmla="*/ 584804 h 668695"/>
              <a:gd name="connsiteX191" fmla="*/ 1811424 w 2308567"/>
              <a:gd name="connsiteY191" fmla="*/ 517201 h 668695"/>
              <a:gd name="connsiteX192" fmla="*/ 1774772 w 2308567"/>
              <a:gd name="connsiteY192" fmla="*/ 587247 h 668695"/>
              <a:gd name="connsiteX193" fmla="*/ 1810610 w 2308567"/>
              <a:gd name="connsiteY193" fmla="*/ 551409 h 668695"/>
              <a:gd name="connsiteX194" fmla="*/ 1836673 w 2308567"/>
              <a:gd name="connsiteY194" fmla="*/ 566070 h 668695"/>
              <a:gd name="connsiteX195" fmla="*/ 1774772 w 2308567"/>
              <a:gd name="connsiteY195" fmla="*/ 587247 h 66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2308567" h="668695">
                <a:moveTo>
                  <a:pt x="1118294" y="510685"/>
                </a:moveTo>
                <a:lnTo>
                  <a:pt x="1118294" y="664623"/>
                </a:lnTo>
                <a:lnTo>
                  <a:pt x="1159018" y="664623"/>
                </a:lnTo>
                <a:lnTo>
                  <a:pt x="1159018" y="559554"/>
                </a:lnTo>
                <a:lnTo>
                  <a:pt x="1223363" y="559554"/>
                </a:lnTo>
                <a:lnTo>
                  <a:pt x="1223363" y="520459"/>
                </a:lnTo>
                <a:lnTo>
                  <a:pt x="1159018" y="520459"/>
                </a:lnTo>
                <a:lnTo>
                  <a:pt x="1159018" y="513128"/>
                </a:lnTo>
                <a:cubicBezTo>
                  <a:pt x="1159018" y="487879"/>
                  <a:pt x="1174494" y="476476"/>
                  <a:pt x="1225806" y="482178"/>
                </a:cubicBezTo>
                <a:lnTo>
                  <a:pt x="1225806" y="444711"/>
                </a:lnTo>
                <a:cubicBezTo>
                  <a:pt x="1153317" y="434938"/>
                  <a:pt x="1118294" y="461816"/>
                  <a:pt x="1118294" y="510685"/>
                </a:cubicBezTo>
                <a:close/>
                <a:moveTo>
                  <a:pt x="1361012" y="534305"/>
                </a:moveTo>
                <a:cubicBezTo>
                  <a:pt x="1349609" y="522088"/>
                  <a:pt x="1334948" y="517201"/>
                  <a:pt x="1315400" y="517201"/>
                </a:cubicBezTo>
                <a:cubicBezTo>
                  <a:pt x="1273047" y="517201"/>
                  <a:pt x="1242096" y="548151"/>
                  <a:pt x="1242096" y="592948"/>
                </a:cubicBezTo>
                <a:cubicBezTo>
                  <a:pt x="1242096" y="637745"/>
                  <a:pt x="1273047" y="668696"/>
                  <a:pt x="1315400" y="668696"/>
                </a:cubicBezTo>
                <a:cubicBezTo>
                  <a:pt x="1334948" y="668696"/>
                  <a:pt x="1350423" y="662995"/>
                  <a:pt x="1361012" y="651591"/>
                </a:cubicBezTo>
                <a:lnTo>
                  <a:pt x="1361012" y="665438"/>
                </a:lnTo>
                <a:lnTo>
                  <a:pt x="1399293" y="665438"/>
                </a:lnTo>
                <a:lnTo>
                  <a:pt x="1399293" y="522088"/>
                </a:lnTo>
                <a:lnTo>
                  <a:pt x="1361012" y="522088"/>
                </a:lnTo>
                <a:lnTo>
                  <a:pt x="1361012" y="534305"/>
                </a:lnTo>
                <a:close/>
                <a:moveTo>
                  <a:pt x="1321102" y="633673"/>
                </a:moveTo>
                <a:cubicBezTo>
                  <a:pt x="1298296" y="633673"/>
                  <a:pt x="1282820" y="616569"/>
                  <a:pt x="1282820" y="592948"/>
                </a:cubicBezTo>
                <a:cubicBezTo>
                  <a:pt x="1282820" y="566885"/>
                  <a:pt x="1298296" y="551409"/>
                  <a:pt x="1321102" y="551409"/>
                </a:cubicBezTo>
                <a:cubicBezTo>
                  <a:pt x="1343093" y="551409"/>
                  <a:pt x="1361012" y="567699"/>
                  <a:pt x="1361012" y="590505"/>
                </a:cubicBezTo>
                <a:cubicBezTo>
                  <a:pt x="1360197" y="617383"/>
                  <a:pt x="1342278" y="633673"/>
                  <a:pt x="1321102" y="633673"/>
                </a:cubicBezTo>
                <a:close/>
                <a:moveTo>
                  <a:pt x="1196485" y="338013"/>
                </a:moveTo>
                <a:lnTo>
                  <a:pt x="1282820" y="338013"/>
                </a:lnTo>
                <a:cubicBezTo>
                  <a:pt x="1285264" y="338013"/>
                  <a:pt x="1286079" y="335570"/>
                  <a:pt x="1285264" y="333941"/>
                </a:cubicBezTo>
                <a:lnTo>
                  <a:pt x="1191598" y="215840"/>
                </a:lnTo>
                <a:cubicBezTo>
                  <a:pt x="1207888" y="210953"/>
                  <a:pt x="1266531" y="187333"/>
                  <a:pt x="1266531" y="116472"/>
                </a:cubicBezTo>
                <a:cubicBezTo>
                  <a:pt x="1266531" y="46426"/>
                  <a:pt x="1220105" y="8959"/>
                  <a:pt x="1135398" y="8959"/>
                </a:cubicBezTo>
                <a:lnTo>
                  <a:pt x="914671" y="8959"/>
                </a:lnTo>
                <a:cubicBezTo>
                  <a:pt x="900011" y="8959"/>
                  <a:pt x="888608" y="20362"/>
                  <a:pt x="888608" y="35023"/>
                </a:cubicBezTo>
                <a:lnTo>
                  <a:pt x="888608" y="325796"/>
                </a:lnTo>
                <a:cubicBezTo>
                  <a:pt x="888608" y="332312"/>
                  <a:pt x="894309" y="338013"/>
                  <a:pt x="900825" y="338013"/>
                </a:cubicBezTo>
                <a:lnTo>
                  <a:pt x="962726" y="338013"/>
                </a:lnTo>
                <a:cubicBezTo>
                  <a:pt x="969242" y="338013"/>
                  <a:pt x="974944" y="332312"/>
                  <a:pt x="974944" y="325796"/>
                </a:cubicBezTo>
                <a:lnTo>
                  <a:pt x="974944" y="223985"/>
                </a:lnTo>
                <a:lnTo>
                  <a:pt x="1049877" y="223985"/>
                </a:lnTo>
                <a:cubicBezTo>
                  <a:pt x="1088972" y="223985"/>
                  <a:pt x="1093045" y="228057"/>
                  <a:pt x="1114221" y="250048"/>
                </a:cubicBezTo>
                <a:lnTo>
                  <a:pt x="1188340" y="333126"/>
                </a:lnTo>
                <a:cubicBezTo>
                  <a:pt x="1189154" y="336384"/>
                  <a:pt x="1192412" y="338013"/>
                  <a:pt x="1196485" y="338013"/>
                </a:cubicBezTo>
                <a:close/>
                <a:moveTo>
                  <a:pt x="1123181" y="158825"/>
                </a:moveTo>
                <a:lnTo>
                  <a:pt x="974129" y="158825"/>
                </a:lnTo>
                <a:lnTo>
                  <a:pt x="974129" y="83078"/>
                </a:lnTo>
                <a:lnTo>
                  <a:pt x="1123181" y="83078"/>
                </a:lnTo>
                <a:cubicBezTo>
                  <a:pt x="1170421" y="83078"/>
                  <a:pt x="1180195" y="103440"/>
                  <a:pt x="1180195" y="121359"/>
                </a:cubicBezTo>
                <a:cubicBezTo>
                  <a:pt x="1179381" y="137649"/>
                  <a:pt x="1169607" y="158825"/>
                  <a:pt x="1123181" y="158825"/>
                </a:cubicBezTo>
                <a:close/>
                <a:moveTo>
                  <a:pt x="610052" y="0"/>
                </a:moveTo>
                <a:cubicBezTo>
                  <a:pt x="491951" y="0"/>
                  <a:pt x="384439" y="45611"/>
                  <a:pt x="384439" y="173486"/>
                </a:cubicBezTo>
                <a:cubicBezTo>
                  <a:pt x="384439" y="299732"/>
                  <a:pt x="490323" y="346973"/>
                  <a:pt x="610052" y="346973"/>
                </a:cubicBezTo>
                <a:cubicBezTo>
                  <a:pt x="724081" y="346973"/>
                  <a:pt x="834037" y="303805"/>
                  <a:pt x="834037" y="173486"/>
                </a:cubicBezTo>
                <a:cubicBezTo>
                  <a:pt x="834037" y="47241"/>
                  <a:pt x="730597" y="0"/>
                  <a:pt x="610052" y="0"/>
                </a:cubicBezTo>
                <a:close/>
                <a:moveTo>
                  <a:pt x="610052" y="280185"/>
                </a:moveTo>
                <a:cubicBezTo>
                  <a:pt x="513128" y="280185"/>
                  <a:pt x="471589" y="237016"/>
                  <a:pt x="471589" y="174301"/>
                </a:cubicBezTo>
                <a:cubicBezTo>
                  <a:pt x="471589" y="109142"/>
                  <a:pt x="516386" y="68417"/>
                  <a:pt x="610052" y="68417"/>
                </a:cubicBezTo>
                <a:cubicBezTo>
                  <a:pt x="702904" y="68417"/>
                  <a:pt x="747701" y="109142"/>
                  <a:pt x="747701" y="174301"/>
                </a:cubicBezTo>
                <a:cubicBezTo>
                  <a:pt x="747701" y="232944"/>
                  <a:pt x="711049" y="280185"/>
                  <a:pt x="610052" y="280185"/>
                </a:cubicBezTo>
                <a:close/>
                <a:moveTo>
                  <a:pt x="1760926" y="338013"/>
                </a:moveTo>
                <a:lnTo>
                  <a:pt x="1822827" y="338013"/>
                </a:lnTo>
                <a:cubicBezTo>
                  <a:pt x="1829343" y="338013"/>
                  <a:pt x="1835044" y="332312"/>
                  <a:pt x="1835044" y="325796"/>
                </a:cubicBezTo>
                <a:lnTo>
                  <a:pt x="1835044" y="21177"/>
                </a:lnTo>
                <a:cubicBezTo>
                  <a:pt x="1835044" y="14661"/>
                  <a:pt x="1829343" y="8959"/>
                  <a:pt x="1822827" y="8959"/>
                </a:cubicBezTo>
                <a:lnTo>
                  <a:pt x="1775586" y="8959"/>
                </a:lnTo>
                <a:cubicBezTo>
                  <a:pt x="1760926" y="8959"/>
                  <a:pt x="1749523" y="20362"/>
                  <a:pt x="1749523" y="35023"/>
                </a:cubicBezTo>
                <a:lnTo>
                  <a:pt x="1749523" y="325796"/>
                </a:lnTo>
                <a:cubicBezTo>
                  <a:pt x="1748708" y="333126"/>
                  <a:pt x="1754410" y="338013"/>
                  <a:pt x="1760926" y="338013"/>
                </a:cubicBezTo>
                <a:close/>
                <a:moveTo>
                  <a:pt x="356746" y="8959"/>
                </a:moveTo>
                <a:lnTo>
                  <a:pt x="26064" y="8959"/>
                </a:lnTo>
                <a:cubicBezTo>
                  <a:pt x="11403" y="8959"/>
                  <a:pt x="0" y="20362"/>
                  <a:pt x="0" y="35023"/>
                </a:cubicBezTo>
                <a:lnTo>
                  <a:pt x="0" y="109142"/>
                </a:lnTo>
                <a:cubicBezTo>
                  <a:pt x="0" y="136834"/>
                  <a:pt x="7330" y="157197"/>
                  <a:pt x="34209" y="159640"/>
                </a:cubicBezTo>
                <a:cubicBezTo>
                  <a:pt x="65159" y="162084"/>
                  <a:pt x="232129" y="171043"/>
                  <a:pt x="232129" y="171043"/>
                </a:cubicBezTo>
                <a:cubicBezTo>
                  <a:pt x="237016" y="173486"/>
                  <a:pt x="237016" y="180002"/>
                  <a:pt x="232129" y="182446"/>
                </a:cubicBezTo>
                <a:cubicBezTo>
                  <a:pt x="232129" y="182446"/>
                  <a:pt x="61087" y="192220"/>
                  <a:pt x="33394" y="194663"/>
                </a:cubicBezTo>
                <a:cubicBezTo>
                  <a:pt x="9774" y="197107"/>
                  <a:pt x="814" y="215025"/>
                  <a:pt x="0" y="244347"/>
                </a:cubicBezTo>
                <a:lnTo>
                  <a:pt x="0" y="325796"/>
                </a:lnTo>
                <a:cubicBezTo>
                  <a:pt x="0" y="332312"/>
                  <a:pt x="4887" y="338013"/>
                  <a:pt x="11403" y="338013"/>
                </a:cubicBezTo>
                <a:lnTo>
                  <a:pt x="73304" y="338013"/>
                </a:lnTo>
                <a:cubicBezTo>
                  <a:pt x="79820" y="338013"/>
                  <a:pt x="85521" y="332312"/>
                  <a:pt x="85521" y="325796"/>
                </a:cubicBezTo>
                <a:lnTo>
                  <a:pt x="85521" y="266338"/>
                </a:lnTo>
                <a:cubicBezTo>
                  <a:pt x="85521" y="252492"/>
                  <a:pt x="96110" y="246790"/>
                  <a:pt x="114843" y="245161"/>
                </a:cubicBezTo>
                <a:cubicBezTo>
                  <a:pt x="140907" y="242718"/>
                  <a:pt x="223170" y="236202"/>
                  <a:pt x="274483" y="231315"/>
                </a:cubicBezTo>
                <a:cubicBezTo>
                  <a:pt x="338013" y="225614"/>
                  <a:pt x="338013" y="123802"/>
                  <a:pt x="274483" y="118101"/>
                </a:cubicBezTo>
                <a:lnTo>
                  <a:pt x="106698" y="103440"/>
                </a:lnTo>
                <a:cubicBezTo>
                  <a:pt x="85521" y="101811"/>
                  <a:pt x="85521" y="96110"/>
                  <a:pt x="85521" y="83078"/>
                </a:cubicBezTo>
                <a:lnTo>
                  <a:pt x="364077" y="83078"/>
                </a:lnTo>
                <a:cubicBezTo>
                  <a:pt x="366520" y="83078"/>
                  <a:pt x="368964" y="80635"/>
                  <a:pt x="368964" y="78191"/>
                </a:cubicBezTo>
                <a:lnTo>
                  <a:pt x="368964" y="21177"/>
                </a:lnTo>
                <a:cubicBezTo>
                  <a:pt x="368964" y="14661"/>
                  <a:pt x="363262" y="8959"/>
                  <a:pt x="356746" y="8959"/>
                </a:cubicBezTo>
                <a:close/>
                <a:moveTo>
                  <a:pt x="1055578" y="559554"/>
                </a:moveTo>
                <a:lnTo>
                  <a:pt x="1092230" y="559554"/>
                </a:lnTo>
                <a:lnTo>
                  <a:pt x="1092230" y="520459"/>
                </a:lnTo>
                <a:lnTo>
                  <a:pt x="1055578" y="520459"/>
                </a:lnTo>
                <a:lnTo>
                  <a:pt x="1055578" y="559554"/>
                </a:lnTo>
                <a:close/>
                <a:moveTo>
                  <a:pt x="1543457" y="593763"/>
                </a:moveTo>
                <a:cubicBezTo>
                  <a:pt x="1543457" y="615754"/>
                  <a:pt x="1535312" y="632044"/>
                  <a:pt x="1512507" y="632044"/>
                </a:cubicBezTo>
                <a:cubicBezTo>
                  <a:pt x="1489701" y="632044"/>
                  <a:pt x="1481556" y="616569"/>
                  <a:pt x="1481556" y="593763"/>
                </a:cubicBezTo>
                <a:lnTo>
                  <a:pt x="1481556" y="521273"/>
                </a:lnTo>
                <a:lnTo>
                  <a:pt x="1440832" y="521273"/>
                </a:lnTo>
                <a:lnTo>
                  <a:pt x="1440832" y="598650"/>
                </a:lnTo>
                <a:cubicBezTo>
                  <a:pt x="1440832" y="639374"/>
                  <a:pt x="1465266" y="668696"/>
                  <a:pt x="1512507" y="668696"/>
                </a:cubicBezTo>
                <a:cubicBezTo>
                  <a:pt x="1559747" y="668696"/>
                  <a:pt x="1584182" y="639374"/>
                  <a:pt x="1584182" y="598650"/>
                </a:cubicBezTo>
                <a:lnTo>
                  <a:pt x="1584182" y="521273"/>
                </a:lnTo>
                <a:lnTo>
                  <a:pt x="1543457" y="521273"/>
                </a:lnTo>
                <a:lnTo>
                  <a:pt x="1543457" y="593763"/>
                </a:lnTo>
                <a:close/>
                <a:moveTo>
                  <a:pt x="2266724" y="535934"/>
                </a:moveTo>
                <a:cubicBezTo>
                  <a:pt x="2254506" y="522902"/>
                  <a:pt x="2238217" y="517201"/>
                  <a:pt x="2221112" y="517201"/>
                </a:cubicBezTo>
                <a:cubicBezTo>
                  <a:pt x="2178759" y="517201"/>
                  <a:pt x="2147808" y="548151"/>
                  <a:pt x="2147808" y="592948"/>
                </a:cubicBezTo>
                <a:cubicBezTo>
                  <a:pt x="2147808" y="637745"/>
                  <a:pt x="2178759" y="668696"/>
                  <a:pt x="2221112" y="668696"/>
                </a:cubicBezTo>
                <a:cubicBezTo>
                  <a:pt x="2239031" y="668696"/>
                  <a:pt x="2255321" y="662995"/>
                  <a:pt x="2266724" y="649148"/>
                </a:cubicBezTo>
                <a:lnTo>
                  <a:pt x="2266724" y="664623"/>
                </a:lnTo>
                <a:lnTo>
                  <a:pt x="2305005" y="664623"/>
                </a:lnTo>
                <a:lnTo>
                  <a:pt x="2305005" y="521273"/>
                </a:lnTo>
                <a:lnTo>
                  <a:pt x="2266724" y="521273"/>
                </a:lnTo>
                <a:lnTo>
                  <a:pt x="2266724" y="535934"/>
                </a:lnTo>
                <a:close/>
                <a:moveTo>
                  <a:pt x="2226814" y="633673"/>
                </a:moveTo>
                <a:cubicBezTo>
                  <a:pt x="2204008" y="633673"/>
                  <a:pt x="2188533" y="616569"/>
                  <a:pt x="2188533" y="592948"/>
                </a:cubicBezTo>
                <a:cubicBezTo>
                  <a:pt x="2188533" y="566885"/>
                  <a:pt x="2204008" y="551409"/>
                  <a:pt x="2226814" y="551409"/>
                </a:cubicBezTo>
                <a:cubicBezTo>
                  <a:pt x="2248805" y="551409"/>
                  <a:pt x="2266724" y="567699"/>
                  <a:pt x="2266724" y="591319"/>
                </a:cubicBezTo>
                <a:cubicBezTo>
                  <a:pt x="2266724" y="617383"/>
                  <a:pt x="2248805" y="633673"/>
                  <a:pt x="2226814" y="633673"/>
                </a:cubicBezTo>
                <a:close/>
                <a:moveTo>
                  <a:pt x="2073690" y="664623"/>
                </a:moveTo>
                <a:lnTo>
                  <a:pt x="2114414" y="664623"/>
                </a:lnTo>
                <a:lnTo>
                  <a:pt x="2114414" y="521273"/>
                </a:lnTo>
                <a:lnTo>
                  <a:pt x="2073690" y="521273"/>
                </a:lnTo>
                <a:lnTo>
                  <a:pt x="2073690" y="664623"/>
                </a:lnTo>
                <a:close/>
                <a:moveTo>
                  <a:pt x="2308263" y="333941"/>
                </a:moveTo>
                <a:lnTo>
                  <a:pt x="2141292" y="15475"/>
                </a:lnTo>
                <a:cubicBezTo>
                  <a:pt x="2139663" y="11403"/>
                  <a:pt x="2135591" y="8959"/>
                  <a:pt x="2130704" y="8959"/>
                </a:cubicBezTo>
                <a:lnTo>
                  <a:pt x="2055771" y="8959"/>
                </a:lnTo>
                <a:cubicBezTo>
                  <a:pt x="2045997" y="8959"/>
                  <a:pt x="2037038" y="14661"/>
                  <a:pt x="2032965" y="22806"/>
                </a:cubicBezTo>
                <a:lnTo>
                  <a:pt x="1870067" y="333941"/>
                </a:lnTo>
                <a:cubicBezTo>
                  <a:pt x="1869253" y="335570"/>
                  <a:pt x="1870067" y="338013"/>
                  <a:pt x="1872511" y="338013"/>
                </a:cubicBezTo>
                <a:lnTo>
                  <a:pt x="1956403" y="338013"/>
                </a:lnTo>
                <a:cubicBezTo>
                  <a:pt x="1961290" y="338013"/>
                  <a:pt x="1965363" y="335570"/>
                  <a:pt x="1966991" y="331497"/>
                </a:cubicBezTo>
                <a:lnTo>
                  <a:pt x="1994684" y="275298"/>
                </a:lnTo>
                <a:lnTo>
                  <a:pt x="2183646" y="275298"/>
                </a:lnTo>
                <a:lnTo>
                  <a:pt x="2195863" y="299732"/>
                </a:lnTo>
                <a:cubicBezTo>
                  <a:pt x="2207266" y="323352"/>
                  <a:pt x="2231701" y="338013"/>
                  <a:pt x="2257764" y="338013"/>
                </a:cubicBezTo>
                <a:lnTo>
                  <a:pt x="2305819" y="338013"/>
                </a:lnTo>
                <a:cubicBezTo>
                  <a:pt x="2308263" y="338013"/>
                  <a:pt x="2309077" y="336384"/>
                  <a:pt x="2308263" y="333941"/>
                </a:cubicBezTo>
                <a:close/>
                <a:moveTo>
                  <a:pt x="2024820" y="214211"/>
                </a:moveTo>
                <a:lnTo>
                  <a:pt x="2089979" y="83893"/>
                </a:lnTo>
                <a:lnTo>
                  <a:pt x="2154324" y="214211"/>
                </a:lnTo>
                <a:lnTo>
                  <a:pt x="2024820" y="214211"/>
                </a:lnTo>
                <a:close/>
                <a:moveTo>
                  <a:pt x="2073690" y="495210"/>
                </a:moveTo>
                <a:lnTo>
                  <a:pt x="2114414" y="495210"/>
                </a:lnTo>
                <a:lnTo>
                  <a:pt x="2114414" y="456114"/>
                </a:lnTo>
                <a:lnTo>
                  <a:pt x="2073690" y="456114"/>
                </a:lnTo>
                <a:lnTo>
                  <a:pt x="2073690" y="495210"/>
                </a:lnTo>
                <a:close/>
                <a:moveTo>
                  <a:pt x="1991426" y="632858"/>
                </a:moveTo>
                <a:cubicBezTo>
                  <a:pt x="1967806" y="632858"/>
                  <a:pt x="1950702" y="618198"/>
                  <a:pt x="1950702" y="593763"/>
                </a:cubicBezTo>
                <a:cubicBezTo>
                  <a:pt x="1950702" y="569328"/>
                  <a:pt x="1967806" y="554667"/>
                  <a:pt x="1990612" y="554667"/>
                </a:cubicBezTo>
                <a:cubicBezTo>
                  <a:pt x="2004458" y="554667"/>
                  <a:pt x="2012603" y="558740"/>
                  <a:pt x="2021562" y="564441"/>
                </a:cubicBezTo>
                <a:lnTo>
                  <a:pt x="2038667" y="533491"/>
                </a:lnTo>
                <a:cubicBezTo>
                  <a:pt x="2025635" y="522902"/>
                  <a:pt x="2008530" y="517201"/>
                  <a:pt x="1986539" y="517201"/>
                </a:cubicBezTo>
                <a:cubicBezTo>
                  <a:pt x="1944186" y="517201"/>
                  <a:pt x="1909163" y="545708"/>
                  <a:pt x="1909163" y="592948"/>
                </a:cubicBezTo>
                <a:cubicBezTo>
                  <a:pt x="1909163" y="640189"/>
                  <a:pt x="1943371" y="668696"/>
                  <a:pt x="1988168" y="668696"/>
                </a:cubicBezTo>
                <a:cubicBezTo>
                  <a:pt x="2010974" y="668696"/>
                  <a:pt x="2026449" y="663809"/>
                  <a:pt x="2039481" y="651591"/>
                </a:cubicBezTo>
                <a:lnTo>
                  <a:pt x="2021562" y="622270"/>
                </a:lnTo>
                <a:cubicBezTo>
                  <a:pt x="2014232" y="627971"/>
                  <a:pt x="2006087" y="632858"/>
                  <a:pt x="1991426" y="632858"/>
                </a:cubicBezTo>
                <a:close/>
                <a:moveTo>
                  <a:pt x="1714500" y="8959"/>
                </a:moveTo>
                <a:lnTo>
                  <a:pt x="1630608" y="8959"/>
                </a:lnTo>
                <a:cubicBezTo>
                  <a:pt x="1625721" y="8959"/>
                  <a:pt x="1621648" y="11403"/>
                  <a:pt x="1620019" y="15475"/>
                </a:cubicBezTo>
                <a:lnTo>
                  <a:pt x="1497846" y="262266"/>
                </a:lnTo>
                <a:lnTo>
                  <a:pt x="1374858" y="15475"/>
                </a:lnTo>
                <a:cubicBezTo>
                  <a:pt x="1373229" y="11403"/>
                  <a:pt x="1369156" y="8959"/>
                  <a:pt x="1364269" y="8959"/>
                </a:cubicBezTo>
                <a:lnTo>
                  <a:pt x="1280377" y="8959"/>
                </a:lnTo>
                <a:cubicBezTo>
                  <a:pt x="1278748" y="8959"/>
                  <a:pt x="1277119" y="11403"/>
                  <a:pt x="1277934" y="13032"/>
                </a:cubicBezTo>
                <a:lnTo>
                  <a:pt x="1440832" y="324167"/>
                </a:lnTo>
                <a:cubicBezTo>
                  <a:pt x="1444904" y="332312"/>
                  <a:pt x="1453863" y="338013"/>
                  <a:pt x="1463637" y="338013"/>
                </a:cubicBezTo>
                <a:lnTo>
                  <a:pt x="1538570" y="338013"/>
                </a:lnTo>
                <a:cubicBezTo>
                  <a:pt x="1543457" y="338013"/>
                  <a:pt x="1547530" y="335570"/>
                  <a:pt x="1549159" y="331497"/>
                </a:cubicBezTo>
                <a:lnTo>
                  <a:pt x="1716129" y="13032"/>
                </a:lnTo>
                <a:cubicBezTo>
                  <a:pt x="1717758" y="11403"/>
                  <a:pt x="1716129" y="8959"/>
                  <a:pt x="1714500" y="8959"/>
                </a:cubicBezTo>
                <a:close/>
                <a:moveTo>
                  <a:pt x="1623277" y="583174"/>
                </a:moveTo>
                <a:lnTo>
                  <a:pt x="1623277" y="663809"/>
                </a:lnTo>
                <a:lnTo>
                  <a:pt x="1664002" y="663809"/>
                </a:lnTo>
                <a:lnTo>
                  <a:pt x="1664002" y="585618"/>
                </a:lnTo>
                <a:cubicBezTo>
                  <a:pt x="1664002" y="562812"/>
                  <a:pt x="1676219" y="553853"/>
                  <a:pt x="1713686" y="555482"/>
                </a:cubicBezTo>
                <a:lnTo>
                  <a:pt x="1713686" y="518015"/>
                </a:lnTo>
                <a:cubicBezTo>
                  <a:pt x="1649341" y="513943"/>
                  <a:pt x="1623277" y="537563"/>
                  <a:pt x="1623277" y="583174"/>
                </a:cubicBezTo>
                <a:close/>
                <a:moveTo>
                  <a:pt x="1811424" y="517201"/>
                </a:moveTo>
                <a:cubicBezTo>
                  <a:pt x="1767442" y="517201"/>
                  <a:pt x="1738120" y="547337"/>
                  <a:pt x="1738120" y="592134"/>
                </a:cubicBezTo>
                <a:cubicBezTo>
                  <a:pt x="1738120" y="638560"/>
                  <a:pt x="1770700" y="667881"/>
                  <a:pt x="1820383" y="667881"/>
                </a:cubicBezTo>
                <a:cubicBezTo>
                  <a:pt x="1844818" y="667881"/>
                  <a:pt x="1864366" y="661365"/>
                  <a:pt x="1877398" y="649963"/>
                </a:cubicBezTo>
                <a:lnTo>
                  <a:pt x="1860294" y="620641"/>
                </a:lnTo>
                <a:cubicBezTo>
                  <a:pt x="1849705" y="627971"/>
                  <a:pt x="1838302" y="633673"/>
                  <a:pt x="1820383" y="633673"/>
                </a:cubicBezTo>
                <a:cubicBezTo>
                  <a:pt x="1803279" y="633673"/>
                  <a:pt x="1789433" y="627971"/>
                  <a:pt x="1781288" y="616569"/>
                </a:cubicBezTo>
                <a:lnTo>
                  <a:pt x="1880656" y="584804"/>
                </a:lnTo>
                <a:cubicBezTo>
                  <a:pt x="1876583" y="541635"/>
                  <a:pt x="1852149" y="517201"/>
                  <a:pt x="1811424" y="517201"/>
                </a:cubicBezTo>
                <a:close/>
                <a:moveTo>
                  <a:pt x="1774772" y="587247"/>
                </a:moveTo>
                <a:cubicBezTo>
                  <a:pt x="1775586" y="565256"/>
                  <a:pt x="1789433" y="551409"/>
                  <a:pt x="1810610" y="551409"/>
                </a:cubicBezTo>
                <a:cubicBezTo>
                  <a:pt x="1826085" y="551409"/>
                  <a:pt x="1833415" y="557925"/>
                  <a:pt x="1836673" y="566070"/>
                </a:cubicBezTo>
                <a:lnTo>
                  <a:pt x="1774772" y="587247"/>
                </a:lnTo>
                <a:close/>
              </a:path>
            </a:pathLst>
          </a:custGeom>
          <a:solidFill>
            <a:schemeClr val="bg1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990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imag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D8F9F6C4-CB4A-C1F3-A7AD-8BFF33F6C6B9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 bwMode="gray">
          <a:xfrm>
            <a:off x="4542906" y="1396617"/>
            <a:ext cx="3102050" cy="4372642"/>
          </a:xfrm>
          <a:custGeom>
            <a:avLst/>
            <a:gdLst>
              <a:gd name="connsiteX0" fmla="*/ 0 w 3102050"/>
              <a:gd name="connsiteY0" fmla="*/ 0 h 4372642"/>
              <a:gd name="connsiteX1" fmla="*/ 875778 w 3102050"/>
              <a:gd name="connsiteY1" fmla="*/ 0 h 4372642"/>
              <a:gd name="connsiteX2" fmla="*/ 2226272 w 3102050"/>
              <a:gd name="connsiteY2" fmla="*/ 0 h 4372642"/>
              <a:gd name="connsiteX3" fmla="*/ 3102050 w 3102050"/>
              <a:gd name="connsiteY3" fmla="*/ 0 h 4372642"/>
              <a:gd name="connsiteX4" fmla="*/ 3102050 w 3102050"/>
              <a:gd name="connsiteY4" fmla="*/ 47557 h 4372642"/>
              <a:gd name="connsiteX5" fmla="*/ 3102050 w 3102050"/>
              <a:gd name="connsiteY5" fmla="*/ 504453 h 4372642"/>
              <a:gd name="connsiteX6" fmla="*/ 3102050 w 3102050"/>
              <a:gd name="connsiteY6" fmla="*/ 552010 h 4372642"/>
              <a:gd name="connsiteX7" fmla="*/ 3102050 w 3102050"/>
              <a:gd name="connsiteY7" fmla="*/ 819931 h 4372642"/>
              <a:gd name="connsiteX8" fmla="*/ 3102050 w 3102050"/>
              <a:gd name="connsiteY8" fmla="*/ 834895 h 4372642"/>
              <a:gd name="connsiteX9" fmla="*/ 3102050 w 3102050"/>
              <a:gd name="connsiteY9" fmla="*/ 867488 h 4372642"/>
              <a:gd name="connsiteX10" fmla="*/ 3102050 w 3102050"/>
              <a:gd name="connsiteY10" fmla="*/ 882452 h 4372642"/>
              <a:gd name="connsiteX11" fmla="*/ 3102050 w 3102050"/>
              <a:gd name="connsiteY11" fmla="*/ 1324384 h 4372642"/>
              <a:gd name="connsiteX12" fmla="*/ 3102050 w 3102050"/>
              <a:gd name="connsiteY12" fmla="*/ 1339348 h 4372642"/>
              <a:gd name="connsiteX13" fmla="*/ 3102050 w 3102050"/>
              <a:gd name="connsiteY13" fmla="*/ 1371941 h 4372642"/>
              <a:gd name="connsiteX14" fmla="*/ 3102050 w 3102050"/>
              <a:gd name="connsiteY14" fmla="*/ 1386905 h 4372642"/>
              <a:gd name="connsiteX15" fmla="*/ 3102050 w 3102050"/>
              <a:gd name="connsiteY15" fmla="*/ 1654826 h 4372642"/>
              <a:gd name="connsiteX16" fmla="*/ 3102050 w 3102050"/>
              <a:gd name="connsiteY16" fmla="*/ 1702383 h 4372642"/>
              <a:gd name="connsiteX17" fmla="*/ 3102050 w 3102050"/>
              <a:gd name="connsiteY17" fmla="*/ 2159279 h 4372642"/>
              <a:gd name="connsiteX18" fmla="*/ 3102050 w 3102050"/>
              <a:gd name="connsiteY18" fmla="*/ 2165806 h 4372642"/>
              <a:gd name="connsiteX19" fmla="*/ 3102050 w 3102050"/>
              <a:gd name="connsiteY19" fmla="*/ 2206836 h 4372642"/>
              <a:gd name="connsiteX20" fmla="*/ 3102050 w 3102050"/>
              <a:gd name="connsiteY20" fmla="*/ 2213363 h 4372642"/>
              <a:gd name="connsiteX21" fmla="*/ 3102050 w 3102050"/>
              <a:gd name="connsiteY21" fmla="*/ 2670259 h 4372642"/>
              <a:gd name="connsiteX22" fmla="*/ 3102050 w 3102050"/>
              <a:gd name="connsiteY22" fmla="*/ 2717816 h 4372642"/>
              <a:gd name="connsiteX23" fmla="*/ 3102050 w 3102050"/>
              <a:gd name="connsiteY23" fmla="*/ 2985737 h 4372642"/>
              <a:gd name="connsiteX24" fmla="*/ 3102050 w 3102050"/>
              <a:gd name="connsiteY24" fmla="*/ 3000701 h 4372642"/>
              <a:gd name="connsiteX25" fmla="*/ 3102050 w 3102050"/>
              <a:gd name="connsiteY25" fmla="*/ 3033294 h 4372642"/>
              <a:gd name="connsiteX26" fmla="*/ 3102050 w 3102050"/>
              <a:gd name="connsiteY26" fmla="*/ 3048258 h 4372642"/>
              <a:gd name="connsiteX27" fmla="*/ 3102050 w 3102050"/>
              <a:gd name="connsiteY27" fmla="*/ 3490190 h 4372642"/>
              <a:gd name="connsiteX28" fmla="*/ 3102050 w 3102050"/>
              <a:gd name="connsiteY28" fmla="*/ 3505154 h 4372642"/>
              <a:gd name="connsiteX29" fmla="*/ 3102050 w 3102050"/>
              <a:gd name="connsiteY29" fmla="*/ 3537747 h 4372642"/>
              <a:gd name="connsiteX30" fmla="*/ 3102050 w 3102050"/>
              <a:gd name="connsiteY30" fmla="*/ 3552711 h 4372642"/>
              <a:gd name="connsiteX31" fmla="*/ 3102050 w 3102050"/>
              <a:gd name="connsiteY31" fmla="*/ 3820632 h 4372642"/>
              <a:gd name="connsiteX32" fmla="*/ 3102050 w 3102050"/>
              <a:gd name="connsiteY32" fmla="*/ 3868189 h 4372642"/>
              <a:gd name="connsiteX33" fmla="*/ 3102050 w 3102050"/>
              <a:gd name="connsiteY33" fmla="*/ 4325085 h 4372642"/>
              <a:gd name="connsiteX34" fmla="*/ 3102050 w 3102050"/>
              <a:gd name="connsiteY34" fmla="*/ 4372642 h 4372642"/>
              <a:gd name="connsiteX35" fmla="*/ 1626348 w 3102050"/>
              <a:gd name="connsiteY35" fmla="*/ 4293446 h 4372642"/>
              <a:gd name="connsiteX36" fmla="*/ 1567948 w 3102050"/>
              <a:gd name="connsiteY36" fmla="*/ 4289755 h 4372642"/>
              <a:gd name="connsiteX37" fmla="*/ 1567944 w 3102050"/>
              <a:gd name="connsiteY37" fmla="*/ 4289755 h 4372642"/>
              <a:gd name="connsiteX38" fmla="*/ 750570 w 3102050"/>
              <a:gd name="connsiteY38" fmla="*/ 4245889 h 4372642"/>
              <a:gd name="connsiteX39" fmla="*/ 316230 w 3102050"/>
              <a:gd name="connsiteY39" fmla="*/ 4203979 h 4372642"/>
              <a:gd name="connsiteX40" fmla="*/ 46990 w 3102050"/>
              <a:gd name="connsiteY40" fmla="*/ 3993159 h 4372642"/>
              <a:gd name="connsiteX41" fmla="*/ 0 w 3102050"/>
              <a:gd name="connsiteY41" fmla="*/ 3685819 h 4372642"/>
              <a:gd name="connsiteX42" fmla="*/ 0 w 3102050"/>
              <a:gd name="connsiteY42" fmla="*/ 3181366 h 4372642"/>
              <a:gd name="connsiteX43" fmla="*/ 0 w 3102050"/>
              <a:gd name="connsiteY43" fmla="*/ 2865888 h 4372642"/>
              <a:gd name="connsiteX44" fmla="*/ 0 w 3102050"/>
              <a:gd name="connsiteY44" fmla="*/ 2850924 h 4372642"/>
              <a:gd name="connsiteX45" fmla="*/ 0 w 3102050"/>
              <a:gd name="connsiteY45" fmla="*/ 2361435 h 4372642"/>
              <a:gd name="connsiteX46" fmla="*/ 0 w 3102050"/>
              <a:gd name="connsiteY46" fmla="*/ 2346471 h 4372642"/>
              <a:gd name="connsiteX47" fmla="*/ 0 w 3102050"/>
              <a:gd name="connsiteY47" fmla="*/ 2159279 h 4372642"/>
              <a:gd name="connsiteX48" fmla="*/ 0 w 3102050"/>
              <a:gd name="connsiteY48" fmla="*/ 2030993 h 4372642"/>
              <a:gd name="connsiteX49" fmla="*/ 0 w 3102050"/>
              <a:gd name="connsiteY49" fmla="*/ 1654826 h 4372642"/>
              <a:gd name="connsiteX50" fmla="*/ 0 w 3102050"/>
              <a:gd name="connsiteY50" fmla="*/ 1526540 h 4372642"/>
              <a:gd name="connsiteX51" fmla="*/ 0 w 3102050"/>
              <a:gd name="connsiteY51" fmla="*/ 1339348 h 4372642"/>
              <a:gd name="connsiteX52" fmla="*/ 0 w 3102050"/>
              <a:gd name="connsiteY52" fmla="*/ 1324384 h 4372642"/>
              <a:gd name="connsiteX53" fmla="*/ 0 w 3102050"/>
              <a:gd name="connsiteY53" fmla="*/ 834895 h 4372642"/>
              <a:gd name="connsiteX54" fmla="*/ 0 w 3102050"/>
              <a:gd name="connsiteY54" fmla="*/ 819931 h 4372642"/>
              <a:gd name="connsiteX55" fmla="*/ 0 w 3102050"/>
              <a:gd name="connsiteY55" fmla="*/ 504453 h 437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102050" h="4372642">
                <a:moveTo>
                  <a:pt x="0" y="0"/>
                </a:moveTo>
                <a:lnTo>
                  <a:pt x="875778" y="0"/>
                </a:lnTo>
                <a:lnTo>
                  <a:pt x="2226272" y="0"/>
                </a:lnTo>
                <a:lnTo>
                  <a:pt x="3102050" y="0"/>
                </a:lnTo>
                <a:lnTo>
                  <a:pt x="3102050" y="47557"/>
                </a:lnTo>
                <a:lnTo>
                  <a:pt x="3102050" y="504453"/>
                </a:lnTo>
                <a:lnTo>
                  <a:pt x="3102050" y="552010"/>
                </a:lnTo>
                <a:lnTo>
                  <a:pt x="3102050" y="819931"/>
                </a:lnTo>
                <a:lnTo>
                  <a:pt x="3102050" y="834895"/>
                </a:lnTo>
                <a:lnTo>
                  <a:pt x="3102050" y="867488"/>
                </a:lnTo>
                <a:lnTo>
                  <a:pt x="3102050" y="882452"/>
                </a:lnTo>
                <a:lnTo>
                  <a:pt x="3102050" y="1324384"/>
                </a:lnTo>
                <a:lnTo>
                  <a:pt x="3102050" y="1339348"/>
                </a:lnTo>
                <a:lnTo>
                  <a:pt x="3102050" y="1371941"/>
                </a:lnTo>
                <a:lnTo>
                  <a:pt x="3102050" y="1386905"/>
                </a:lnTo>
                <a:lnTo>
                  <a:pt x="3102050" y="1654826"/>
                </a:lnTo>
                <a:lnTo>
                  <a:pt x="3102050" y="1702383"/>
                </a:lnTo>
                <a:lnTo>
                  <a:pt x="3102050" y="2159279"/>
                </a:lnTo>
                <a:lnTo>
                  <a:pt x="3102050" y="2165806"/>
                </a:lnTo>
                <a:lnTo>
                  <a:pt x="3102050" y="2206836"/>
                </a:lnTo>
                <a:lnTo>
                  <a:pt x="3102050" y="2213363"/>
                </a:lnTo>
                <a:lnTo>
                  <a:pt x="3102050" y="2670259"/>
                </a:lnTo>
                <a:lnTo>
                  <a:pt x="3102050" y="2717816"/>
                </a:lnTo>
                <a:lnTo>
                  <a:pt x="3102050" y="2985737"/>
                </a:lnTo>
                <a:lnTo>
                  <a:pt x="3102050" y="3000701"/>
                </a:lnTo>
                <a:lnTo>
                  <a:pt x="3102050" y="3033294"/>
                </a:lnTo>
                <a:lnTo>
                  <a:pt x="3102050" y="3048258"/>
                </a:lnTo>
                <a:lnTo>
                  <a:pt x="3102050" y="3490190"/>
                </a:lnTo>
                <a:lnTo>
                  <a:pt x="3102050" y="3505154"/>
                </a:lnTo>
                <a:lnTo>
                  <a:pt x="3102050" y="3537747"/>
                </a:lnTo>
                <a:lnTo>
                  <a:pt x="3102050" y="3552711"/>
                </a:lnTo>
                <a:lnTo>
                  <a:pt x="3102050" y="3820632"/>
                </a:lnTo>
                <a:lnTo>
                  <a:pt x="3102050" y="3868189"/>
                </a:lnTo>
                <a:lnTo>
                  <a:pt x="3102050" y="4325085"/>
                </a:lnTo>
                <a:lnTo>
                  <a:pt x="3102050" y="4372642"/>
                </a:lnTo>
                <a:lnTo>
                  <a:pt x="1626348" y="4293446"/>
                </a:lnTo>
                <a:cubicBezTo>
                  <a:pt x="1626348" y="4293446"/>
                  <a:pt x="1603409" y="4292097"/>
                  <a:pt x="1567948" y="4289755"/>
                </a:cubicBezTo>
                <a:lnTo>
                  <a:pt x="1567944" y="4289755"/>
                </a:lnTo>
                <a:lnTo>
                  <a:pt x="750570" y="4245889"/>
                </a:lnTo>
                <a:cubicBezTo>
                  <a:pt x="750570" y="4245889"/>
                  <a:pt x="383540" y="4224299"/>
                  <a:pt x="316230" y="4203979"/>
                </a:cubicBezTo>
                <a:cubicBezTo>
                  <a:pt x="248920" y="4183659"/>
                  <a:pt x="127000" y="4163339"/>
                  <a:pt x="46990" y="3993159"/>
                </a:cubicBezTo>
                <a:cubicBezTo>
                  <a:pt x="46990" y="3993159"/>
                  <a:pt x="0" y="3905529"/>
                  <a:pt x="0" y="3685819"/>
                </a:cubicBezTo>
                <a:lnTo>
                  <a:pt x="0" y="3181366"/>
                </a:lnTo>
                <a:lnTo>
                  <a:pt x="0" y="2865888"/>
                </a:lnTo>
                <a:lnTo>
                  <a:pt x="0" y="2850924"/>
                </a:lnTo>
                <a:lnTo>
                  <a:pt x="0" y="2361435"/>
                </a:lnTo>
                <a:lnTo>
                  <a:pt x="0" y="2346471"/>
                </a:lnTo>
                <a:lnTo>
                  <a:pt x="0" y="2159279"/>
                </a:lnTo>
                <a:lnTo>
                  <a:pt x="0" y="2030993"/>
                </a:lnTo>
                <a:lnTo>
                  <a:pt x="0" y="1654826"/>
                </a:lnTo>
                <a:lnTo>
                  <a:pt x="0" y="1526540"/>
                </a:lnTo>
                <a:lnTo>
                  <a:pt x="0" y="1339348"/>
                </a:lnTo>
                <a:lnTo>
                  <a:pt x="0" y="1324384"/>
                </a:lnTo>
                <a:lnTo>
                  <a:pt x="0" y="834895"/>
                </a:lnTo>
                <a:lnTo>
                  <a:pt x="0" y="819931"/>
                </a:lnTo>
                <a:lnTo>
                  <a:pt x="0" y="5044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="0">
                <a:solidFill>
                  <a:schemeClr val="tx1"/>
                </a:solidFill>
                <a:latin typeface="Apax-Bold" panose="020B0004020202020204" pitchFamily="34" charset="0"/>
              </a:defRPr>
            </a:lvl1pPr>
          </a:lstStyle>
          <a:p>
            <a:r>
              <a:rPr lang="en-GB" noProof="0" dirty="0"/>
              <a:t>Select the icon </a:t>
            </a:r>
            <a:br>
              <a:rPr lang="en-GB" noProof="0" dirty="0"/>
            </a:br>
            <a:r>
              <a:rPr lang="en-GB" noProof="0" dirty="0"/>
              <a:t>to insert a picture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CB8197-3B58-913B-8A99-7BDD1FE4E04F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8F05C69-0A9F-7F9D-EA14-E10282A8B829}"/>
              </a:ext>
            </a:extLst>
          </p:cNvPr>
          <p:cNvSpPr>
            <a:spLocks noGrp="1"/>
          </p:cNvSpPr>
          <p:nvPr>
            <p:ph type="dt" sz="half" idx="90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17" name="Espace réservé du pied de page 16">
            <a:extLst>
              <a:ext uri="{FF2B5EF4-FFF2-40B4-BE49-F238E27FC236}">
                <a16:creationId xmlns:a16="http://schemas.microsoft.com/office/drawing/2014/main" id="{73EAFF06-1C80-FCB0-D45C-1762008DFE07}"/>
              </a:ext>
            </a:extLst>
          </p:cNvPr>
          <p:cNvSpPr>
            <a:spLocks noGrp="1"/>
          </p:cNvSpPr>
          <p:nvPr>
            <p:ph type="ftr" sz="quarter" idx="91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7617C4B9-A492-D943-804B-4711C7C4EE52}"/>
              </a:ext>
            </a:extLst>
          </p:cNvPr>
          <p:cNvSpPr>
            <a:spLocks noGrp="1"/>
          </p:cNvSpPr>
          <p:nvPr>
            <p:ph type="sldNum" sz="quarter" idx="9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24" name="Titre 23">
            <a:extLst>
              <a:ext uri="{FF2B5EF4-FFF2-40B4-BE49-F238E27FC236}">
                <a16:creationId xmlns:a16="http://schemas.microsoft.com/office/drawing/2014/main" id="{A5A041D1-0AB9-3ABD-EB7C-C55EBE322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Espace réservé du texte 14">
            <a:extLst>
              <a:ext uri="{FF2B5EF4-FFF2-40B4-BE49-F238E27FC236}">
                <a16:creationId xmlns:a16="http://schemas.microsoft.com/office/drawing/2014/main" id="{D5BA19E1-4BF7-75FF-CB39-F7F3AC9F0A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7" name="Espace réservé du texte 26">
            <a:extLst>
              <a:ext uri="{FF2B5EF4-FFF2-40B4-BE49-F238E27FC236}">
                <a16:creationId xmlns:a16="http://schemas.microsoft.com/office/drawing/2014/main" id="{564C9FB9-7CD6-E32F-A43C-80FD362AE2A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 bwMode="gray">
          <a:xfrm>
            <a:off x="1343025" y="1460500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9" name="Espace réservé du texte 26">
            <a:extLst>
              <a:ext uri="{FF2B5EF4-FFF2-40B4-BE49-F238E27FC236}">
                <a16:creationId xmlns:a16="http://schemas.microsoft.com/office/drawing/2014/main" id="{44FA14F3-AA5A-DA2A-8150-85E9D2192FDA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 bwMode="gray">
          <a:xfrm>
            <a:off x="1343025" y="2624629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1" name="Espace réservé du texte 26">
            <a:extLst>
              <a:ext uri="{FF2B5EF4-FFF2-40B4-BE49-F238E27FC236}">
                <a16:creationId xmlns:a16="http://schemas.microsoft.com/office/drawing/2014/main" id="{387C3A64-8E37-BC90-534F-3AB9B62DAB4F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 bwMode="gray">
          <a:xfrm>
            <a:off x="1343025" y="3788758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AFA12D00-5124-44DC-D42E-E1008070CDD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 bwMode="gray">
          <a:xfrm>
            <a:off x="1343025" y="4952888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89CCC3F8-E394-BFFA-D2BB-0663B6370BF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 bwMode="gray">
          <a:xfrm>
            <a:off x="9041975" y="1460500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8F097B26-6670-A2CF-0C29-9ECA7332DD1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 bwMode="gray">
          <a:xfrm>
            <a:off x="8994350" y="2624629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2" name="Espace réservé du texte 26">
            <a:extLst>
              <a:ext uri="{FF2B5EF4-FFF2-40B4-BE49-F238E27FC236}">
                <a16:creationId xmlns:a16="http://schemas.microsoft.com/office/drawing/2014/main" id="{6F69FBF4-24BA-8179-23D8-2183F714A02C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 bwMode="gray">
          <a:xfrm>
            <a:off x="8994350" y="3788758"/>
            <a:ext cx="2232025" cy="1068400"/>
          </a:xfrm>
        </p:spPr>
        <p:txBody>
          <a:bodyPr/>
          <a:lstStyle>
            <a:lvl1pPr>
              <a:spcAft>
                <a:spcPts val="0"/>
              </a:spcAft>
              <a:defRPr sz="1400" b="1"/>
            </a:lvl1pPr>
            <a:lvl2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FF765F2-5152-A275-DF15-0E8641291992}"/>
              </a:ext>
            </a:extLst>
          </p:cNvPr>
          <p:cNvSpPr>
            <a:spLocks noGrp="1" noChangeAspect="1"/>
          </p:cNvSpPr>
          <p:nvPr>
            <p:ph type="body" sz="quarter" idx="49" hasCustomPrompt="1"/>
          </p:nvPr>
        </p:nvSpPr>
        <p:spPr bwMode="gray">
          <a:xfrm>
            <a:off x="918000" y="1499116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9pPr>
          </a:lstStyle>
          <a:p>
            <a:pPr lvl="0"/>
            <a:r>
              <a:rPr lang="en-GB" noProof="0" dirty="0"/>
              <a:t>1</a:t>
            </a:r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CF31AAD7-FB9B-7A05-C615-B4C7AF42BB06}"/>
              </a:ext>
            </a:extLst>
          </p:cNvPr>
          <p:cNvSpPr>
            <a:spLocks noGrp="1" noChangeAspect="1"/>
          </p:cNvSpPr>
          <p:nvPr>
            <p:ph type="body" sz="quarter" idx="94" hasCustomPrompt="1"/>
          </p:nvPr>
        </p:nvSpPr>
        <p:spPr bwMode="gray">
          <a:xfrm>
            <a:off x="918000" y="2663245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2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46CCA271-B7DF-CB3D-F969-52153536C39D}"/>
              </a:ext>
            </a:extLst>
          </p:cNvPr>
          <p:cNvSpPr>
            <a:spLocks noGrp="1" noChangeAspect="1"/>
          </p:cNvSpPr>
          <p:nvPr>
            <p:ph type="body" sz="quarter" idx="96" hasCustomPrompt="1"/>
          </p:nvPr>
        </p:nvSpPr>
        <p:spPr bwMode="gray">
          <a:xfrm>
            <a:off x="918000" y="382737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9pPr>
          </a:lstStyle>
          <a:p>
            <a:pPr lvl="0"/>
            <a:r>
              <a:rPr lang="en-GB" noProof="0" dirty="0"/>
              <a:t>3</a:t>
            </a:r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74167CAF-CB54-0A2C-26CD-478445E752B4}"/>
              </a:ext>
            </a:extLst>
          </p:cNvPr>
          <p:cNvSpPr>
            <a:spLocks noGrp="1" noChangeAspect="1"/>
          </p:cNvSpPr>
          <p:nvPr>
            <p:ph type="body" sz="quarter" idx="98" hasCustomPrompt="1"/>
          </p:nvPr>
        </p:nvSpPr>
        <p:spPr bwMode="gray">
          <a:xfrm>
            <a:off x="918000" y="499150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Apax-Thin" panose="020B0004020202020204" pitchFamily="34" charset="0"/>
              </a:defRPr>
            </a:lvl9pPr>
          </a:lstStyle>
          <a:p>
            <a:pPr lvl="0"/>
            <a:r>
              <a:rPr lang="en-GB" noProof="0" dirty="0"/>
              <a:t>4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874E77F4-11E5-2A2B-0C0C-2C930ECE21B3}"/>
              </a:ext>
            </a:extLst>
          </p:cNvPr>
          <p:cNvSpPr>
            <a:spLocks noGrp="1" noChangeAspect="1"/>
          </p:cNvSpPr>
          <p:nvPr>
            <p:ph type="body" sz="quarter" idx="100" hasCustomPrompt="1"/>
          </p:nvPr>
        </p:nvSpPr>
        <p:spPr bwMode="gray">
          <a:xfrm>
            <a:off x="8569325" y="1499116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5</a:t>
            </a:r>
          </a:p>
        </p:txBody>
      </p:sp>
      <p:sp>
        <p:nvSpPr>
          <p:cNvPr id="29" name="Espace réservé du texte 12">
            <a:extLst>
              <a:ext uri="{FF2B5EF4-FFF2-40B4-BE49-F238E27FC236}">
                <a16:creationId xmlns:a16="http://schemas.microsoft.com/office/drawing/2014/main" id="{B58FF87E-B5F4-3E29-3F14-3B745E851C36}"/>
              </a:ext>
            </a:extLst>
          </p:cNvPr>
          <p:cNvSpPr>
            <a:spLocks noGrp="1" noChangeAspect="1"/>
          </p:cNvSpPr>
          <p:nvPr>
            <p:ph type="body" sz="quarter" idx="102" hasCustomPrompt="1"/>
          </p:nvPr>
        </p:nvSpPr>
        <p:spPr bwMode="gray">
          <a:xfrm>
            <a:off x="8569325" y="2663245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6</a:t>
            </a:r>
          </a:p>
        </p:txBody>
      </p:sp>
      <p:sp>
        <p:nvSpPr>
          <p:cNvPr id="30" name="Espace réservé du texte 12">
            <a:extLst>
              <a:ext uri="{FF2B5EF4-FFF2-40B4-BE49-F238E27FC236}">
                <a16:creationId xmlns:a16="http://schemas.microsoft.com/office/drawing/2014/main" id="{CAF90A98-0F49-AD07-A4FA-85C309A15973}"/>
              </a:ext>
            </a:extLst>
          </p:cNvPr>
          <p:cNvSpPr>
            <a:spLocks noGrp="1" noChangeAspect="1"/>
          </p:cNvSpPr>
          <p:nvPr>
            <p:ph type="body" sz="quarter" idx="104" hasCustomPrompt="1"/>
          </p:nvPr>
        </p:nvSpPr>
        <p:spPr bwMode="gray">
          <a:xfrm>
            <a:off x="8569325" y="382737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7</a:t>
            </a:r>
          </a:p>
        </p:txBody>
      </p:sp>
      <p:sp>
        <p:nvSpPr>
          <p:cNvPr id="38" name="Espace réservé du texte 12">
            <a:extLst>
              <a:ext uri="{FF2B5EF4-FFF2-40B4-BE49-F238E27FC236}">
                <a16:creationId xmlns:a16="http://schemas.microsoft.com/office/drawing/2014/main" id="{38604315-2648-276A-B259-02A979444BCC}"/>
              </a:ext>
            </a:extLst>
          </p:cNvPr>
          <p:cNvSpPr>
            <a:spLocks noGrp="1" noChangeAspect="1"/>
          </p:cNvSpPr>
          <p:nvPr>
            <p:ph type="body" sz="quarter" idx="114" hasCustomPrompt="1"/>
          </p:nvPr>
        </p:nvSpPr>
        <p:spPr bwMode="gray">
          <a:xfrm>
            <a:off x="5928712" y="1910482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1</a:t>
            </a:r>
          </a:p>
        </p:txBody>
      </p:sp>
      <p:sp>
        <p:nvSpPr>
          <p:cNvPr id="39" name="Espace réservé du texte 12">
            <a:extLst>
              <a:ext uri="{FF2B5EF4-FFF2-40B4-BE49-F238E27FC236}">
                <a16:creationId xmlns:a16="http://schemas.microsoft.com/office/drawing/2014/main" id="{3D811D1B-A927-F6B7-E85C-F9563EE46026}"/>
              </a:ext>
            </a:extLst>
          </p:cNvPr>
          <p:cNvSpPr>
            <a:spLocks noGrp="1" noChangeAspect="1"/>
          </p:cNvSpPr>
          <p:nvPr>
            <p:ph type="body" sz="quarter" idx="115" hasCustomPrompt="1"/>
          </p:nvPr>
        </p:nvSpPr>
        <p:spPr bwMode="gray">
          <a:xfrm>
            <a:off x="4918075" y="2549358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2</a:t>
            </a:r>
          </a:p>
        </p:txBody>
      </p:sp>
      <p:sp>
        <p:nvSpPr>
          <p:cNvPr id="40" name="Espace réservé du texte 12">
            <a:extLst>
              <a:ext uri="{FF2B5EF4-FFF2-40B4-BE49-F238E27FC236}">
                <a16:creationId xmlns:a16="http://schemas.microsoft.com/office/drawing/2014/main" id="{DA5BB003-6260-954D-15E4-01E48C6D8405}"/>
              </a:ext>
            </a:extLst>
          </p:cNvPr>
          <p:cNvSpPr>
            <a:spLocks noGrp="1" noChangeAspect="1"/>
          </p:cNvSpPr>
          <p:nvPr>
            <p:ph type="body" sz="quarter" idx="116" hasCustomPrompt="1"/>
          </p:nvPr>
        </p:nvSpPr>
        <p:spPr bwMode="gray">
          <a:xfrm>
            <a:off x="4683287" y="367437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3</a:t>
            </a:r>
          </a:p>
        </p:txBody>
      </p:sp>
      <p:sp>
        <p:nvSpPr>
          <p:cNvPr id="41" name="Espace réservé du texte 12">
            <a:extLst>
              <a:ext uri="{FF2B5EF4-FFF2-40B4-BE49-F238E27FC236}">
                <a16:creationId xmlns:a16="http://schemas.microsoft.com/office/drawing/2014/main" id="{C879C68E-8F5C-0D5A-751B-8C79C7648F1A}"/>
              </a:ext>
            </a:extLst>
          </p:cNvPr>
          <p:cNvSpPr>
            <a:spLocks noGrp="1" noChangeAspect="1"/>
          </p:cNvSpPr>
          <p:nvPr>
            <p:ph type="body" sz="quarter" idx="117" hasCustomPrompt="1"/>
          </p:nvPr>
        </p:nvSpPr>
        <p:spPr bwMode="gray">
          <a:xfrm>
            <a:off x="5399224" y="461452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4</a:t>
            </a:r>
          </a:p>
        </p:txBody>
      </p:sp>
      <p:sp>
        <p:nvSpPr>
          <p:cNvPr id="42" name="Espace réservé du texte 12">
            <a:extLst>
              <a:ext uri="{FF2B5EF4-FFF2-40B4-BE49-F238E27FC236}">
                <a16:creationId xmlns:a16="http://schemas.microsoft.com/office/drawing/2014/main" id="{E919DAF7-F546-2413-1B0F-F4F17D4BDAEC}"/>
              </a:ext>
            </a:extLst>
          </p:cNvPr>
          <p:cNvSpPr>
            <a:spLocks noGrp="1" noChangeAspect="1"/>
          </p:cNvSpPr>
          <p:nvPr>
            <p:ph type="body" sz="quarter" idx="118" hasCustomPrompt="1"/>
          </p:nvPr>
        </p:nvSpPr>
        <p:spPr bwMode="gray">
          <a:xfrm>
            <a:off x="6440978" y="4608474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5</a:t>
            </a:r>
          </a:p>
        </p:txBody>
      </p:sp>
      <p:sp>
        <p:nvSpPr>
          <p:cNvPr id="43" name="Espace réservé du texte 12">
            <a:extLst>
              <a:ext uri="{FF2B5EF4-FFF2-40B4-BE49-F238E27FC236}">
                <a16:creationId xmlns:a16="http://schemas.microsoft.com/office/drawing/2014/main" id="{087DAAE9-8737-0EDB-C777-1B18C374D9C5}"/>
              </a:ext>
            </a:extLst>
          </p:cNvPr>
          <p:cNvSpPr>
            <a:spLocks noGrp="1" noChangeAspect="1"/>
          </p:cNvSpPr>
          <p:nvPr>
            <p:ph type="body" sz="quarter" idx="119" hasCustomPrompt="1"/>
          </p:nvPr>
        </p:nvSpPr>
        <p:spPr bwMode="gray">
          <a:xfrm>
            <a:off x="7141666" y="3687151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6</a:t>
            </a:r>
          </a:p>
        </p:txBody>
      </p:sp>
      <p:sp>
        <p:nvSpPr>
          <p:cNvPr id="44" name="Espace réservé du texte 12">
            <a:extLst>
              <a:ext uri="{FF2B5EF4-FFF2-40B4-BE49-F238E27FC236}">
                <a16:creationId xmlns:a16="http://schemas.microsoft.com/office/drawing/2014/main" id="{BFD5E2EB-DF21-4190-9E70-629C088498AC}"/>
              </a:ext>
            </a:extLst>
          </p:cNvPr>
          <p:cNvSpPr>
            <a:spLocks noGrp="1" noChangeAspect="1"/>
          </p:cNvSpPr>
          <p:nvPr>
            <p:ph type="body" sz="quarter" idx="120" hasCustomPrompt="1"/>
          </p:nvPr>
        </p:nvSpPr>
        <p:spPr bwMode="gray">
          <a:xfrm>
            <a:off x="6944967" y="2549358"/>
            <a:ext cx="306001" cy="306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125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 typeface="Arial" panose="020B0604020202020204" pitchFamily="34" charset="0"/>
              <a:buNone/>
              <a:defRPr sz="1250">
                <a:solidFill>
                  <a:schemeClr val="bg1"/>
                </a:solidFill>
                <a:latin typeface="+mn-lt"/>
              </a:defRPr>
            </a:lvl2pPr>
            <a:lvl3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3pPr>
            <a:lvl4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4pPr>
            <a:lvl5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5pPr>
            <a:lvl6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6pPr>
            <a:lvl7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7pPr>
            <a:lvl8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8pPr>
            <a:lvl9pPr marL="0" indent="0" algn="ctr">
              <a:buNone/>
              <a:defRPr sz="125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7</a:t>
            </a:r>
          </a:p>
        </p:txBody>
      </p:sp>
      <p:grpSp>
        <p:nvGrpSpPr>
          <p:cNvPr id="2" name="Graphique 7">
            <a:extLst>
              <a:ext uri="{FF2B5EF4-FFF2-40B4-BE49-F238E27FC236}">
                <a16:creationId xmlns:a16="http://schemas.microsoft.com/office/drawing/2014/main" id="{927E67CB-AE38-7401-28C0-96EEADFA4F4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8" name="Graphique 7">
              <a:extLst>
                <a:ext uri="{FF2B5EF4-FFF2-40B4-BE49-F238E27FC236}">
                  <a16:creationId xmlns:a16="http://schemas.microsoft.com/office/drawing/2014/main" id="{95E65E4B-04A7-77C4-EC17-2EC2675A8A75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9E3CC923-0411-90D7-C212-F7982FC8E183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53D70C2A-25C8-182C-3AD8-B367FBEEF357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004B174F-6AB5-5587-232E-E1681F94F5D9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D0F98D74-BFA5-3FAC-5424-3F02E08E22CE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2E79DC12-8B41-71BD-FC07-9BE5FC93C946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F27EA57-F0C5-22CD-FF79-69A7D5BEAB4D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67C879F-9282-C7F4-571B-1A78A1EB6E68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CF3CADE8-895A-A532-4ECA-304036914FAF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B018FBC6-0B79-03A5-4881-B7879F520722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2330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,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1" name="Graphique 13">
            <a:extLst>
              <a:ext uri="{FF2B5EF4-FFF2-40B4-BE49-F238E27FC236}">
                <a16:creationId xmlns:a16="http://schemas.microsoft.com/office/drawing/2014/main" id="{95016AA5-BA01-7119-B25E-64BB62276BDA}"/>
              </a:ext>
            </a:extLst>
          </p:cNvPr>
          <p:cNvGrpSpPr/>
          <p:nvPr userDrawn="1"/>
        </p:nvGrpSpPr>
        <p:grpSpPr bwMode="gray">
          <a:xfrm>
            <a:off x="540780" y="1400076"/>
            <a:ext cx="7332980" cy="3769359"/>
            <a:chOff x="598169" y="1938020"/>
            <a:chExt cx="7332980" cy="3769359"/>
          </a:xfrm>
          <a:solidFill>
            <a:schemeClr val="bg2"/>
          </a:solidFill>
        </p:grpSpPr>
        <p:sp>
          <p:nvSpPr>
            <p:cNvPr id="4132" name="Forme libre : forme 4131">
              <a:extLst>
                <a:ext uri="{FF2B5EF4-FFF2-40B4-BE49-F238E27FC236}">
                  <a16:creationId xmlns:a16="http://schemas.microsoft.com/office/drawing/2014/main" id="{E1F2D543-221A-C167-D081-624AA9C3FDD3}"/>
                </a:ext>
              </a:extLst>
            </p:cNvPr>
            <p:cNvSpPr/>
            <p:nvPr/>
          </p:nvSpPr>
          <p:spPr bwMode="gray">
            <a:xfrm>
              <a:off x="2509520" y="56769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3" name="Forme libre : forme 4132">
              <a:extLst>
                <a:ext uri="{FF2B5EF4-FFF2-40B4-BE49-F238E27FC236}">
                  <a16:creationId xmlns:a16="http://schemas.microsoft.com/office/drawing/2014/main" id="{BDC107F5-C36B-B343-7369-6E59BAC9E3C1}"/>
                </a:ext>
              </a:extLst>
            </p:cNvPr>
            <p:cNvSpPr/>
            <p:nvPr/>
          </p:nvSpPr>
          <p:spPr bwMode="gray">
            <a:xfrm>
              <a:off x="2459990" y="56769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4" name="Forme libre : forme 4133">
              <a:extLst>
                <a:ext uri="{FF2B5EF4-FFF2-40B4-BE49-F238E27FC236}">
                  <a16:creationId xmlns:a16="http://schemas.microsoft.com/office/drawing/2014/main" id="{5E51908F-948E-884A-E179-4077F4027BFD}"/>
                </a:ext>
              </a:extLst>
            </p:cNvPr>
            <p:cNvSpPr/>
            <p:nvPr/>
          </p:nvSpPr>
          <p:spPr bwMode="gray">
            <a:xfrm>
              <a:off x="2411730" y="56769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5" name="Forme libre : forme 4134">
              <a:extLst>
                <a:ext uri="{FF2B5EF4-FFF2-40B4-BE49-F238E27FC236}">
                  <a16:creationId xmlns:a16="http://schemas.microsoft.com/office/drawing/2014/main" id="{48426EA4-2D0B-32A4-64B5-28EFCADACEB4}"/>
                </a:ext>
              </a:extLst>
            </p:cNvPr>
            <p:cNvSpPr/>
            <p:nvPr/>
          </p:nvSpPr>
          <p:spPr bwMode="gray">
            <a:xfrm>
              <a:off x="2411730" y="56273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6" name="Forme libre : forme 4135">
              <a:extLst>
                <a:ext uri="{FF2B5EF4-FFF2-40B4-BE49-F238E27FC236}">
                  <a16:creationId xmlns:a16="http://schemas.microsoft.com/office/drawing/2014/main" id="{D3615822-305C-4DD9-0AAA-1FD5E8F3A3C5}"/>
                </a:ext>
              </a:extLst>
            </p:cNvPr>
            <p:cNvSpPr/>
            <p:nvPr/>
          </p:nvSpPr>
          <p:spPr bwMode="gray">
            <a:xfrm>
              <a:off x="2362200" y="56273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7" name="Forme libre : forme 4136">
              <a:extLst>
                <a:ext uri="{FF2B5EF4-FFF2-40B4-BE49-F238E27FC236}">
                  <a16:creationId xmlns:a16="http://schemas.microsoft.com/office/drawing/2014/main" id="{6D5077BC-3F45-542E-CF0E-E5E9BA3A6D07}"/>
                </a:ext>
              </a:extLst>
            </p:cNvPr>
            <p:cNvSpPr/>
            <p:nvPr/>
          </p:nvSpPr>
          <p:spPr bwMode="gray">
            <a:xfrm>
              <a:off x="2313940" y="56273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8" name="Forme libre : forme 4137">
              <a:extLst>
                <a:ext uri="{FF2B5EF4-FFF2-40B4-BE49-F238E27FC236}">
                  <a16:creationId xmlns:a16="http://schemas.microsoft.com/office/drawing/2014/main" id="{AD5795E8-A960-64D4-808C-712EB489B712}"/>
                </a:ext>
              </a:extLst>
            </p:cNvPr>
            <p:cNvSpPr/>
            <p:nvPr/>
          </p:nvSpPr>
          <p:spPr bwMode="gray">
            <a:xfrm>
              <a:off x="2411730" y="5577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39" name="Forme libre : forme 4138">
              <a:extLst>
                <a:ext uri="{FF2B5EF4-FFF2-40B4-BE49-F238E27FC236}">
                  <a16:creationId xmlns:a16="http://schemas.microsoft.com/office/drawing/2014/main" id="{6B025C47-5614-778A-80FA-5512D3629988}"/>
                </a:ext>
              </a:extLst>
            </p:cNvPr>
            <p:cNvSpPr/>
            <p:nvPr/>
          </p:nvSpPr>
          <p:spPr bwMode="gray">
            <a:xfrm>
              <a:off x="2362200" y="5577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42" name="Forme libre : forme 4141">
              <a:extLst>
                <a:ext uri="{FF2B5EF4-FFF2-40B4-BE49-F238E27FC236}">
                  <a16:creationId xmlns:a16="http://schemas.microsoft.com/office/drawing/2014/main" id="{F3326153-6988-731D-B6DC-0FD9304B915E}"/>
                </a:ext>
              </a:extLst>
            </p:cNvPr>
            <p:cNvSpPr/>
            <p:nvPr/>
          </p:nvSpPr>
          <p:spPr bwMode="gray">
            <a:xfrm>
              <a:off x="2313940" y="5577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45" name="Forme libre : forme 4144">
              <a:extLst>
                <a:ext uri="{FF2B5EF4-FFF2-40B4-BE49-F238E27FC236}">
                  <a16:creationId xmlns:a16="http://schemas.microsoft.com/office/drawing/2014/main" id="{C4AF16F9-688A-0C9F-58B3-99226706ED42}"/>
                </a:ext>
              </a:extLst>
            </p:cNvPr>
            <p:cNvSpPr/>
            <p:nvPr/>
          </p:nvSpPr>
          <p:spPr bwMode="gray">
            <a:xfrm>
              <a:off x="2411730" y="5528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48" name="Forme libre : forme 4147">
              <a:extLst>
                <a:ext uri="{FF2B5EF4-FFF2-40B4-BE49-F238E27FC236}">
                  <a16:creationId xmlns:a16="http://schemas.microsoft.com/office/drawing/2014/main" id="{72ED7E50-4701-095C-B84F-3B277C9CC404}"/>
                </a:ext>
              </a:extLst>
            </p:cNvPr>
            <p:cNvSpPr/>
            <p:nvPr/>
          </p:nvSpPr>
          <p:spPr bwMode="gray">
            <a:xfrm>
              <a:off x="2362200" y="5528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49" name="Forme libre : forme 4148">
              <a:extLst>
                <a:ext uri="{FF2B5EF4-FFF2-40B4-BE49-F238E27FC236}">
                  <a16:creationId xmlns:a16="http://schemas.microsoft.com/office/drawing/2014/main" id="{8B83C099-32DD-676A-05D9-51CF7737565E}"/>
                </a:ext>
              </a:extLst>
            </p:cNvPr>
            <p:cNvSpPr/>
            <p:nvPr/>
          </p:nvSpPr>
          <p:spPr bwMode="gray">
            <a:xfrm>
              <a:off x="2313940" y="5528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0" name="Forme libre : forme 4149">
              <a:extLst>
                <a:ext uri="{FF2B5EF4-FFF2-40B4-BE49-F238E27FC236}">
                  <a16:creationId xmlns:a16="http://schemas.microsoft.com/office/drawing/2014/main" id="{529AF65C-35C6-A2B3-458D-210CFBF00926}"/>
                </a:ext>
              </a:extLst>
            </p:cNvPr>
            <p:cNvSpPr/>
            <p:nvPr/>
          </p:nvSpPr>
          <p:spPr bwMode="gray">
            <a:xfrm>
              <a:off x="2264410" y="5528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1" name="Forme libre : forme 4150">
              <a:extLst>
                <a:ext uri="{FF2B5EF4-FFF2-40B4-BE49-F238E27FC236}">
                  <a16:creationId xmlns:a16="http://schemas.microsoft.com/office/drawing/2014/main" id="{7837CD6E-DE95-9D6D-5776-6362752DE3CD}"/>
                </a:ext>
              </a:extLst>
            </p:cNvPr>
            <p:cNvSpPr/>
            <p:nvPr/>
          </p:nvSpPr>
          <p:spPr bwMode="gray">
            <a:xfrm>
              <a:off x="2411730" y="54800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3" name="Forme libre : forme 4152">
              <a:extLst>
                <a:ext uri="{FF2B5EF4-FFF2-40B4-BE49-F238E27FC236}">
                  <a16:creationId xmlns:a16="http://schemas.microsoft.com/office/drawing/2014/main" id="{90323DC7-F9BA-3B83-5AFF-396DE3CAAEF5}"/>
                </a:ext>
              </a:extLst>
            </p:cNvPr>
            <p:cNvSpPr/>
            <p:nvPr/>
          </p:nvSpPr>
          <p:spPr bwMode="gray">
            <a:xfrm>
              <a:off x="2362200" y="54800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5" name="Forme libre : forme 4154">
              <a:extLst>
                <a:ext uri="{FF2B5EF4-FFF2-40B4-BE49-F238E27FC236}">
                  <a16:creationId xmlns:a16="http://schemas.microsoft.com/office/drawing/2014/main" id="{CD20F9A5-B9EF-EAF0-DB72-1D7B78BCC539}"/>
                </a:ext>
              </a:extLst>
            </p:cNvPr>
            <p:cNvSpPr/>
            <p:nvPr/>
          </p:nvSpPr>
          <p:spPr bwMode="gray">
            <a:xfrm>
              <a:off x="2313940" y="54800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6" name="Forme libre : forme 4155">
              <a:extLst>
                <a:ext uri="{FF2B5EF4-FFF2-40B4-BE49-F238E27FC236}">
                  <a16:creationId xmlns:a16="http://schemas.microsoft.com/office/drawing/2014/main" id="{AB2833BD-1E2F-C00D-6E40-7A96A1A8B322}"/>
                </a:ext>
              </a:extLst>
            </p:cNvPr>
            <p:cNvSpPr/>
            <p:nvPr/>
          </p:nvSpPr>
          <p:spPr bwMode="gray">
            <a:xfrm>
              <a:off x="2264410" y="54800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7" name="Forme libre : forme 4156">
              <a:extLst>
                <a:ext uri="{FF2B5EF4-FFF2-40B4-BE49-F238E27FC236}">
                  <a16:creationId xmlns:a16="http://schemas.microsoft.com/office/drawing/2014/main" id="{A50A07E5-1575-3053-0088-9F7008A2AA73}"/>
                </a:ext>
              </a:extLst>
            </p:cNvPr>
            <p:cNvSpPr/>
            <p:nvPr/>
          </p:nvSpPr>
          <p:spPr bwMode="gray">
            <a:xfrm>
              <a:off x="7607300" y="54305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8" name="Forme libre : forme 4157">
              <a:extLst>
                <a:ext uri="{FF2B5EF4-FFF2-40B4-BE49-F238E27FC236}">
                  <a16:creationId xmlns:a16="http://schemas.microsoft.com/office/drawing/2014/main" id="{26F99957-6C7C-36FD-944C-9FC67A3CC95A}"/>
                </a:ext>
              </a:extLst>
            </p:cNvPr>
            <p:cNvSpPr/>
            <p:nvPr/>
          </p:nvSpPr>
          <p:spPr bwMode="gray">
            <a:xfrm>
              <a:off x="7557769" y="54305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59" name="Forme libre : forme 4158">
              <a:extLst>
                <a:ext uri="{FF2B5EF4-FFF2-40B4-BE49-F238E27FC236}">
                  <a16:creationId xmlns:a16="http://schemas.microsoft.com/office/drawing/2014/main" id="{B476A6CA-F04A-8961-C6C5-FF888D721081}"/>
                </a:ext>
              </a:extLst>
            </p:cNvPr>
            <p:cNvSpPr/>
            <p:nvPr/>
          </p:nvSpPr>
          <p:spPr bwMode="gray">
            <a:xfrm>
              <a:off x="7508239" y="54305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0" name="Forme libre : forme 4159">
              <a:extLst>
                <a:ext uri="{FF2B5EF4-FFF2-40B4-BE49-F238E27FC236}">
                  <a16:creationId xmlns:a16="http://schemas.microsoft.com/office/drawing/2014/main" id="{5C24E356-50D2-6371-30A3-EAE5600BB316}"/>
                </a:ext>
              </a:extLst>
            </p:cNvPr>
            <p:cNvSpPr/>
            <p:nvPr/>
          </p:nvSpPr>
          <p:spPr bwMode="gray">
            <a:xfrm>
              <a:off x="2362200" y="54305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1" name="Forme libre : forme 4160">
              <a:extLst>
                <a:ext uri="{FF2B5EF4-FFF2-40B4-BE49-F238E27FC236}">
                  <a16:creationId xmlns:a16="http://schemas.microsoft.com/office/drawing/2014/main" id="{AC7B2CFE-6529-F0F2-0109-48B7956D1329}"/>
                </a:ext>
              </a:extLst>
            </p:cNvPr>
            <p:cNvSpPr/>
            <p:nvPr/>
          </p:nvSpPr>
          <p:spPr bwMode="gray">
            <a:xfrm>
              <a:off x="2313940" y="54305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2" name="Forme libre : forme 4161">
              <a:extLst>
                <a:ext uri="{FF2B5EF4-FFF2-40B4-BE49-F238E27FC236}">
                  <a16:creationId xmlns:a16="http://schemas.microsoft.com/office/drawing/2014/main" id="{F0A1529A-C8E1-B632-D771-B4A3778E30DE}"/>
                </a:ext>
              </a:extLst>
            </p:cNvPr>
            <p:cNvSpPr/>
            <p:nvPr/>
          </p:nvSpPr>
          <p:spPr bwMode="gray">
            <a:xfrm>
              <a:off x="2264410" y="54305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3" name="Forme libre : forme 4162">
              <a:extLst>
                <a:ext uri="{FF2B5EF4-FFF2-40B4-BE49-F238E27FC236}">
                  <a16:creationId xmlns:a16="http://schemas.microsoft.com/office/drawing/2014/main" id="{13EA3A95-69C5-C582-F2F6-50DBC2B09815}"/>
                </a:ext>
              </a:extLst>
            </p:cNvPr>
            <p:cNvSpPr/>
            <p:nvPr/>
          </p:nvSpPr>
          <p:spPr bwMode="gray">
            <a:xfrm>
              <a:off x="7705089" y="53809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4" name="Forme libre : forme 4163">
              <a:extLst>
                <a:ext uri="{FF2B5EF4-FFF2-40B4-BE49-F238E27FC236}">
                  <a16:creationId xmlns:a16="http://schemas.microsoft.com/office/drawing/2014/main" id="{6BD6884F-16B1-92DA-1568-6A11D648C5F0}"/>
                </a:ext>
              </a:extLst>
            </p:cNvPr>
            <p:cNvSpPr/>
            <p:nvPr/>
          </p:nvSpPr>
          <p:spPr bwMode="gray">
            <a:xfrm>
              <a:off x="7655559" y="53809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5" name="Forme libre : forme 4164">
              <a:extLst>
                <a:ext uri="{FF2B5EF4-FFF2-40B4-BE49-F238E27FC236}">
                  <a16:creationId xmlns:a16="http://schemas.microsoft.com/office/drawing/2014/main" id="{7FE6CD82-A1BC-6F15-7BE0-BF74B9E6C955}"/>
                </a:ext>
              </a:extLst>
            </p:cNvPr>
            <p:cNvSpPr/>
            <p:nvPr/>
          </p:nvSpPr>
          <p:spPr bwMode="gray">
            <a:xfrm>
              <a:off x="7607300" y="53809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6" name="Forme libre : forme 4165">
              <a:extLst>
                <a:ext uri="{FF2B5EF4-FFF2-40B4-BE49-F238E27FC236}">
                  <a16:creationId xmlns:a16="http://schemas.microsoft.com/office/drawing/2014/main" id="{81BF678B-4137-C034-F992-38C31F692119}"/>
                </a:ext>
              </a:extLst>
            </p:cNvPr>
            <p:cNvSpPr/>
            <p:nvPr/>
          </p:nvSpPr>
          <p:spPr bwMode="gray">
            <a:xfrm>
              <a:off x="2411730" y="5380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7" name="Forme libre : forme 4166">
              <a:extLst>
                <a:ext uri="{FF2B5EF4-FFF2-40B4-BE49-F238E27FC236}">
                  <a16:creationId xmlns:a16="http://schemas.microsoft.com/office/drawing/2014/main" id="{D142F23C-59A7-09A4-6681-6D20811DEF9C}"/>
                </a:ext>
              </a:extLst>
            </p:cNvPr>
            <p:cNvSpPr/>
            <p:nvPr/>
          </p:nvSpPr>
          <p:spPr bwMode="gray">
            <a:xfrm>
              <a:off x="2362200" y="5380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8" name="Forme libre : forme 4167">
              <a:extLst>
                <a:ext uri="{FF2B5EF4-FFF2-40B4-BE49-F238E27FC236}">
                  <a16:creationId xmlns:a16="http://schemas.microsoft.com/office/drawing/2014/main" id="{712A0818-6BE8-746D-D0F7-4266714106B0}"/>
                </a:ext>
              </a:extLst>
            </p:cNvPr>
            <p:cNvSpPr/>
            <p:nvPr/>
          </p:nvSpPr>
          <p:spPr bwMode="gray">
            <a:xfrm>
              <a:off x="2313940" y="5380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69" name="Forme libre : forme 4168">
              <a:extLst>
                <a:ext uri="{FF2B5EF4-FFF2-40B4-BE49-F238E27FC236}">
                  <a16:creationId xmlns:a16="http://schemas.microsoft.com/office/drawing/2014/main" id="{E68F9492-814A-3B5D-0E60-79CF8F6D1C3D}"/>
                </a:ext>
              </a:extLst>
            </p:cNvPr>
            <p:cNvSpPr/>
            <p:nvPr/>
          </p:nvSpPr>
          <p:spPr bwMode="gray">
            <a:xfrm>
              <a:off x="2264410" y="5380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0" name="Forme libre : forme 4169">
              <a:extLst>
                <a:ext uri="{FF2B5EF4-FFF2-40B4-BE49-F238E27FC236}">
                  <a16:creationId xmlns:a16="http://schemas.microsoft.com/office/drawing/2014/main" id="{1048AE27-63C9-4ED5-8023-A7D312CFB33F}"/>
                </a:ext>
              </a:extLst>
            </p:cNvPr>
            <p:cNvSpPr/>
            <p:nvPr/>
          </p:nvSpPr>
          <p:spPr bwMode="gray">
            <a:xfrm>
              <a:off x="2214880" y="5380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1" name="Forme libre : forme 4170">
              <a:extLst>
                <a:ext uri="{FF2B5EF4-FFF2-40B4-BE49-F238E27FC236}">
                  <a16:creationId xmlns:a16="http://schemas.microsoft.com/office/drawing/2014/main" id="{E4FF02F9-30B0-878D-4955-4EC5C01F8A18}"/>
                </a:ext>
              </a:extLst>
            </p:cNvPr>
            <p:cNvSpPr/>
            <p:nvPr/>
          </p:nvSpPr>
          <p:spPr bwMode="gray">
            <a:xfrm>
              <a:off x="7753350" y="53314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2" name="Forme libre : forme 4171">
              <a:extLst>
                <a:ext uri="{FF2B5EF4-FFF2-40B4-BE49-F238E27FC236}">
                  <a16:creationId xmlns:a16="http://schemas.microsoft.com/office/drawing/2014/main" id="{329A93BD-81DC-FA38-D4CB-83E091CCC307}"/>
                </a:ext>
              </a:extLst>
            </p:cNvPr>
            <p:cNvSpPr/>
            <p:nvPr/>
          </p:nvSpPr>
          <p:spPr bwMode="gray">
            <a:xfrm>
              <a:off x="7705089" y="53314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3" name="Forme libre : forme 4172">
              <a:extLst>
                <a:ext uri="{FF2B5EF4-FFF2-40B4-BE49-F238E27FC236}">
                  <a16:creationId xmlns:a16="http://schemas.microsoft.com/office/drawing/2014/main" id="{665DA142-A959-4B6A-3C08-5AE68906E0AE}"/>
                </a:ext>
              </a:extLst>
            </p:cNvPr>
            <p:cNvSpPr/>
            <p:nvPr/>
          </p:nvSpPr>
          <p:spPr bwMode="gray">
            <a:xfrm>
              <a:off x="2411730" y="5331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4" name="Forme libre : forme 4173">
              <a:extLst>
                <a:ext uri="{FF2B5EF4-FFF2-40B4-BE49-F238E27FC236}">
                  <a16:creationId xmlns:a16="http://schemas.microsoft.com/office/drawing/2014/main" id="{36C3554D-B059-7B51-896D-6A6431BC5CD6}"/>
                </a:ext>
              </a:extLst>
            </p:cNvPr>
            <p:cNvSpPr/>
            <p:nvPr/>
          </p:nvSpPr>
          <p:spPr bwMode="gray">
            <a:xfrm>
              <a:off x="2362200" y="5331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5" name="Forme libre : forme 4174">
              <a:extLst>
                <a:ext uri="{FF2B5EF4-FFF2-40B4-BE49-F238E27FC236}">
                  <a16:creationId xmlns:a16="http://schemas.microsoft.com/office/drawing/2014/main" id="{D44DFE78-07FE-D29F-248B-95F8D8F0DCBA}"/>
                </a:ext>
              </a:extLst>
            </p:cNvPr>
            <p:cNvSpPr/>
            <p:nvPr/>
          </p:nvSpPr>
          <p:spPr bwMode="gray">
            <a:xfrm>
              <a:off x="2313940" y="5331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6" name="Forme libre : forme 4175">
              <a:extLst>
                <a:ext uri="{FF2B5EF4-FFF2-40B4-BE49-F238E27FC236}">
                  <a16:creationId xmlns:a16="http://schemas.microsoft.com/office/drawing/2014/main" id="{69D864F8-234C-C5DA-5B57-EAEC6D838300}"/>
                </a:ext>
              </a:extLst>
            </p:cNvPr>
            <p:cNvSpPr/>
            <p:nvPr/>
          </p:nvSpPr>
          <p:spPr bwMode="gray">
            <a:xfrm>
              <a:off x="2264410" y="5331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7" name="Forme libre : forme 4176">
              <a:extLst>
                <a:ext uri="{FF2B5EF4-FFF2-40B4-BE49-F238E27FC236}">
                  <a16:creationId xmlns:a16="http://schemas.microsoft.com/office/drawing/2014/main" id="{89D13D16-3397-26DA-4C3C-812FBFB65DB3}"/>
                </a:ext>
              </a:extLst>
            </p:cNvPr>
            <p:cNvSpPr/>
            <p:nvPr/>
          </p:nvSpPr>
          <p:spPr bwMode="gray">
            <a:xfrm>
              <a:off x="2214880" y="5331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8" name="Forme libre : forme 4177">
              <a:extLst>
                <a:ext uri="{FF2B5EF4-FFF2-40B4-BE49-F238E27FC236}">
                  <a16:creationId xmlns:a16="http://schemas.microsoft.com/office/drawing/2014/main" id="{6AC8F9E5-73B9-6DB5-D3FB-F13E329CF2C4}"/>
                </a:ext>
              </a:extLst>
            </p:cNvPr>
            <p:cNvSpPr/>
            <p:nvPr/>
          </p:nvSpPr>
          <p:spPr bwMode="gray">
            <a:xfrm>
              <a:off x="7852409" y="52832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79" name="Forme libre : forme 4178">
              <a:extLst>
                <a:ext uri="{FF2B5EF4-FFF2-40B4-BE49-F238E27FC236}">
                  <a16:creationId xmlns:a16="http://schemas.microsoft.com/office/drawing/2014/main" id="{390BB782-BC1C-00AE-8FA5-5A28D3374D9B}"/>
                </a:ext>
              </a:extLst>
            </p:cNvPr>
            <p:cNvSpPr/>
            <p:nvPr/>
          </p:nvSpPr>
          <p:spPr bwMode="gray">
            <a:xfrm>
              <a:off x="7802880" y="52832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0" name="Forme libre : forme 4179">
              <a:extLst>
                <a:ext uri="{FF2B5EF4-FFF2-40B4-BE49-F238E27FC236}">
                  <a16:creationId xmlns:a16="http://schemas.microsoft.com/office/drawing/2014/main" id="{7824D09D-9974-2F1C-48AB-D86644840D23}"/>
                </a:ext>
              </a:extLst>
            </p:cNvPr>
            <p:cNvSpPr/>
            <p:nvPr/>
          </p:nvSpPr>
          <p:spPr bwMode="gray">
            <a:xfrm>
              <a:off x="2411730" y="52832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1" name="Forme libre : forme 4180">
              <a:extLst>
                <a:ext uri="{FF2B5EF4-FFF2-40B4-BE49-F238E27FC236}">
                  <a16:creationId xmlns:a16="http://schemas.microsoft.com/office/drawing/2014/main" id="{C07772D8-C435-A0B7-DC4D-BAFBC6CDEEAA}"/>
                </a:ext>
              </a:extLst>
            </p:cNvPr>
            <p:cNvSpPr/>
            <p:nvPr/>
          </p:nvSpPr>
          <p:spPr bwMode="gray">
            <a:xfrm>
              <a:off x="2362200" y="52832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2" name="Forme libre : forme 4181">
              <a:extLst>
                <a:ext uri="{FF2B5EF4-FFF2-40B4-BE49-F238E27FC236}">
                  <a16:creationId xmlns:a16="http://schemas.microsoft.com/office/drawing/2014/main" id="{52997D65-3868-6F6C-6E44-AF42AEDA6FF2}"/>
                </a:ext>
              </a:extLst>
            </p:cNvPr>
            <p:cNvSpPr/>
            <p:nvPr/>
          </p:nvSpPr>
          <p:spPr bwMode="gray">
            <a:xfrm>
              <a:off x="2313940" y="52832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3" name="Forme libre : forme 4182">
              <a:extLst>
                <a:ext uri="{FF2B5EF4-FFF2-40B4-BE49-F238E27FC236}">
                  <a16:creationId xmlns:a16="http://schemas.microsoft.com/office/drawing/2014/main" id="{BAF94897-2AAD-D777-3153-BF2BFBED3FD7}"/>
                </a:ext>
              </a:extLst>
            </p:cNvPr>
            <p:cNvSpPr/>
            <p:nvPr/>
          </p:nvSpPr>
          <p:spPr bwMode="gray">
            <a:xfrm>
              <a:off x="2264410" y="52832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4" name="Forme libre : forme 4183">
              <a:extLst>
                <a:ext uri="{FF2B5EF4-FFF2-40B4-BE49-F238E27FC236}">
                  <a16:creationId xmlns:a16="http://schemas.microsoft.com/office/drawing/2014/main" id="{446B0CA4-1E88-CA05-DB39-CDD4AF0243FE}"/>
                </a:ext>
              </a:extLst>
            </p:cNvPr>
            <p:cNvSpPr/>
            <p:nvPr/>
          </p:nvSpPr>
          <p:spPr bwMode="gray">
            <a:xfrm>
              <a:off x="2214880" y="52832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5" name="Forme libre : forme 4184">
              <a:extLst>
                <a:ext uri="{FF2B5EF4-FFF2-40B4-BE49-F238E27FC236}">
                  <a16:creationId xmlns:a16="http://schemas.microsoft.com/office/drawing/2014/main" id="{3CB3B3E2-24D7-9D4A-229C-353519E3194C}"/>
                </a:ext>
              </a:extLst>
            </p:cNvPr>
            <p:cNvSpPr/>
            <p:nvPr/>
          </p:nvSpPr>
          <p:spPr bwMode="gray">
            <a:xfrm>
              <a:off x="7900669" y="52336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6" name="Forme libre : forme 4185">
              <a:extLst>
                <a:ext uri="{FF2B5EF4-FFF2-40B4-BE49-F238E27FC236}">
                  <a16:creationId xmlns:a16="http://schemas.microsoft.com/office/drawing/2014/main" id="{52AA9EEC-384A-3B9E-ED84-99FA7CD79FBF}"/>
                </a:ext>
              </a:extLst>
            </p:cNvPr>
            <p:cNvSpPr/>
            <p:nvPr/>
          </p:nvSpPr>
          <p:spPr bwMode="gray">
            <a:xfrm>
              <a:off x="7852409" y="52336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7" name="Forme libre : forme 4186">
              <a:extLst>
                <a:ext uri="{FF2B5EF4-FFF2-40B4-BE49-F238E27FC236}">
                  <a16:creationId xmlns:a16="http://schemas.microsoft.com/office/drawing/2014/main" id="{1CD57252-E580-FD00-8991-5483F1548790}"/>
                </a:ext>
              </a:extLst>
            </p:cNvPr>
            <p:cNvSpPr/>
            <p:nvPr/>
          </p:nvSpPr>
          <p:spPr bwMode="gray">
            <a:xfrm>
              <a:off x="7214869" y="52336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8" name="Forme libre : forme 4187">
              <a:extLst>
                <a:ext uri="{FF2B5EF4-FFF2-40B4-BE49-F238E27FC236}">
                  <a16:creationId xmlns:a16="http://schemas.microsoft.com/office/drawing/2014/main" id="{C2C40266-DD57-B76C-16B2-1FA729D07DB6}"/>
                </a:ext>
              </a:extLst>
            </p:cNvPr>
            <p:cNvSpPr/>
            <p:nvPr/>
          </p:nvSpPr>
          <p:spPr bwMode="gray">
            <a:xfrm>
              <a:off x="7165339" y="52336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89" name="Forme libre : forme 4188">
              <a:extLst>
                <a:ext uri="{FF2B5EF4-FFF2-40B4-BE49-F238E27FC236}">
                  <a16:creationId xmlns:a16="http://schemas.microsoft.com/office/drawing/2014/main" id="{5DEBBC8A-E9BB-C03C-48F2-11EC33AD1BA6}"/>
                </a:ext>
              </a:extLst>
            </p:cNvPr>
            <p:cNvSpPr/>
            <p:nvPr/>
          </p:nvSpPr>
          <p:spPr bwMode="gray">
            <a:xfrm>
              <a:off x="7117080" y="52336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0" name="Forme libre : forme 4189">
              <a:extLst>
                <a:ext uri="{FF2B5EF4-FFF2-40B4-BE49-F238E27FC236}">
                  <a16:creationId xmlns:a16="http://schemas.microsoft.com/office/drawing/2014/main" id="{47327FF7-325C-711C-D335-17A83761A440}"/>
                </a:ext>
              </a:extLst>
            </p:cNvPr>
            <p:cNvSpPr/>
            <p:nvPr/>
          </p:nvSpPr>
          <p:spPr bwMode="gray">
            <a:xfrm>
              <a:off x="250952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1" name="Forme libre : forme 4190">
              <a:extLst>
                <a:ext uri="{FF2B5EF4-FFF2-40B4-BE49-F238E27FC236}">
                  <a16:creationId xmlns:a16="http://schemas.microsoft.com/office/drawing/2014/main" id="{FD30F771-6698-A159-0143-7046B3EC490F}"/>
                </a:ext>
              </a:extLst>
            </p:cNvPr>
            <p:cNvSpPr/>
            <p:nvPr/>
          </p:nvSpPr>
          <p:spPr bwMode="gray">
            <a:xfrm>
              <a:off x="245999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2" name="Forme libre : forme 4191">
              <a:extLst>
                <a:ext uri="{FF2B5EF4-FFF2-40B4-BE49-F238E27FC236}">
                  <a16:creationId xmlns:a16="http://schemas.microsoft.com/office/drawing/2014/main" id="{10ED1302-37C0-D4E0-AB58-182BABA525DA}"/>
                </a:ext>
              </a:extLst>
            </p:cNvPr>
            <p:cNvSpPr/>
            <p:nvPr/>
          </p:nvSpPr>
          <p:spPr bwMode="gray">
            <a:xfrm>
              <a:off x="241173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3" name="Forme libre : forme 4192">
              <a:extLst>
                <a:ext uri="{FF2B5EF4-FFF2-40B4-BE49-F238E27FC236}">
                  <a16:creationId xmlns:a16="http://schemas.microsoft.com/office/drawing/2014/main" id="{3A8561FE-4075-480C-15CC-AE5D10DBC8FD}"/>
                </a:ext>
              </a:extLst>
            </p:cNvPr>
            <p:cNvSpPr/>
            <p:nvPr/>
          </p:nvSpPr>
          <p:spPr bwMode="gray">
            <a:xfrm>
              <a:off x="236220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4" name="Forme libre : forme 4193">
              <a:extLst>
                <a:ext uri="{FF2B5EF4-FFF2-40B4-BE49-F238E27FC236}">
                  <a16:creationId xmlns:a16="http://schemas.microsoft.com/office/drawing/2014/main" id="{9DFBAF53-D34B-878B-E43E-3E181DC47E52}"/>
                </a:ext>
              </a:extLst>
            </p:cNvPr>
            <p:cNvSpPr/>
            <p:nvPr/>
          </p:nvSpPr>
          <p:spPr bwMode="gray">
            <a:xfrm>
              <a:off x="231394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5" name="Forme libre : forme 4194">
              <a:extLst>
                <a:ext uri="{FF2B5EF4-FFF2-40B4-BE49-F238E27FC236}">
                  <a16:creationId xmlns:a16="http://schemas.microsoft.com/office/drawing/2014/main" id="{F0D95573-1B26-3041-9FAA-A2CAB10FFA70}"/>
                </a:ext>
              </a:extLst>
            </p:cNvPr>
            <p:cNvSpPr/>
            <p:nvPr/>
          </p:nvSpPr>
          <p:spPr bwMode="gray">
            <a:xfrm>
              <a:off x="226441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6" name="Forme libre : forme 4195">
              <a:extLst>
                <a:ext uri="{FF2B5EF4-FFF2-40B4-BE49-F238E27FC236}">
                  <a16:creationId xmlns:a16="http://schemas.microsoft.com/office/drawing/2014/main" id="{C0A27C55-5A62-1B90-2824-FAD9C24F87D0}"/>
                </a:ext>
              </a:extLst>
            </p:cNvPr>
            <p:cNvSpPr/>
            <p:nvPr/>
          </p:nvSpPr>
          <p:spPr bwMode="gray">
            <a:xfrm>
              <a:off x="221488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7" name="Forme libre : forme 4196">
              <a:extLst>
                <a:ext uri="{FF2B5EF4-FFF2-40B4-BE49-F238E27FC236}">
                  <a16:creationId xmlns:a16="http://schemas.microsoft.com/office/drawing/2014/main" id="{1A3A708E-F643-F269-DC8A-4CE4AC87CF13}"/>
                </a:ext>
              </a:extLst>
            </p:cNvPr>
            <p:cNvSpPr/>
            <p:nvPr/>
          </p:nvSpPr>
          <p:spPr bwMode="gray">
            <a:xfrm>
              <a:off x="2166620" y="52336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8" name="Forme libre : forme 4197">
              <a:extLst>
                <a:ext uri="{FF2B5EF4-FFF2-40B4-BE49-F238E27FC236}">
                  <a16:creationId xmlns:a16="http://schemas.microsoft.com/office/drawing/2014/main" id="{2E5C4628-3E7E-5D99-96AD-16B22375EF0E}"/>
                </a:ext>
              </a:extLst>
            </p:cNvPr>
            <p:cNvSpPr/>
            <p:nvPr/>
          </p:nvSpPr>
          <p:spPr bwMode="gray">
            <a:xfrm>
              <a:off x="7852409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199" name="Forme libre : forme 4198">
              <a:extLst>
                <a:ext uri="{FF2B5EF4-FFF2-40B4-BE49-F238E27FC236}">
                  <a16:creationId xmlns:a16="http://schemas.microsoft.com/office/drawing/2014/main" id="{ADC90478-1A81-EC38-778B-EAA5D9C32D9D}"/>
                </a:ext>
              </a:extLst>
            </p:cNvPr>
            <p:cNvSpPr/>
            <p:nvPr/>
          </p:nvSpPr>
          <p:spPr bwMode="gray">
            <a:xfrm>
              <a:off x="7264400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0" name="Forme libre : forme 4199">
              <a:extLst>
                <a:ext uri="{FF2B5EF4-FFF2-40B4-BE49-F238E27FC236}">
                  <a16:creationId xmlns:a16="http://schemas.microsoft.com/office/drawing/2014/main" id="{A211500B-CD00-0F82-6D7F-3186D3E46A33}"/>
                </a:ext>
              </a:extLst>
            </p:cNvPr>
            <p:cNvSpPr/>
            <p:nvPr/>
          </p:nvSpPr>
          <p:spPr bwMode="gray">
            <a:xfrm>
              <a:off x="7214869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1" name="Forme libre : forme 4200">
              <a:extLst>
                <a:ext uri="{FF2B5EF4-FFF2-40B4-BE49-F238E27FC236}">
                  <a16:creationId xmlns:a16="http://schemas.microsoft.com/office/drawing/2014/main" id="{13A23175-9808-1498-C0C5-8FEE91E8195A}"/>
                </a:ext>
              </a:extLst>
            </p:cNvPr>
            <p:cNvSpPr/>
            <p:nvPr/>
          </p:nvSpPr>
          <p:spPr bwMode="gray">
            <a:xfrm>
              <a:off x="7165339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2" name="Forme libre : forme 4201">
              <a:extLst>
                <a:ext uri="{FF2B5EF4-FFF2-40B4-BE49-F238E27FC236}">
                  <a16:creationId xmlns:a16="http://schemas.microsoft.com/office/drawing/2014/main" id="{89C338BC-D3A6-4C69-62F1-92B8B1C06AAA}"/>
                </a:ext>
              </a:extLst>
            </p:cNvPr>
            <p:cNvSpPr/>
            <p:nvPr/>
          </p:nvSpPr>
          <p:spPr bwMode="gray">
            <a:xfrm>
              <a:off x="7117080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3" name="Forme libre : forme 4202">
              <a:extLst>
                <a:ext uri="{FF2B5EF4-FFF2-40B4-BE49-F238E27FC236}">
                  <a16:creationId xmlns:a16="http://schemas.microsoft.com/office/drawing/2014/main" id="{1ABE188D-3D1A-FA8B-C515-1E51D06C1451}"/>
                </a:ext>
              </a:extLst>
            </p:cNvPr>
            <p:cNvSpPr/>
            <p:nvPr/>
          </p:nvSpPr>
          <p:spPr bwMode="gray">
            <a:xfrm>
              <a:off x="7067550" y="5184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4" name="Forme libre : forme 4203">
              <a:extLst>
                <a:ext uri="{FF2B5EF4-FFF2-40B4-BE49-F238E27FC236}">
                  <a16:creationId xmlns:a16="http://schemas.microsoft.com/office/drawing/2014/main" id="{F3C11C13-7272-85D4-F7CF-BC25F32E050B}"/>
                </a:ext>
              </a:extLst>
            </p:cNvPr>
            <p:cNvSpPr/>
            <p:nvPr/>
          </p:nvSpPr>
          <p:spPr bwMode="gray">
            <a:xfrm>
              <a:off x="250952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5" name="Forme libre : forme 4204">
              <a:extLst>
                <a:ext uri="{FF2B5EF4-FFF2-40B4-BE49-F238E27FC236}">
                  <a16:creationId xmlns:a16="http://schemas.microsoft.com/office/drawing/2014/main" id="{2EC70572-DA2D-3A19-850F-CEF2E70AE271}"/>
                </a:ext>
              </a:extLst>
            </p:cNvPr>
            <p:cNvSpPr/>
            <p:nvPr/>
          </p:nvSpPr>
          <p:spPr bwMode="gray">
            <a:xfrm>
              <a:off x="245999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6" name="Forme libre : forme 4205">
              <a:extLst>
                <a:ext uri="{FF2B5EF4-FFF2-40B4-BE49-F238E27FC236}">
                  <a16:creationId xmlns:a16="http://schemas.microsoft.com/office/drawing/2014/main" id="{3ADD3D4C-2AE7-C9D8-E144-7F328D3F7F07}"/>
                </a:ext>
              </a:extLst>
            </p:cNvPr>
            <p:cNvSpPr/>
            <p:nvPr/>
          </p:nvSpPr>
          <p:spPr bwMode="gray">
            <a:xfrm>
              <a:off x="241173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7" name="Forme libre : forme 4206">
              <a:extLst>
                <a:ext uri="{FF2B5EF4-FFF2-40B4-BE49-F238E27FC236}">
                  <a16:creationId xmlns:a16="http://schemas.microsoft.com/office/drawing/2014/main" id="{DEADDCAE-ED96-DB24-D782-DFD5F73EE11A}"/>
                </a:ext>
              </a:extLst>
            </p:cNvPr>
            <p:cNvSpPr/>
            <p:nvPr/>
          </p:nvSpPr>
          <p:spPr bwMode="gray">
            <a:xfrm>
              <a:off x="236220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8" name="Forme libre : forme 4207">
              <a:extLst>
                <a:ext uri="{FF2B5EF4-FFF2-40B4-BE49-F238E27FC236}">
                  <a16:creationId xmlns:a16="http://schemas.microsoft.com/office/drawing/2014/main" id="{9B480196-6B62-C1B9-7B80-661DB5887DA4}"/>
                </a:ext>
              </a:extLst>
            </p:cNvPr>
            <p:cNvSpPr/>
            <p:nvPr/>
          </p:nvSpPr>
          <p:spPr bwMode="gray">
            <a:xfrm>
              <a:off x="231394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09" name="Forme libre : forme 4208">
              <a:extLst>
                <a:ext uri="{FF2B5EF4-FFF2-40B4-BE49-F238E27FC236}">
                  <a16:creationId xmlns:a16="http://schemas.microsoft.com/office/drawing/2014/main" id="{758C16D9-D7E6-F887-7BEC-DB2E31054AAF}"/>
                </a:ext>
              </a:extLst>
            </p:cNvPr>
            <p:cNvSpPr/>
            <p:nvPr/>
          </p:nvSpPr>
          <p:spPr bwMode="gray">
            <a:xfrm>
              <a:off x="226441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0" name="Forme libre : forme 4209">
              <a:extLst>
                <a:ext uri="{FF2B5EF4-FFF2-40B4-BE49-F238E27FC236}">
                  <a16:creationId xmlns:a16="http://schemas.microsoft.com/office/drawing/2014/main" id="{2326176A-5667-C485-B01E-57351A025687}"/>
                </a:ext>
              </a:extLst>
            </p:cNvPr>
            <p:cNvSpPr/>
            <p:nvPr/>
          </p:nvSpPr>
          <p:spPr bwMode="gray">
            <a:xfrm>
              <a:off x="221488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1" name="Forme libre : forme 4210">
              <a:extLst>
                <a:ext uri="{FF2B5EF4-FFF2-40B4-BE49-F238E27FC236}">
                  <a16:creationId xmlns:a16="http://schemas.microsoft.com/office/drawing/2014/main" id="{024ACCA7-FB60-DA24-6911-B2F1AD989D53}"/>
                </a:ext>
              </a:extLst>
            </p:cNvPr>
            <p:cNvSpPr/>
            <p:nvPr/>
          </p:nvSpPr>
          <p:spPr bwMode="gray">
            <a:xfrm>
              <a:off x="2166620" y="5184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2" name="Forme libre : forme 4211">
              <a:extLst>
                <a:ext uri="{FF2B5EF4-FFF2-40B4-BE49-F238E27FC236}">
                  <a16:creationId xmlns:a16="http://schemas.microsoft.com/office/drawing/2014/main" id="{4EE5FFF4-A3F1-59D8-B032-94F2EFF7A72D}"/>
                </a:ext>
              </a:extLst>
            </p:cNvPr>
            <p:cNvSpPr/>
            <p:nvPr/>
          </p:nvSpPr>
          <p:spPr bwMode="gray">
            <a:xfrm>
              <a:off x="785240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3" name="Forme libre : forme 4212">
              <a:extLst>
                <a:ext uri="{FF2B5EF4-FFF2-40B4-BE49-F238E27FC236}">
                  <a16:creationId xmlns:a16="http://schemas.microsoft.com/office/drawing/2014/main" id="{9681DBF9-1708-D1F4-8407-3E40D979AD5B}"/>
                </a:ext>
              </a:extLst>
            </p:cNvPr>
            <p:cNvSpPr/>
            <p:nvPr/>
          </p:nvSpPr>
          <p:spPr bwMode="gray">
            <a:xfrm>
              <a:off x="731265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4" name="Forme libre : forme 4213">
              <a:extLst>
                <a:ext uri="{FF2B5EF4-FFF2-40B4-BE49-F238E27FC236}">
                  <a16:creationId xmlns:a16="http://schemas.microsoft.com/office/drawing/2014/main" id="{50248B5A-E4E3-8084-C315-432D6A658C4F}"/>
                </a:ext>
              </a:extLst>
            </p:cNvPr>
            <p:cNvSpPr/>
            <p:nvPr/>
          </p:nvSpPr>
          <p:spPr bwMode="gray">
            <a:xfrm>
              <a:off x="7264400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5" name="Forme libre : forme 4214">
              <a:extLst>
                <a:ext uri="{FF2B5EF4-FFF2-40B4-BE49-F238E27FC236}">
                  <a16:creationId xmlns:a16="http://schemas.microsoft.com/office/drawing/2014/main" id="{A9C6ABE1-9328-C8EA-3BE0-FE79121C7267}"/>
                </a:ext>
              </a:extLst>
            </p:cNvPr>
            <p:cNvSpPr/>
            <p:nvPr/>
          </p:nvSpPr>
          <p:spPr bwMode="gray">
            <a:xfrm>
              <a:off x="721486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6" name="Forme libre : forme 4215">
              <a:extLst>
                <a:ext uri="{FF2B5EF4-FFF2-40B4-BE49-F238E27FC236}">
                  <a16:creationId xmlns:a16="http://schemas.microsoft.com/office/drawing/2014/main" id="{B33201B1-2B98-23BE-908D-78DDF60F975B}"/>
                </a:ext>
              </a:extLst>
            </p:cNvPr>
            <p:cNvSpPr/>
            <p:nvPr/>
          </p:nvSpPr>
          <p:spPr bwMode="gray">
            <a:xfrm>
              <a:off x="716533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7" name="Forme libre : forme 4216">
              <a:extLst>
                <a:ext uri="{FF2B5EF4-FFF2-40B4-BE49-F238E27FC236}">
                  <a16:creationId xmlns:a16="http://schemas.microsoft.com/office/drawing/2014/main" id="{B1B0ABE9-4380-48DE-762B-C904E2787B33}"/>
                </a:ext>
              </a:extLst>
            </p:cNvPr>
            <p:cNvSpPr/>
            <p:nvPr/>
          </p:nvSpPr>
          <p:spPr bwMode="gray">
            <a:xfrm>
              <a:off x="7117080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8" name="Forme libre : forme 4217">
              <a:extLst>
                <a:ext uri="{FF2B5EF4-FFF2-40B4-BE49-F238E27FC236}">
                  <a16:creationId xmlns:a16="http://schemas.microsoft.com/office/drawing/2014/main" id="{0FFAF992-8397-47FF-4BCB-49DB98DB8D0B}"/>
                </a:ext>
              </a:extLst>
            </p:cNvPr>
            <p:cNvSpPr/>
            <p:nvPr/>
          </p:nvSpPr>
          <p:spPr bwMode="gray">
            <a:xfrm>
              <a:off x="7067550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19" name="Forme libre : forme 4218">
              <a:extLst>
                <a:ext uri="{FF2B5EF4-FFF2-40B4-BE49-F238E27FC236}">
                  <a16:creationId xmlns:a16="http://schemas.microsoft.com/office/drawing/2014/main" id="{D76343FA-3032-8D04-4A91-795E186B2EE6}"/>
                </a:ext>
              </a:extLst>
            </p:cNvPr>
            <p:cNvSpPr/>
            <p:nvPr/>
          </p:nvSpPr>
          <p:spPr bwMode="gray">
            <a:xfrm>
              <a:off x="701928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0" name="Forme libre : forme 4219">
              <a:extLst>
                <a:ext uri="{FF2B5EF4-FFF2-40B4-BE49-F238E27FC236}">
                  <a16:creationId xmlns:a16="http://schemas.microsoft.com/office/drawing/2014/main" id="{D9E5EA93-ECD2-E6EA-2EDA-465375C4E19C}"/>
                </a:ext>
              </a:extLst>
            </p:cNvPr>
            <p:cNvSpPr/>
            <p:nvPr/>
          </p:nvSpPr>
          <p:spPr bwMode="gray">
            <a:xfrm>
              <a:off x="6577330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1" name="Forme libre : forme 4220">
              <a:extLst>
                <a:ext uri="{FF2B5EF4-FFF2-40B4-BE49-F238E27FC236}">
                  <a16:creationId xmlns:a16="http://schemas.microsoft.com/office/drawing/2014/main" id="{ADEAF84B-5A8A-EE84-D9CB-4AE95B5CFDFD}"/>
                </a:ext>
              </a:extLst>
            </p:cNvPr>
            <p:cNvSpPr/>
            <p:nvPr/>
          </p:nvSpPr>
          <p:spPr bwMode="gray">
            <a:xfrm>
              <a:off x="6529069" y="51358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2" name="Forme libre : forme 4221">
              <a:extLst>
                <a:ext uri="{FF2B5EF4-FFF2-40B4-BE49-F238E27FC236}">
                  <a16:creationId xmlns:a16="http://schemas.microsoft.com/office/drawing/2014/main" id="{CD9C6826-73B1-114D-8E8B-54DF97ACF2BF}"/>
                </a:ext>
              </a:extLst>
            </p:cNvPr>
            <p:cNvSpPr/>
            <p:nvPr/>
          </p:nvSpPr>
          <p:spPr bwMode="gray">
            <a:xfrm>
              <a:off x="255905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3" name="Forme libre : forme 4222">
              <a:extLst>
                <a:ext uri="{FF2B5EF4-FFF2-40B4-BE49-F238E27FC236}">
                  <a16:creationId xmlns:a16="http://schemas.microsoft.com/office/drawing/2014/main" id="{E3740D97-2CC0-CB93-C393-6851B61854DF}"/>
                </a:ext>
              </a:extLst>
            </p:cNvPr>
            <p:cNvSpPr/>
            <p:nvPr/>
          </p:nvSpPr>
          <p:spPr bwMode="gray">
            <a:xfrm>
              <a:off x="250952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4" name="Forme libre : forme 4223">
              <a:extLst>
                <a:ext uri="{FF2B5EF4-FFF2-40B4-BE49-F238E27FC236}">
                  <a16:creationId xmlns:a16="http://schemas.microsoft.com/office/drawing/2014/main" id="{67B9B5AA-8660-697E-F946-120C5BC0933E}"/>
                </a:ext>
              </a:extLst>
            </p:cNvPr>
            <p:cNvSpPr/>
            <p:nvPr/>
          </p:nvSpPr>
          <p:spPr bwMode="gray">
            <a:xfrm>
              <a:off x="245999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5" name="Forme libre : forme 4224">
              <a:extLst>
                <a:ext uri="{FF2B5EF4-FFF2-40B4-BE49-F238E27FC236}">
                  <a16:creationId xmlns:a16="http://schemas.microsoft.com/office/drawing/2014/main" id="{C960F66A-CD76-C177-F2D4-CA7EFD00791A}"/>
                </a:ext>
              </a:extLst>
            </p:cNvPr>
            <p:cNvSpPr/>
            <p:nvPr/>
          </p:nvSpPr>
          <p:spPr bwMode="gray">
            <a:xfrm>
              <a:off x="241173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6" name="Forme libre : forme 4225">
              <a:extLst>
                <a:ext uri="{FF2B5EF4-FFF2-40B4-BE49-F238E27FC236}">
                  <a16:creationId xmlns:a16="http://schemas.microsoft.com/office/drawing/2014/main" id="{1E165DD5-3039-EF47-064B-A8AFE9A6C9AC}"/>
                </a:ext>
              </a:extLst>
            </p:cNvPr>
            <p:cNvSpPr/>
            <p:nvPr/>
          </p:nvSpPr>
          <p:spPr bwMode="gray">
            <a:xfrm>
              <a:off x="236220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7" name="Forme libre : forme 4226">
              <a:extLst>
                <a:ext uri="{FF2B5EF4-FFF2-40B4-BE49-F238E27FC236}">
                  <a16:creationId xmlns:a16="http://schemas.microsoft.com/office/drawing/2014/main" id="{1C55281E-3E8F-9E21-96FA-68B00F6B9673}"/>
                </a:ext>
              </a:extLst>
            </p:cNvPr>
            <p:cNvSpPr/>
            <p:nvPr/>
          </p:nvSpPr>
          <p:spPr bwMode="gray">
            <a:xfrm>
              <a:off x="231394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8" name="Forme libre : forme 4227">
              <a:extLst>
                <a:ext uri="{FF2B5EF4-FFF2-40B4-BE49-F238E27FC236}">
                  <a16:creationId xmlns:a16="http://schemas.microsoft.com/office/drawing/2014/main" id="{ECBBFDB3-DDF2-ABAF-A0EF-BDE0D929B7C0}"/>
                </a:ext>
              </a:extLst>
            </p:cNvPr>
            <p:cNvSpPr/>
            <p:nvPr/>
          </p:nvSpPr>
          <p:spPr bwMode="gray">
            <a:xfrm>
              <a:off x="226441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29" name="Forme libre : forme 4228">
              <a:extLst>
                <a:ext uri="{FF2B5EF4-FFF2-40B4-BE49-F238E27FC236}">
                  <a16:creationId xmlns:a16="http://schemas.microsoft.com/office/drawing/2014/main" id="{376DBF1A-09DC-C1BB-AF09-3AE4EAFE85E9}"/>
                </a:ext>
              </a:extLst>
            </p:cNvPr>
            <p:cNvSpPr/>
            <p:nvPr/>
          </p:nvSpPr>
          <p:spPr bwMode="gray">
            <a:xfrm>
              <a:off x="221488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0" name="Forme libre : forme 4229">
              <a:extLst>
                <a:ext uri="{FF2B5EF4-FFF2-40B4-BE49-F238E27FC236}">
                  <a16:creationId xmlns:a16="http://schemas.microsoft.com/office/drawing/2014/main" id="{C51A8CAC-4515-0BC1-A9B2-AE685593D2F4}"/>
                </a:ext>
              </a:extLst>
            </p:cNvPr>
            <p:cNvSpPr/>
            <p:nvPr/>
          </p:nvSpPr>
          <p:spPr bwMode="gray">
            <a:xfrm>
              <a:off x="2166620" y="51358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1" name="Forme libre : forme 4230">
              <a:extLst>
                <a:ext uri="{FF2B5EF4-FFF2-40B4-BE49-F238E27FC236}">
                  <a16:creationId xmlns:a16="http://schemas.microsoft.com/office/drawing/2014/main" id="{9033481A-F4ED-E313-0FCB-32E99CA7304E}"/>
                </a:ext>
              </a:extLst>
            </p:cNvPr>
            <p:cNvSpPr/>
            <p:nvPr/>
          </p:nvSpPr>
          <p:spPr bwMode="gray">
            <a:xfrm>
              <a:off x="736218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2" name="Forme libre : forme 4231">
              <a:extLst>
                <a:ext uri="{FF2B5EF4-FFF2-40B4-BE49-F238E27FC236}">
                  <a16:creationId xmlns:a16="http://schemas.microsoft.com/office/drawing/2014/main" id="{CEC8F50A-9A0E-9E87-031D-5E48260760A6}"/>
                </a:ext>
              </a:extLst>
            </p:cNvPr>
            <p:cNvSpPr/>
            <p:nvPr/>
          </p:nvSpPr>
          <p:spPr bwMode="gray">
            <a:xfrm>
              <a:off x="731265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3" name="Forme libre : forme 4232">
              <a:extLst>
                <a:ext uri="{FF2B5EF4-FFF2-40B4-BE49-F238E27FC236}">
                  <a16:creationId xmlns:a16="http://schemas.microsoft.com/office/drawing/2014/main" id="{03D84BF1-93A9-CC79-D4D7-51B52F9829FD}"/>
                </a:ext>
              </a:extLst>
            </p:cNvPr>
            <p:cNvSpPr/>
            <p:nvPr/>
          </p:nvSpPr>
          <p:spPr bwMode="gray">
            <a:xfrm>
              <a:off x="7264400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4" name="Forme libre : forme 4233">
              <a:extLst>
                <a:ext uri="{FF2B5EF4-FFF2-40B4-BE49-F238E27FC236}">
                  <a16:creationId xmlns:a16="http://schemas.microsoft.com/office/drawing/2014/main" id="{E807059E-D2A0-A403-3E48-F07B9313BAC6}"/>
                </a:ext>
              </a:extLst>
            </p:cNvPr>
            <p:cNvSpPr/>
            <p:nvPr/>
          </p:nvSpPr>
          <p:spPr bwMode="gray">
            <a:xfrm>
              <a:off x="721486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5" name="Forme libre : forme 4234">
              <a:extLst>
                <a:ext uri="{FF2B5EF4-FFF2-40B4-BE49-F238E27FC236}">
                  <a16:creationId xmlns:a16="http://schemas.microsoft.com/office/drawing/2014/main" id="{A682398B-D752-C94E-7CAD-2BDB17A8BFDA}"/>
                </a:ext>
              </a:extLst>
            </p:cNvPr>
            <p:cNvSpPr/>
            <p:nvPr/>
          </p:nvSpPr>
          <p:spPr bwMode="gray">
            <a:xfrm>
              <a:off x="716533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6" name="Forme libre : forme 4235">
              <a:extLst>
                <a:ext uri="{FF2B5EF4-FFF2-40B4-BE49-F238E27FC236}">
                  <a16:creationId xmlns:a16="http://schemas.microsoft.com/office/drawing/2014/main" id="{D8C98E3F-2E43-3B2D-7A01-28432D466517}"/>
                </a:ext>
              </a:extLst>
            </p:cNvPr>
            <p:cNvSpPr/>
            <p:nvPr/>
          </p:nvSpPr>
          <p:spPr bwMode="gray">
            <a:xfrm>
              <a:off x="7117080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7" name="Forme libre : forme 4236">
              <a:extLst>
                <a:ext uri="{FF2B5EF4-FFF2-40B4-BE49-F238E27FC236}">
                  <a16:creationId xmlns:a16="http://schemas.microsoft.com/office/drawing/2014/main" id="{59605BEC-DFD7-1A3B-A031-3580A711F118}"/>
                </a:ext>
              </a:extLst>
            </p:cNvPr>
            <p:cNvSpPr/>
            <p:nvPr/>
          </p:nvSpPr>
          <p:spPr bwMode="gray">
            <a:xfrm>
              <a:off x="7067550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8" name="Forme libre : forme 4237">
              <a:extLst>
                <a:ext uri="{FF2B5EF4-FFF2-40B4-BE49-F238E27FC236}">
                  <a16:creationId xmlns:a16="http://schemas.microsoft.com/office/drawing/2014/main" id="{C725F7B6-BC4C-DF71-9BED-7059751C4F2C}"/>
                </a:ext>
              </a:extLst>
            </p:cNvPr>
            <p:cNvSpPr/>
            <p:nvPr/>
          </p:nvSpPr>
          <p:spPr bwMode="gray">
            <a:xfrm>
              <a:off x="701928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39" name="Forme libre : forme 4238">
              <a:extLst>
                <a:ext uri="{FF2B5EF4-FFF2-40B4-BE49-F238E27FC236}">
                  <a16:creationId xmlns:a16="http://schemas.microsoft.com/office/drawing/2014/main" id="{5248E125-B9E3-96A2-FAE4-8A88C4822001}"/>
                </a:ext>
              </a:extLst>
            </p:cNvPr>
            <p:cNvSpPr/>
            <p:nvPr/>
          </p:nvSpPr>
          <p:spPr bwMode="gray">
            <a:xfrm>
              <a:off x="6724650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0" name="Forme libre : forme 4239">
              <a:extLst>
                <a:ext uri="{FF2B5EF4-FFF2-40B4-BE49-F238E27FC236}">
                  <a16:creationId xmlns:a16="http://schemas.microsoft.com/office/drawing/2014/main" id="{850B581E-68AC-1AB6-8A6A-9FC3A468C3FF}"/>
                </a:ext>
              </a:extLst>
            </p:cNvPr>
            <p:cNvSpPr/>
            <p:nvPr/>
          </p:nvSpPr>
          <p:spPr bwMode="gray">
            <a:xfrm>
              <a:off x="667511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1" name="Forme libre : forme 4240">
              <a:extLst>
                <a:ext uri="{FF2B5EF4-FFF2-40B4-BE49-F238E27FC236}">
                  <a16:creationId xmlns:a16="http://schemas.microsoft.com/office/drawing/2014/main" id="{09EFA06D-35C3-2947-1911-73303096D758}"/>
                </a:ext>
              </a:extLst>
            </p:cNvPr>
            <p:cNvSpPr/>
            <p:nvPr/>
          </p:nvSpPr>
          <p:spPr bwMode="gray">
            <a:xfrm>
              <a:off x="662685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2" name="Forme libre : forme 4241">
              <a:extLst>
                <a:ext uri="{FF2B5EF4-FFF2-40B4-BE49-F238E27FC236}">
                  <a16:creationId xmlns:a16="http://schemas.microsoft.com/office/drawing/2014/main" id="{B95EBF6F-8E81-A799-BD76-B275140A3274}"/>
                </a:ext>
              </a:extLst>
            </p:cNvPr>
            <p:cNvSpPr/>
            <p:nvPr/>
          </p:nvSpPr>
          <p:spPr bwMode="gray">
            <a:xfrm>
              <a:off x="6577330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3" name="Forme libre : forme 4242">
              <a:extLst>
                <a:ext uri="{FF2B5EF4-FFF2-40B4-BE49-F238E27FC236}">
                  <a16:creationId xmlns:a16="http://schemas.microsoft.com/office/drawing/2014/main" id="{9A38A9D7-BFE2-5538-D5A6-6C2F66A6E40B}"/>
                </a:ext>
              </a:extLst>
            </p:cNvPr>
            <p:cNvSpPr/>
            <p:nvPr/>
          </p:nvSpPr>
          <p:spPr bwMode="gray">
            <a:xfrm>
              <a:off x="6529069" y="50863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4" name="Forme libre : forme 4243">
              <a:extLst>
                <a:ext uri="{FF2B5EF4-FFF2-40B4-BE49-F238E27FC236}">
                  <a16:creationId xmlns:a16="http://schemas.microsoft.com/office/drawing/2014/main" id="{EAC79AC7-DA59-2C8E-2673-1CDA63458FFB}"/>
                </a:ext>
              </a:extLst>
            </p:cNvPr>
            <p:cNvSpPr/>
            <p:nvPr/>
          </p:nvSpPr>
          <p:spPr bwMode="gray">
            <a:xfrm>
              <a:off x="447040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5" name="Forme libre : forme 4244">
              <a:extLst>
                <a:ext uri="{FF2B5EF4-FFF2-40B4-BE49-F238E27FC236}">
                  <a16:creationId xmlns:a16="http://schemas.microsoft.com/office/drawing/2014/main" id="{55BD40A7-1D29-1345-3431-5464EDAAB5CA}"/>
                </a:ext>
              </a:extLst>
            </p:cNvPr>
            <p:cNvSpPr/>
            <p:nvPr/>
          </p:nvSpPr>
          <p:spPr bwMode="gray">
            <a:xfrm>
              <a:off x="442087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6" name="Forme libre : forme 4245">
              <a:extLst>
                <a:ext uri="{FF2B5EF4-FFF2-40B4-BE49-F238E27FC236}">
                  <a16:creationId xmlns:a16="http://schemas.microsoft.com/office/drawing/2014/main" id="{CBB65A09-A445-CB40-5D78-BFE61890D08F}"/>
                </a:ext>
              </a:extLst>
            </p:cNvPr>
            <p:cNvSpPr/>
            <p:nvPr/>
          </p:nvSpPr>
          <p:spPr bwMode="gray">
            <a:xfrm>
              <a:off x="437261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7" name="Forme libre : forme 4246">
              <a:extLst>
                <a:ext uri="{FF2B5EF4-FFF2-40B4-BE49-F238E27FC236}">
                  <a16:creationId xmlns:a16="http://schemas.microsoft.com/office/drawing/2014/main" id="{55A7259F-5B91-39F7-2303-9035C58BC8BD}"/>
                </a:ext>
              </a:extLst>
            </p:cNvPr>
            <p:cNvSpPr/>
            <p:nvPr/>
          </p:nvSpPr>
          <p:spPr bwMode="gray">
            <a:xfrm>
              <a:off x="432308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8" name="Forme libre : forme 4247">
              <a:extLst>
                <a:ext uri="{FF2B5EF4-FFF2-40B4-BE49-F238E27FC236}">
                  <a16:creationId xmlns:a16="http://schemas.microsoft.com/office/drawing/2014/main" id="{CA1B080F-F351-321B-0069-E2935A45FAAD}"/>
                </a:ext>
              </a:extLst>
            </p:cNvPr>
            <p:cNvSpPr/>
            <p:nvPr/>
          </p:nvSpPr>
          <p:spPr bwMode="gray">
            <a:xfrm>
              <a:off x="427355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49" name="Forme libre : forme 4248">
              <a:extLst>
                <a:ext uri="{FF2B5EF4-FFF2-40B4-BE49-F238E27FC236}">
                  <a16:creationId xmlns:a16="http://schemas.microsoft.com/office/drawing/2014/main" id="{A90DC6F5-D319-A187-A9A9-448F741367DF}"/>
                </a:ext>
              </a:extLst>
            </p:cNvPr>
            <p:cNvSpPr/>
            <p:nvPr/>
          </p:nvSpPr>
          <p:spPr bwMode="gray">
            <a:xfrm>
              <a:off x="260731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0" name="Forme libre : forme 4249">
              <a:extLst>
                <a:ext uri="{FF2B5EF4-FFF2-40B4-BE49-F238E27FC236}">
                  <a16:creationId xmlns:a16="http://schemas.microsoft.com/office/drawing/2014/main" id="{27159908-E88E-ACC2-74E3-EDC86DFC6029}"/>
                </a:ext>
              </a:extLst>
            </p:cNvPr>
            <p:cNvSpPr/>
            <p:nvPr/>
          </p:nvSpPr>
          <p:spPr bwMode="gray">
            <a:xfrm>
              <a:off x="255905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1" name="Forme libre : forme 4250">
              <a:extLst>
                <a:ext uri="{FF2B5EF4-FFF2-40B4-BE49-F238E27FC236}">
                  <a16:creationId xmlns:a16="http://schemas.microsoft.com/office/drawing/2014/main" id="{D2C6D125-3AC6-17E8-4E12-FF23388A54D3}"/>
                </a:ext>
              </a:extLst>
            </p:cNvPr>
            <p:cNvSpPr/>
            <p:nvPr/>
          </p:nvSpPr>
          <p:spPr bwMode="gray">
            <a:xfrm>
              <a:off x="250952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2" name="Forme libre : forme 4251">
              <a:extLst>
                <a:ext uri="{FF2B5EF4-FFF2-40B4-BE49-F238E27FC236}">
                  <a16:creationId xmlns:a16="http://schemas.microsoft.com/office/drawing/2014/main" id="{A7FF22C7-7BD0-0DF9-50E3-E9BF77D901B7}"/>
                </a:ext>
              </a:extLst>
            </p:cNvPr>
            <p:cNvSpPr/>
            <p:nvPr/>
          </p:nvSpPr>
          <p:spPr bwMode="gray">
            <a:xfrm>
              <a:off x="245999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3" name="Forme libre : forme 4252">
              <a:extLst>
                <a:ext uri="{FF2B5EF4-FFF2-40B4-BE49-F238E27FC236}">
                  <a16:creationId xmlns:a16="http://schemas.microsoft.com/office/drawing/2014/main" id="{B6F82CBC-505B-A56B-9DA2-256BFE2BDDAC}"/>
                </a:ext>
              </a:extLst>
            </p:cNvPr>
            <p:cNvSpPr/>
            <p:nvPr/>
          </p:nvSpPr>
          <p:spPr bwMode="gray">
            <a:xfrm>
              <a:off x="241173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4" name="Forme libre : forme 4253">
              <a:extLst>
                <a:ext uri="{FF2B5EF4-FFF2-40B4-BE49-F238E27FC236}">
                  <a16:creationId xmlns:a16="http://schemas.microsoft.com/office/drawing/2014/main" id="{529A128F-03EB-69A3-DA17-83EA2A001E02}"/>
                </a:ext>
              </a:extLst>
            </p:cNvPr>
            <p:cNvSpPr/>
            <p:nvPr/>
          </p:nvSpPr>
          <p:spPr bwMode="gray">
            <a:xfrm>
              <a:off x="236220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5" name="Forme libre : forme 4254">
              <a:extLst>
                <a:ext uri="{FF2B5EF4-FFF2-40B4-BE49-F238E27FC236}">
                  <a16:creationId xmlns:a16="http://schemas.microsoft.com/office/drawing/2014/main" id="{94C34025-6DA2-8A7C-E2E4-66953CE51AD9}"/>
                </a:ext>
              </a:extLst>
            </p:cNvPr>
            <p:cNvSpPr/>
            <p:nvPr/>
          </p:nvSpPr>
          <p:spPr bwMode="gray">
            <a:xfrm>
              <a:off x="231394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6" name="Forme libre : forme 4255">
              <a:extLst>
                <a:ext uri="{FF2B5EF4-FFF2-40B4-BE49-F238E27FC236}">
                  <a16:creationId xmlns:a16="http://schemas.microsoft.com/office/drawing/2014/main" id="{5E7EB254-FE95-881C-B556-9E3ED135F24A}"/>
                </a:ext>
              </a:extLst>
            </p:cNvPr>
            <p:cNvSpPr/>
            <p:nvPr/>
          </p:nvSpPr>
          <p:spPr bwMode="gray">
            <a:xfrm>
              <a:off x="226441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7" name="Forme libre : forme 4256">
              <a:extLst>
                <a:ext uri="{FF2B5EF4-FFF2-40B4-BE49-F238E27FC236}">
                  <a16:creationId xmlns:a16="http://schemas.microsoft.com/office/drawing/2014/main" id="{9025188C-1C49-918F-CADB-FD4CE84AE5A3}"/>
                </a:ext>
              </a:extLst>
            </p:cNvPr>
            <p:cNvSpPr/>
            <p:nvPr/>
          </p:nvSpPr>
          <p:spPr bwMode="gray">
            <a:xfrm>
              <a:off x="221488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8" name="Forme libre : forme 4257">
              <a:extLst>
                <a:ext uri="{FF2B5EF4-FFF2-40B4-BE49-F238E27FC236}">
                  <a16:creationId xmlns:a16="http://schemas.microsoft.com/office/drawing/2014/main" id="{DF580EC7-44DB-68C4-7FE1-14604DD38913}"/>
                </a:ext>
              </a:extLst>
            </p:cNvPr>
            <p:cNvSpPr/>
            <p:nvPr/>
          </p:nvSpPr>
          <p:spPr bwMode="gray">
            <a:xfrm>
              <a:off x="2166620" y="50863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59" name="Forme libre : forme 4258">
              <a:extLst>
                <a:ext uri="{FF2B5EF4-FFF2-40B4-BE49-F238E27FC236}">
                  <a16:creationId xmlns:a16="http://schemas.microsoft.com/office/drawing/2014/main" id="{C5A15A8B-5C41-716C-52C2-E3EED5C6A6EF}"/>
                </a:ext>
              </a:extLst>
            </p:cNvPr>
            <p:cNvSpPr/>
            <p:nvPr/>
          </p:nvSpPr>
          <p:spPr bwMode="gray">
            <a:xfrm>
              <a:off x="741045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0" name="Forme libre : forme 4259">
              <a:extLst>
                <a:ext uri="{FF2B5EF4-FFF2-40B4-BE49-F238E27FC236}">
                  <a16:creationId xmlns:a16="http://schemas.microsoft.com/office/drawing/2014/main" id="{7973A726-6806-4D2F-7782-33CD8F72037C}"/>
                </a:ext>
              </a:extLst>
            </p:cNvPr>
            <p:cNvSpPr/>
            <p:nvPr/>
          </p:nvSpPr>
          <p:spPr bwMode="gray">
            <a:xfrm>
              <a:off x="736218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1" name="Forme libre : forme 4260">
              <a:extLst>
                <a:ext uri="{FF2B5EF4-FFF2-40B4-BE49-F238E27FC236}">
                  <a16:creationId xmlns:a16="http://schemas.microsoft.com/office/drawing/2014/main" id="{B344B633-87CC-3B39-BE2C-CD8272A5159C}"/>
                </a:ext>
              </a:extLst>
            </p:cNvPr>
            <p:cNvSpPr/>
            <p:nvPr/>
          </p:nvSpPr>
          <p:spPr bwMode="gray">
            <a:xfrm>
              <a:off x="731265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2" name="Forme libre : forme 4261">
              <a:extLst>
                <a:ext uri="{FF2B5EF4-FFF2-40B4-BE49-F238E27FC236}">
                  <a16:creationId xmlns:a16="http://schemas.microsoft.com/office/drawing/2014/main" id="{23E2F37D-93CE-FE25-3034-B760E90828A1}"/>
                </a:ext>
              </a:extLst>
            </p:cNvPr>
            <p:cNvSpPr/>
            <p:nvPr/>
          </p:nvSpPr>
          <p:spPr bwMode="gray">
            <a:xfrm>
              <a:off x="726440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3" name="Forme libre : forme 4262">
              <a:extLst>
                <a:ext uri="{FF2B5EF4-FFF2-40B4-BE49-F238E27FC236}">
                  <a16:creationId xmlns:a16="http://schemas.microsoft.com/office/drawing/2014/main" id="{F0641E66-C597-8D66-5361-5AC32F554FF8}"/>
                </a:ext>
              </a:extLst>
            </p:cNvPr>
            <p:cNvSpPr/>
            <p:nvPr/>
          </p:nvSpPr>
          <p:spPr bwMode="gray">
            <a:xfrm>
              <a:off x="721486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4" name="Forme libre : forme 4263">
              <a:extLst>
                <a:ext uri="{FF2B5EF4-FFF2-40B4-BE49-F238E27FC236}">
                  <a16:creationId xmlns:a16="http://schemas.microsoft.com/office/drawing/2014/main" id="{D3E47B10-D478-3161-097D-7BC5D080D943}"/>
                </a:ext>
              </a:extLst>
            </p:cNvPr>
            <p:cNvSpPr/>
            <p:nvPr/>
          </p:nvSpPr>
          <p:spPr bwMode="gray">
            <a:xfrm>
              <a:off x="716533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5" name="Forme libre : forme 4264">
              <a:extLst>
                <a:ext uri="{FF2B5EF4-FFF2-40B4-BE49-F238E27FC236}">
                  <a16:creationId xmlns:a16="http://schemas.microsoft.com/office/drawing/2014/main" id="{E78669BC-04BC-86EF-3698-CD69E48E1978}"/>
                </a:ext>
              </a:extLst>
            </p:cNvPr>
            <p:cNvSpPr/>
            <p:nvPr/>
          </p:nvSpPr>
          <p:spPr bwMode="gray">
            <a:xfrm>
              <a:off x="711708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6" name="Forme libre : forme 4265">
              <a:extLst>
                <a:ext uri="{FF2B5EF4-FFF2-40B4-BE49-F238E27FC236}">
                  <a16:creationId xmlns:a16="http://schemas.microsoft.com/office/drawing/2014/main" id="{09D62EFE-814E-CFBB-6B30-E44950D8E0D9}"/>
                </a:ext>
              </a:extLst>
            </p:cNvPr>
            <p:cNvSpPr/>
            <p:nvPr/>
          </p:nvSpPr>
          <p:spPr bwMode="gray">
            <a:xfrm>
              <a:off x="706755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7" name="Forme libre : forme 4266">
              <a:extLst>
                <a:ext uri="{FF2B5EF4-FFF2-40B4-BE49-F238E27FC236}">
                  <a16:creationId xmlns:a16="http://schemas.microsoft.com/office/drawing/2014/main" id="{901E881F-AF05-DFB0-CC47-31A7D8C17ECA}"/>
                </a:ext>
              </a:extLst>
            </p:cNvPr>
            <p:cNvSpPr/>
            <p:nvPr/>
          </p:nvSpPr>
          <p:spPr bwMode="gray">
            <a:xfrm>
              <a:off x="701928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8" name="Forme libre : forme 4267">
              <a:extLst>
                <a:ext uri="{FF2B5EF4-FFF2-40B4-BE49-F238E27FC236}">
                  <a16:creationId xmlns:a16="http://schemas.microsoft.com/office/drawing/2014/main" id="{602A8D26-DD9D-CBDB-BC56-C7DD4B046878}"/>
                </a:ext>
              </a:extLst>
            </p:cNvPr>
            <p:cNvSpPr/>
            <p:nvPr/>
          </p:nvSpPr>
          <p:spPr bwMode="gray">
            <a:xfrm>
              <a:off x="696975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69" name="Forme libre : forme 4268">
              <a:extLst>
                <a:ext uri="{FF2B5EF4-FFF2-40B4-BE49-F238E27FC236}">
                  <a16:creationId xmlns:a16="http://schemas.microsoft.com/office/drawing/2014/main" id="{E45E023C-164B-01D5-85CC-42011C6E192D}"/>
                </a:ext>
              </a:extLst>
            </p:cNvPr>
            <p:cNvSpPr/>
            <p:nvPr/>
          </p:nvSpPr>
          <p:spPr bwMode="gray">
            <a:xfrm>
              <a:off x="692023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0" name="Forme libre : forme 4269">
              <a:extLst>
                <a:ext uri="{FF2B5EF4-FFF2-40B4-BE49-F238E27FC236}">
                  <a16:creationId xmlns:a16="http://schemas.microsoft.com/office/drawing/2014/main" id="{82348A0A-A805-D1A0-A303-01B23C4F244B}"/>
                </a:ext>
              </a:extLst>
            </p:cNvPr>
            <p:cNvSpPr/>
            <p:nvPr/>
          </p:nvSpPr>
          <p:spPr bwMode="gray">
            <a:xfrm>
              <a:off x="687196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1" name="Forme libre : forme 4270">
              <a:extLst>
                <a:ext uri="{FF2B5EF4-FFF2-40B4-BE49-F238E27FC236}">
                  <a16:creationId xmlns:a16="http://schemas.microsoft.com/office/drawing/2014/main" id="{AEE9B708-7A17-67F3-33EC-B6A0EAC759B2}"/>
                </a:ext>
              </a:extLst>
            </p:cNvPr>
            <p:cNvSpPr/>
            <p:nvPr/>
          </p:nvSpPr>
          <p:spPr bwMode="gray">
            <a:xfrm>
              <a:off x="682243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2" name="Forme libre : forme 4271">
              <a:extLst>
                <a:ext uri="{FF2B5EF4-FFF2-40B4-BE49-F238E27FC236}">
                  <a16:creationId xmlns:a16="http://schemas.microsoft.com/office/drawing/2014/main" id="{756BE42F-FCCE-600E-F8F6-2F59AA8A2416}"/>
                </a:ext>
              </a:extLst>
            </p:cNvPr>
            <p:cNvSpPr/>
            <p:nvPr/>
          </p:nvSpPr>
          <p:spPr bwMode="gray">
            <a:xfrm>
              <a:off x="677418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3" name="Forme libre : forme 4272">
              <a:extLst>
                <a:ext uri="{FF2B5EF4-FFF2-40B4-BE49-F238E27FC236}">
                  <a16:creationId xmlns:a16="http://schemas.microsoft.com/office/drawing/2014/main" id="{87A2AD91-7342-37C7-89D2-2BA305F58FD1}"/>
                </a:ext>
              </a:extLst>
            </p:cNvPr>
            <p:cNvSpPr/>
            <p:nvPr/>
          </p:nvSpPr>
          <p:spPr bwMode="gray">
            <a:xfrm>
              <a:off x="672465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4" name="Forme libre : forme 4273">
              <a:extLst>
                <a:ext uri="{FF2B5EF4-FFF2-40B4-BE49-F238E27FC236}">
                  <a16:creationId xmlns:a16="http://schemas.microsoft.com/office/drawing/2014/main" id="{6E961655-EEC7-702D-18F3-2656EF0A3360}"/>
                </a:ext>
              </a:extLst>
            </p:cNvPr>
            <p:cNvSpPr/>
            <p:nvPr/>
          </p:nvSpPr>
          <p:spPr bwMode="gray">
            <a:xfrm>
              <a:off x="667511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5" name="Forme libre : forme 4274">
              <a:extLst>
                <a:ext uri="{FF2B5EF4-FFF2-40B4-BE49-F238E27FC236}">
                  <a16:creationId xmlns:a16="http://schemas.microsoft.com/office/drawing/2014/main" id="{5B1E6AAC-158A-52F0-798B-29F5B2456869}"/>
                </a:ext>
              </a:extLst>
            </p:cNvPr>
            <p:cNvSpPr/>
            <p:nvPr/>
          </p:nvSpPr>
          <p:spPr bwMode="gray">
            <a:xfrm>
              <a:off x="6626859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6" name="Forme libre : forme 4275">
              <a:extLst>
                <a:ext uri="{FF2B5EF4-FFF2-40B4-BE49-F238E27FC236}">
                  <a16:creationId xmlns:a16="http://schemas.microsoft.com/office/drawing/2014/main" id="{D9B64FCD-B48D-0174-2956-61549D0FA463}"/>
                </a:ext>
              </a:extLst>
            </p:cNvPr>
            <p:cNvSpPr/>
            <p:nvPr/>
          </p:nvSpPr>
          <p:spPr bwMode="gray">
            <a:xfrm>
              <a:off x="6577330" y="5036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7" name="Forme libre : forme 4276">
              <a:extLst>
                <a:ext uri="{FF2B5EF4-FFF2-40B4-BE49-F238E27FC236}">
                  <a16:creationId xmlns:a16="http://schemas.microsoft.com/office/drawing/2014/main" id="{6CC761C7-A30E-3215-E0CC-B794D560240C}"/>
                </a:ext>
              </a:extLst>
            </p:cNvPr>
            <p:cNvSpPr/>
            <p:nvPr/>
          </p:nvSpPr>
          <p:spPr bwMode="gray">
            <a:xfrm>
              <a:off x="451866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8" name="Forme libre : forme 4277">
              <a:extLst>
                <a:ext uri="{FF2B5EF4-FFF2-40B4-BE49-F238E27FC236}">
                  <a16:creationId xmlns:a16="http://schemas.microsoft.com/office/drawing/2014/main" id="{26A8F6F6-DAB9-F649-CB60-39E45EFADB54}"/>
                </a:ext>
              </a:extLst>
            </p:cNvPr>
            <p:cNvSpPr/>
            <p:nvPr/>
          </p:nvSpPr>
          <p:spPr bwMode="gray">
            <a:xfrm>
              <a:off x="447040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79" name="Forme libre : forme 4278">
              <a:extLst>
                <a:ext uri="{FF2B5EF4-FFF2-40B4-BE49-F238E27FC236}">
                  <a16:creationId xmlns:a16="http://schemas.microsoft.com/office/drawing/2014/main" id="{3A81FD04-39B6-D7DA-25C4-D0E640FCC4C9}"/>
                </a:ext>
              </a:extLst>
            </p:cNvPr>
            <p:cNvSpPr/>
            <p:nvPr/>
          </p:nvSpPr>
          <p:spPr bwMode="gray">
            <a:xfrm>
              <a:off x="442087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0" name="Forme libre : forme 4279">
              <a:extLst>
                <a:ext uri="{FF2B5EF4-FFF2-40B4-BE49-F238E27FC236}">
                  <a16:creationId xmlns:a16="http://schemas.microsoft.com/office/drawing/2014/main" id="{177AAA83-7E17-B682-4117-C5D1459F5864}"/>
                </a:ext>
              </a:extLst>
            </p:cNvPr>
            <p:cNvSpPr/>
            <p:nvPr/>
          </p:nvSpPr>
          <p:spPr bwMode="gray">
            <a:xfrm>
              <a:off x="437261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1" name="Forme libre : forme 4280">
              <a:extLst>
                <a:ext uri="{FF2B5EF4-FFF2-40B4-BE49-F238E27FC236}">
                  <a16:creationId xmlns:a16="http://schemas.microsoft.com/office/drawing/2014/main" id="{BE249587-FEBE-B579-7EEA-A6AA79151B0C}"/>
                </a:ext>
              </a:extLst>
            </p:cNvPr>
            <p:cNvSpPr/>
            <p:nvPr/>
          </p:nvSpPr>
          <p:spPr bwMode="gray">
            <a:xfrm>
              <a:off x="432308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2" name="Forme libre : forme 4281">
              <a:extLst>
                <a:ext uri="{FF2B5EF4-FFF2-40B4-BE49-F238E27FC236}">
                  <a16:creationId xmlns:a16="http://schemas.microsoft.com/office/drawing/2014/main" id="{9992D593-BDAB-4120-808B-C870685815F7}"/>
                </a:ext>
              </a:extLst>
            </p:cNvPr>
            <p:cNvSpPr/>
            <p:nvPr/>
          </p:nvSpPr>
          <p:spPr bwMode="gray">
            <a:xfrm>
              <a:off x="427355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3" name="Forme libre : forme 4282">
              <a:extLst>
                <a:ext uri="{FF2B5EF4-FFF2-40B4-BE49-F238E27FC236}">
                  <a16:creationId xmlns:a16="http://schemas.microsoft.com/office/drawing/2014/main" id="{B15D7E80-7935-CDBA-5B50-4D6B83FD470F}"/>
                </a:ext>
              </a:extLst>
            </p:cNvPr>
            <p:cNvSpPr/>
            <p:nvPr/>
          </p:nvSpPr>
          <p:spPr bwMode="gray">
            <a:xfrm>
              <a:off x="260731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4" name="Forme libre : forme 4283">
              <a:extLst>
                <a:ext uri="{FF2B5EF4-FFF2-40B4-BE49-F238E27FC236}">
                  <a16:creationId xmlns:a16="http://schemas.microsoft.com/office/drawing/2014/main" id="{F80D5976-0857-2380-281F-2D051A24E406}"/>
                </a:ext>
              </a:extLst>
            </p:cNvPr>
            <p:cNvSpPr/>
            <p:nvPr/>
          </p:nvSpPr>
          <p:spPr bwMode="gray">
            <a:xfrm>
              <a:off x="255905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5" name="Forme libre : forme 4284">
              <a:extLst>
                <a:ext uri="{FF2B5EF4-FFF2-40B4-BE49-F238E27FC236}">
                  <a16:creationId xmlns:a16="http://schemas.microsoft.com/office/drawing/2014/main" id="{1A53D48F-770C-8F6B-D383-444EED0457C1}"/>
                </a:ext>
              </a:extLst>
            </p:cNvPr>
            <p:cNvSpPr/>
            <p:nvPr/>
          </p:nvSpPr>
          <p:spPr bwMode="gray">
            <a:xfrm>
              <a:off x="250952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6" name="Forme libre : forme 4285">
              <a:extLst>
                <a:ext uri="{FF2B5EF4-FFF2-40B4-BE49-F238E27FC236}">
                  <a16:creationId xmlns:a16="http://schemas.microsoft.com/office/drawing/2014/main" id="{89CD5DC7-A3A5-02F0-D06D-C2A801E815BF}"/>
                </a:ext>
              </a:extLst>
            </p:cNvPr>
            <p:cNvSpPr/>
            <p:nvPr/>
          </p:nvSpPr>
          <p:spPr bwMode="gray">
            <a:xfrm>
              <a:off x="245999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7" name="Forme libre : forme 4286">
              <a:extLst>
                <a:ext uri="{FF2B5EF4-FFF2-40B4-BE49-F238E27FC236}">
                  <a16:creationId xmlns:a16="http://schemas.microsoft.com/office/drawing/2014/main" id="{055092EE-C7A9-9E9D-BCC6-2D434B2CBD94}"/>
                </a:ext>
              </a:extLst>
            </p:cNvPr>
            <p:cNvSpPr/>
            <p:nvPr/>
          </p:nvSpPr>
          <p:spPr bwMode="gray">
            <a:xfrm>
              <a:off x="241173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8" name="Forme libre : forme 4287">
              <a:extLst>
                <a:ext uri="{FF2B5EF4-FFF2-40B4-BE49-F238E27FC236}">
                  <a16:creationId xmlns:a16="http://schemas.microsoft.com/office/drawing/2014/main" id="{47A5B27B-176A-9534-33C4-55E1D1829060}"/>
                </a:ext>
              </a:extLst>
            </p:cNvPr>
            <p:cNvSpPr/>
            <p:nvPr/>
          </p:nvSpPr>
          <p:spPr bwMode="gray">
            <a:xfrm>
              <a:off x="236220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89" name="Forme libre : forme 4288">
              <a:extLst>
                <a:ext uri="{FF2B5EF4-FFF2-40B4-BE49-F238E27FC236}">
                  <a16:creationId xmlns:a16="http://schemas.microsoft.com/office/drawing/2014/main" id="{3DF46BCF-71DA-A280-68F2-606DF2C412BC}"/>
                </a:ext>
              </a:extLst>
            </p:cNvPr>
            <p:cNvSpPr/>
            <p:nvPr/>
          </p:nvSpPr>
          <p:spPr bwMode="gray">
            <a:xfrm>
              <a:off x="231394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0" name="Forme libre : forme 4289">
              <a:extLst>
                <a:ext uri="{FF2B5EF4-FFF2-40B4-BE49-F238E27FC236}">
                  <a16:creationId xmlns:a16="http://schemas.microsoft.com/office/drawing/2014/main" id="{B63EA51D-5223-48D9-AE8F-1D7BE6CDFB4D}"/>
                </a:ext>
              </a:extLst>
            </p:cNvPr>
            <p:cNvSpPr/>
            <p:nvPr/>
          </p:nvSpPr>
          <p:spPr bwMode="gray">
            <a:xfrm>
              <a:off x="226441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1" name="Forme libre : forme 4290">
              <a:extLst>
                <a:ext uri="{FF2B5EF4-FFF2-40B4-BE49-F238E27FC236}">
                  <a16:creationId xmlns:a16="http://schemas.microsoft.com/office/drawing/2014/main" id="{E30ACC48-8AAF-76F2-54AB-214EE91BB1FA}"/>
                </a:ext>
              </a:extLst>
            </p:cNvPr>
            <p:cNvSpPr/>
            <p:nvPr/>
          </p:nvSpPr>
          <p:spPr bwMode="gray">
            <a:xfrm>
              <a:off x="221488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2" name="Forme libre : forme 4291">
              <a:extLst>
                <a:ext uri="{FF2B5EF4-FFF2-40B4-BE49-F238E27FC236}">
                  <a16:creationId xmlns:a16="http://schemas.microsoft.com/office/drawing/2014/main" id="{ACFF8FB9-3FF9-C508-C12C-EF6B55C284B4}"/>
                </a:ext>
              </a:extLst>
            </p:cNvPr>
            <p:cNvSpPr/>
            <p:nvPr/>
          </p:nvSpPr>
          <p:spPr bwMode="gray">
            <a:xfrm>
              <a:off x="2166620" y="5036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3" name="Forme libre : forme 4292">
              <a:extLst>
                <a:ext uri="{FF2B5EF4-FFF2-40B4-BE49-F238E27FC236}">
                  <a16:creationId xmlns:a16="http://schemas.microsoft.com/office/drawing/2014/main" id="{A5A1C45E-002C-B2FA-2669-837D64B60131}"/>
                </a:ext>
              </a:extLst>
            </p:cNvPr>
            <p:cNvSpPr/>
            <p:nvPr/>
          </p:nvSpPr>
          <p:spPr bwMode="gray">
            <a:xfrm>
              <a:off x="745998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4" name="Forme libre : forme 4293">
              <a:extLst>
                <a:ext uri="{FF2B5EF4-FFF2-40B4-BE49-F238E27FC236}">
                  <a16:creationId xmlns:a16="http://schemas.microsoft.com/office/drawing/2014/main" id="{833B89A3-F4FB-1CF2-5AC3-47BBA4768C18}"/>
                </a:ext>
              </a:extLst>
            </p:cNvPr>
            <p:cNvSpPr/>
            <p:nvPr/>
          </p:nvSpPr>
          <p:spPr bwMode="gray">
            <a:xfrm>
              <a:off x="741045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5" name="Forme libre : forme 4294">
              <a:extLst>
                <a:ext uri="{FF2B5EF4-FFF2-40B4-BE49-F238E27FC236}">
                  <a16:creationId xmlns:a16="http://schemas.microsoft.com/office/drawing/2014/main" id="{46C49756-EFD8-F5D7-709A-FA0C93C431D0}"/>
                </a:ext>
              </a:extLst>
            </p:cNvPr>
            <p:cNvSpPr/>
            <p:nvPr/>
          </p:nvSpPr>
          <p:spPr bwMode="gray">
            <a:xfrm>
              <a:off x="736218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6" name="Forme libre : forme 4295">
              <a:extLst>
                <a:ext uri="{FF2B5EF4-FFF2-40B4-BE49-F238E27FC236}">
                  <a16:creationId xmlns:a16="http://schemas.microsoft.com/office/drawing/2014/main" id="{8FA4190C-C69B-CFF8-3629-4AA2FDE685D7}"/>
                </a:ext>
              </a:extLst>
            </p:cNvPr>
            <p:cNvSpPr/>
            <p:nvPr/>
          </p:nvSpPr>
          <p:spPr bwMode="gray">
            <a:xfrm>
              <a:off x="731265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7" name="Forme libre : forme 4296">
              <a:extLst>
                <a:ext uri="{FF2B5EF4-FFF2-40B4-BE49-F238E27FC236}">
                  <a16:creationId xmlns:a16="http://schemas.microsoft.com/office/drawing/2014/main" id="{204AEE93-D313-62CC-31A4-C3DEC22429C5}"/>
                </a:ext>
              </a:extLst>
            </p:cNvPr>
            <p:cNvSpPr/>
            <p:nvPr/>
          </p:nvSpPr>
          <p:spPr bwMode="gray">
            <a:xfrm>
              <a:off x="726440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8" name="Forme libre : forme 4297">
              <a:extLst>
                <a:ext uri="{FF2B5EF4-FFF2-40B4-BE49-F238E27FC236}">
                  <a16:creationId xmlns:a16="http://schemas.microsoft.com/office/drawing/2014/main" id="{3A773E2C-1089-22DE-5578-2DF96EA91975}"/>
                </a:ext>
              </a:extLst>
            </p:cNvPr>
            <p:cNvSpPr/>
            <p:nvPr/>
          </p:nvSpPr>
          <p:spPr bwMode="gray">
            <a:xfrm>
              <a:off x="721486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299" name="Forme libre : forme 4298">
              <a:extLst>
                <a:ext uri="{FF2B5EF4-FFF2-40B4-BE49-F238E27FC236}">
                  <a16:creationId xmlns:a16="http://schemas.microsoft.com/office/drawing/2014/main" id="{302E1717-70BB-F731-CB84-DA31D1477508}"/>
                </a:ext>
              </a:extLst>
            </p:cNvPr>
            <p:cNvSpPr/>
            <p:nvPr/>
          </p:nvSpPr>
          <p:spPr bwMode="gray">
            <a:xfrm>
              <a:off x="716533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0" name="Forme libre : forme 4299">
              <a:extLst>
                <a:ext uri="{FF2B5EF4-FFF2-40B4-BE49-F238E27FC236}">
                  <a16:creationId xmlns:a16="http://schemas.microsoft.com/office/drawing/2014/main" id="{835CEF6B-D517-4C2B-3639-FBE5FDFEE974}"/>
                </a:ext>
              </a:extLst>
            </p:cNvPr>
            <p:cNvSpPr/>
            <p:nvPr/>
          </p:nvSpPr>
          <p:spPr bwMode="gray">
            <a:xfrm>
              <a:off x="711708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1" name="Forme libre : forme 4300">
              <a:extLst>
                <a:ext uri="{FF2B5EF4-FFF2-40B4-BE49-F238E27FC236}">
                  <a16:creationId xmlns:a16="http://schemas.microsoft.com/office/drawing/2014/main" id="{4E5A17CF-7BB6-EFDE-5266-BA36597F0C06}"/>
                </a:ext>
              </a:extLst>
            </p:cNvPr>
            <p:cNvSpPr/>
            <p:nvPr/>
          </p:nvSpPr>
          <p:spPr bwMode="gray">
            <a:xfrm>
              <a:off x="706755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2" name="Forme libre : forme 4301">
              <a:extLst>
                <a:ext uri="{FF2B5EF4-FFF2-40B4-BE49-F238E27FC236}">
                  <a16:creationId xmlns:a16="http://schemas.microsoft.com/office/drawing/2014/main" id="{94C5CD77-A341-5DEC-744F-3794B757DC6F}"/>
                </a:ext>
              </a:extLst>
            </p:cNvPr>
            <p:cNvSpPr/>
            <p:nvPr/>
          </p:nvSpPr>
          <p:spPr bwMode="gray">
            <a:xfrm>
              <a:off x="701928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3" name="Forme libre : forme 4302">
              <a:extLst>
                <a:ext uri="{FF2B5EF4-FFF2-40B4-BE49-F238E27FC236}">
                  <a16:creationId xmlns:a16="http://schemas.microsoft.com/office/drawing/2014/main" id="{B5F5CDF9-D163-4464-E0BE-BE0773DE75BC}"/>
                </a:ext>
              </a:extLst>
            </p:cNvPr>
            <p:cNvSpPr/>
            <p:nvPr/>
          </p:nvSpPr>
          <p:spPr bwMode="gray">
            <a:xfrm>
              <a:off x="696975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4" name="Forme libre : forme 4303">
              <a:extLst>
                <a:ext uri="{FF2B5EF4-FFF2-40B4-BE49-F238E27FC236}">
                  <a16:creationId xmlns:a16="http://schemas.microsoft.com/office/drawing/2014/main" id="{4657A686-088B-7985-662E-43581BFE58D8}"/>
                </a:ext>
              </a:extLst>
            </p:cNvPr>
            <p:cNvSpPr/>
            <p:nvPr/>
          </p:nvSpPr>
          <p:spPr bwMode="gray">
            <a:xfrm>
              <a:off x="692023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5" name="Forme libre : forme 4304">
              <a:extLst>
                <a:ext uri="{FF2B5EF4-FFF2-40B4-BE49-F238E27FC236}">
                  <a16:creationId xmlns:a16="http://schemas.microsoft.com/office/drawing/2014/main" id="{ABDDD1E8-1738-1801-CD0C-A7562E257210}"/>
                </a:ext>
              </a:extLst>
            </p:cNvPr>
            <p:cNvSpPr/>
            <p:nvPr/>
          </p:nvSpPr>
          <p:spPr bwMode="gray">
            <a:xfrm>
              <a:off x="687196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6" name="Forme libre : forme 4305">
              <a:extLst>
                <a:ext uri="{FF2B5EF4-FFF2-40B4-BE49-F238E27FC236}">
                  <a16:creationId xmlns:a16="http://schemas.microsoft.com/office/drawing/2014/main" id="{3A99E1CF-9040-E9C8-4F87-A27A89BF0106}"/>
                </a:ext>
              </a:extLst>
            </p:cNvPr>
            <p:cNvSpPr/>
            <p:nvPr/>
          </p:nvSpPr>
          <p:spPr bwMode="gray">
            <a:xfrm>
              <a:off x="682243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7" name="Forme libre : forme 4306">
              <a:extLst>
                <a:ext uri="{FF2B5EF4-FFF2-40B4-BE49-F238E27FC236}">
                  <a16:creationId xmlns:a16="http://schemas.microsoft.com/office/drawing/2014/main" id="{CA3CA1A8-6CB5-0378-281F-CF70B36C1FF7}"/>
                </a:ext>
              </a:extLst>
            </p:cNvPr>
            <p:cNvSpPr/>
            <p:nvPr/>
          </p:nvSpPr>
          <p:spPr bwMode="gray">
            <a:xfrm>
              <a:off x="677418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8" name="Forme libre : forme 4307">
              <a:extLst>
                <a:ext uri="{FF2B5EF4-FFF2-40B4-BE49-F238E27FC236}">
                  <a16:creationId xmlns:a16="http://schemas.microsoft.com/office/drawing/2014/main" id="{A8784898-CE60-2848-1AF5-BCAEF13A0D80}"/>
                </a:ext>
              </a:extLst>
            </p:cNvPr>
            <p:cNvSpPr/>
            <p:nvPr/>
          </p:nvSpPr>
          <p:spPr bwMode="gray">
            <a:xfrm>
              <a:off x="672465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09" name="Forme libre : forme 4308">
              <a:extLst>
                <a:ext uri="{FF2B5EF4-FFF2-40B4-BE49-F238E27FC236}">
                  <a16:creationId xmlns:a16="http://schemas.microsoft.com/office/drawing/2014/main" id="{86E508DB-0C8A-66FA-A67A-E6177491A2A5}"/>
                </a:ext>
              </a:extLst>
            </p:cNvPr>
            <p:cNvSpPr/>
            <p:nvPr/>
          </p:nvSpPr>
          <p:spPr bwMode="gray">
            <a:xfrm>
              <a:off x="667511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0" name="Forme libre : forme 4309">
              <a:extLst>
                <a:ext uri="{FF2B5EF4-FFF2-40B4-BE49-F238E27FC236}">
                  <a16:creationId xmlns:a16="http://schemas.microsoft.com/office/drawing/2014/main" id="{41EB5ED8-1B70-02AE-E956-0271A03F5C13}"/>
                </a:ext>
              </a:extLst>
            </p:cNvPr>
            <p:cNvSpPr/>
            <p:nvPr/>
          </p:nvSpPr>
          <p:spPr bwMode="gray">
            <a:xfrm>
              <a:off x="6626859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1" name="Forme libre : forme 4310">
              <a:extLst>
                <a:ext uri="{FF2B5EF4-FFF2-40B4-BE49-F238E27FC236}">
                  <a16:creationId xmlns:a16="http://schemas.microsoft.com/office/drawing/2014/main" id="{3EA5B35D-E264-164F-4C87-E0A3BDBA7C1B}"/>
                </a:ext>
              </a:extLst>
            </p:cNvPr>
            <p:cNvSpPr/>
            <p:nvPr/>
          </p:nvSpPr>
          <p:spPr bwMode="gray">
            <a:xfrm>
              <a:off x="6577330" y="4987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2" name="Forme libre : forme 4311">
              <a:extLst>
                <a:ext uri="{FF2B5EF4-FFF2-40B4-BE49-F238E27FC236}">
                  <a16:creationId xmlns:a16="http://schemas.microsoft.com/office/drawing/2014/main" id="{E43B1447-32FD-891A-7DD5-1907367E3CA5}"/>
                </a:ext>
              </a:extLst>
            </p:cNvPr>
            <p:cNvSpPr/>
            <p:nvPr/>
          </p:nvSpPr>
          <p:spPr bwMode="gray">
            <a:xfrm>
              <a:off x="456819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3" name="Forme libre : forme 4312">
              <a:extLst>
                <a:ext uri="{FF2B5EF4-FFF2-40B4-BE49-F238E27FC236}">
                  <a16:creationId xmlns:a16="http://schemas.microsoft.com/office/drawing/2014/main" id="{93EDE4BD-7562-9455-1B0F-371A67A2D884}"/>
                </a:ext>
              </a:extLst>
            </p:cNvPr>
            <p:cNvSpPr/>
            <p:nvPr/>
          </p:nvSpPr>
          <p:spPr bwMode="gray">
            <a:xfrm>
              <a:off x="451866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4" name="Forme libre : forme 4313">
              <a:extLst>
                <a:ext uri="{FF2B5EF4-FFF2-40B4-BE49-F238E27FC236}">
                  <a16:creationId xmlns:a16="http://schemas.microsoft.com/office/drawing/2014/main" id="{332D6107-29C6-3198-0788-4563EA56C0A9}"/>
                </a:ext>
              </a:extLst>
            </p:cNvPr>
            <p:cNvSpPr/>
            <p:nvPr/>
          </p:nvSpPr>
          <p:spPr bwMode="gray">
            <a:xfrm>
              <a:off x="447040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5" name="Forme libre : forme 4314">
              <a:extLst>
                <a:ext uri="{FF2B5EF4-FFF2-40B4-BE49-F238E27FC236}">
                  <a16:creationId xmlns:a16="http://schemas.microsoft.com/office/drawing/2014/main" id="{910787A9-F032-72F9-33AA-CB530768A18D}"/>
                </a:ext>
              </a:extLst>
            </p:cNvPr>
            <p:cNvSpPr/>
            <p:nvPr/>
          </p:nvSpPr>
          <p:spPr bwMode="gray">
            <a:xfrm>
              <a:off x="442087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6" name="Forme libre : forme 4315">
              <a:extLst>
                <a:ext uri="{FF2B5EF4-FFF2-40B4-BE49-F238E27FC236}">
                  <a16:creationId xmlns:a16="http://schemas.microsoft.com/office/drawing/2014/main" id="{FF3BB0E8-6BA3-FAB6-567B-2936959320DB}"/>
                </a:ext>
              </a:extLst>
            </p:cNvPr>
            <p:cNvSpPr/>
            <p:nvPr/>
          </p:nvSpPr>
          <p:spPr bwMode="gray">
            <a:xfrm>
              <a:off x="437261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7" name="Forme libre : forme 4316">
              <a:extLst>
                <a:ext uri="{FF2B5EF4-FFF2-40B4-BE49-F238E27FC236}">
                  <a16:creationId xmlns:a16="http://schemas.microsoft.com/office/drawing/2014/main" id="{3BCE50A0-EC71-D10B-48E5-08D914ACDCB0}"/>
                </a:ext>
              </a:extLst>
            </p:cNvPr>
            <p:cNvSpPr/>
            <p:nvPr/>
          </p:nvSpPr>
          <p:spPr bwMode="gray">
            <a:xfrm>
              <a:off x="432308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8" name="Forme libre : forme 4317">
              <a:extLst>
                <a:ext uri="{FF2B5EF4-FFF2-40B4-BE49-F238E27FC236}">
                  <a16:creationId xmlns:a16="http://schemas.microsoft.com/office/drawing/2014/main" id="{2E551199-958F-CB51-D1BF-D74147C6DBFB}"/>
                </a:ext>
              </a:extLst>
            </p:cNvPr>
            <p:cNvSpPr/>
            <p:nvPr/>
          </p:nvSpPr>
          <p:spPr bwMode="gray">
            <a:xfrm>
              <a:off x="427355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19" name="Forme libre : forme 4318">
              <a:extLst>
                <a:ext uri="{FF2B5EF4-FFF2-40B4-BE49-F238E27FC236}">
                  <a16:creationId xmlns:a16="http://schemas.microsoft.com/office/drawing/2014/main" id="{FEC79CBC-B994-21CF-6B1C-6F32AA44A2DB}"/>
                </a:ext>
              </a:extLst>
            </p:cNvPr>
            <p:cNvSpPr/>
            <p:nvPr/>
          </p:nvSpPr>
          <p:spPr bwMode="gray">
            <a:xfrm>
              <a:off x="265684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0" name="Forme libre : forme 4319">
              <a:extLst>
                <a:ext uri="{FF2B5EF4-FFF2-40B4-BE49-F238E27FC236}">
                  <a16:creationId xmlns:a16="http://schemas.microsoft.com/office/drawing/2014/main" id="{F157B9F8-EF98-1664-8FB3-3675A76E1830}"/>
                </a:ext>
              </a:extLst>
            </p:cNvPr>
            <p:cNvSpPr/>
            <p:nvPr/>
          </p:nvSpPr>
          <p:spPr bwMode="gray">
            <a:xfrm>
              <a:off x="260731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1" name="Forme libre : forme 4320">
              <a:extLst>
                <a:ext uri="{FF2B5EF4-FFF2-40B4-BE49-F238E27FC236}">
                  <a16:creationId xmlns:a16="http://schemas.microsoft.com/office/drawing/2014/main" id="{64A8BCA2-6C5A-4313-3228-85CB59FCF057}"/>
                </a:ext>
              </a:extLst>
            </p:cNvPr>
            <p:cNvSpPr/>
            <p:nvPr/>
          </p:nvSpPr>
          <p:spPr bwMode="gray">
            <a:xfrm>
              <a:off x="255905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2" name="Forme libre : forme 4321">
              <a:extLst>
                <a:ext uri="{FF2B5EF4-FFF2-40B4-BE49-F238E27FC236}">
                  <a16:creationId xmlns:a16="http://schemas.microsoft.com/office/drawing/2014/main" id="{588447A9-D448-4C8B-2730-3F9C3CA959BB}"/>
                </a:ext>
              </a:extLst>
            </p:cNvPr>
            <p:cNvSpPr/>
            <p:nvPr/>
          </p:nvSpPr>
          <p:spPr bwMode="gray">
            <a:xfrm>
              <a:off x="250952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3" name="Forme libre : forme 4322">
              <a:extLst>
                <a:ext uri="{FF2B5EF4-FFF2-40B4-BE49-F238E27FC236}">
                  <a16:creationId xmlns:a16="http://schemas.microsoft.com/office/drawing/2014/main" id="{48EB3AEC-064E-FBC7-410B-1FB222DCDEB8}"/>
                </a:ext>
              </a:extLst>
            </p:cNvPr>
            <p:cNvSpPr/>
            <p:nvPr/>
          </p:nvSpPr>
          <p:spPr bwMode="gray">
            <a:xfrm>
              <a:off x="245999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4" name="Forme libre : forme 4323">
              <a:extLst>
                <a:ext uri="{FF2B5EF4-FFF2-40B4-BE49-F238E27FC236}">
                  <a16:creationId xmlns:a16="http://schemas.microsoft.com/office/drawing/2014/main" id="{19C18D1A-FABA-1387-1A07-91C4B2DAA68B}"/>
                </a:ext>
              </a:extLst>
            </p:cNvPr>
            <p:cNvSpPr/>
            <p:nvPr/>
          </p:nvSpPr>
          <p:spPr bwMode="gray">
            <a:xfrm>
              <a:off x="241173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5" name="Forme libre : forme 4324">
              <a:extLst>
                <a:ext uri="{FF2B5EF4-FFF2-40B4-BE49-F238E27FC236}">
                  <a16:creationId xmlns:a16="http://schemas.microsoft.com/office/drawing/2014/main" id="{4F45A77E-E243-B7FF-CDFF-6BE622F47782}"/>
                </a:ext>
              </a:extLst>
            </p:cNvPr>
            <p:cNvSpPr/>
            <p:nvPr/>
          </p:nvSpPr>
          <p:spPr bwMode="gray">
            <a:xfrm>
              <a:off x="236220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6" name="Forme libre : forme 4325">
              <a:extLst>
                <a:ext uri="{FF2B5EF4-FFF2-40B4-BE49-F238E27FC236}">
                  <a16:creationId xmlns:a16="http://schemas.microsoft.com/office/drawing/2014/main" id="{B9E8FA0C-1213-FED9-AC99-265AC6AC68CE}"/>
                </a:ext>
              </a:extLst>
            </p:cNvPr>
            <p:cNvSpPr/>
            <p:nvPr/>
          </p:nvSpPr>
          <p:spPr bwMode="gray">
            <a:xfrm>
              <a:off x="231394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7" name="Forme libre : forme 4326">
              <a:extLst>
                <a:ext uri="{FF2B5EF4-FFF2-40B4-BE49-F238E27FC236}">
                  <a16:creationId xmlns:a16="http://schemas.microsoft.com/office/drawing/2014/main" id="{12842D59-5B0B-7E1F-E60E-EA21DE76FC4F}"/>
                </a:ext>
              </a:extLst>
            </p:cNvPr>
            <p:cNvSpPr/>
            <p:nvPr/>
          </p:nvSpPr>
          <p:spPr bwMode="gray">
            <a:xfrm>
              <a:off x="226441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8" name="Forme libre : forme 4327">
              <a:extLst>
                <a:ext uri="{FF2B5EF4-FFF2-40B4-BE49-F238E27FC236}">
                  <a16:creationId xmlns:a16="http://schemas.microsoft.com/office/drawing/2014/main" id="{1CFC8A70-DD2C-32E4-BD43-5E0570F9557C}"/>
                </a:ext>
              </a:extLst>
            </p:cNvPr>
            <p:cNvSpPr/>
            <p:nvPr/>
          </p:nvSpPr>
          <p:spPr bwMode="gray">
            <a:xfrm>
              <a:off x="221488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29" name="Forme libre : forme 4328">
              <a:extLst>
                <a:ext uri="{FF2B5EF4-FFF2-40B4-BE49-F238E27FC236}">
                  <a16:creationId xmlns:a16="http://schemas.microsoft.com/office/drawing/2014/main" id="{AC696117-5BE1-BE96-AD40-DE61E8A698ED}"/>
                </a:ext>
              </a:extLst>
            </p:cNvPr>
            <p:cNvSpPr/>
            <p:nvPr/>
          </p:nvSpPr>
          <p:spPr bwMode="gray">
            <a:xfrm>
              <a:off x="2166620" y="4987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0" name="Forme libre : forme 4329">
              <a:extLst>
                <a:ext uri="{FF2B5EF4-FFF2-40B4-BE49-F238E27FC236}">
                  <a16:creationId xmlns:a16="http://schemas.microsoft.com/office/drawing/2014/main" id="{E6173983-690D-B06F-2D15-F7A11A5477CA}"/>
                </a:ext>
              </a:extLst>
            </p:cNvPr>
            <p:cNvSpPr/>
            <p:nvPr/>
          </p:nvSpPr>
          <p:spPr bwMode="gray">
            <a:xfrm>
              <a:off x="745998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1" name="Forme libre : forme 4330">
              <a:extLst>
                <a:ext uri="{FF2B5EF4-FFF2-40B4-BE49-F238E27FC236}">
                  <a16:creationId xmlns:a16="http://schemas.microsoft.com/office/drawing/2014/main" id="{9BA56842-F022-004E-EA55-9536D0BEB60A}"/>
                </a:ext>
              </a:extLst>
            </p:cNvPr>
            <p:cNvSpPr/>
            <p:nvPr/>
          </p:nvSpPr>
          <p:spPr bwMode="gray">
            <a:xfrm>
              <a:off x="741045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2" name="Forme libre : forme 4331">
              <a:extLst>
                <a:ext uri="{FF2B5EF4-FFF2-40B4-BE49-F238E27FC236}">
                  <a16:creationId xmlns:a16="http://schemas.microsoft.com/office/drawing/2014/main" id="{D16F0D3B-325A-52C9-5DB7-BCBC034DF7F7}"/>
                </a:ext>
              </a:extLst>
            </p:cNvPr>
            <p:cNvSpPr/>
            <p:nvPr/>
          </p:nvSpPr>
          <p:spPr bwMode="gray">
            <a:xfrm>
              <a:off x="736218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3" name="Forme libre : forme 4332">
              <a:extLst>
                <a:ext uri="{FF2B5EF4-FFF2-40B4-BE49-F238E27FC236}">
                  <a16:creationId xmlns:a16="http://schemas.microsoft.com/office/drawing/2014/main" id="{3CA6EDC0-CBC0-ABDA-1B26-2150BC301BCE}"/>
                </a:ext>
              </a:extLst>
            </p:cNvPr>
            <p:cNvSpPr/>
            <p:nvPr/>
          </p:nvSpPr>
          <p:spPr bwMode="gray">
            <a:xfrm>
              <a:off x="731265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4" name="Forme libre : forme 4333">
              <a:extLst>
                <a:ext uri="{FF2B5EF4-FFF2-40B4-BE49-F238E27FC236}">
                  <a16:creationId xmlns:a16="http://schemas.microsoft.com/office/drawing/2014/main" id="{FAA6A08E-C90D-9148-B14C-6D102E945B3C}"/>
                </a:ext>
              </a:extLst>
            </p:cNvPr>
            <p:cNvSpPr/>
            <p:nvPr/>
          </p:nvSpPr>
          <p:spPr bwMode="gray">
            <a:xfrm>
              <a:off x="726440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5" name="Forme libre : forme 4334">
              <a:extLst>
                <a:ext uri="{FF2B5EF4-FFF2-40B4-BE49-F238E27FC236}">
                  <a16:creationId xmlns:a16="http://schemas.microsoft.com/office/drawing/2014/main" id="{3EC8A0E9-8413-4AA1-35D6-C7D4E4879D50}"/>
                </a:ext>
              </a:extLst>
            </p:cNvPr>
            <p:cNvSpPr/>
            <p:nvPr/>
          </p:nvSpPr>
          <p:spPr bwMode="gray">
            <a:xfrm>
              <a:off x="721486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6" name="Forme libre : forme 4335">
              <a:extLst>
                <a:ext uri="{FF2B5EF4-FFF2-40B4-BE49-F238E27FC236}">
                  <a16:creationId xmlns:a16="http://schemas.microsoft.com/office/drawing/2014/main" id="{95D966D3-91C7-7956-B3DB-615BDF3F84B5}"/>
                </a:ext>
              </a:extLst>
            </p:cNvPr>
            <p:cNvSpPr/>
            <p:nvPr/>
          </p:nvSpPr>
          <p:spPr bwMode="gray">
            <a:xfrm>
              <a:off x="716533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7" name="Forme libre : forme 4336">
              <a:extLst>
                <a:ext uri="{FF2B5EF4-FFF2-40B4-BE49-F238E27FC236}">
                  <a16:creationId xmlns:a16="http://schemas.microsoft.com/office/drawing/2014/main" id="{0CC2B382-832A-0122-5DF8-8CEA45DD2B15}"/>
                </a:ext>
              </a:extLst>
            </p:cNvPr>
            <p:cNvSpPr/>
            <p:nvPr/>
          </p:nvSpPr>
          <p:spPr bwMode="gray">
            <a:xfrm>
              <a:off x="711708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8" name="Forme libre : forme 4337">
              <a:extLst>
                <a:ext uri="{FF2B5EF4-FFF2-40B4-BE49-F238E27FC236}">
                  <a16:creationId xmlns:a16="http://schemas.microsoft.com/office/drawing/2014/main" id="{18D7D55C-1F91-D299-573E-1F7D9BF84F20}"/>
                </a:ext>
              </a:extLst>
            </p:cNvPr>
            <p:cNvSpPr/>
            <p:nvPr/>
          </p:nvSpPr>
          <p:spPr bwMode="gray">
            <a:xfrm>
              <a:off x="706755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39" name="Forme libre : forme 4338">
              <a:extLst>
                <a:ext uri="{FF2B5EF4-FFF2-40B4-BE49-F238E27FC236}">
                  <a16:creationId xmlns:a16="http://schemas.microsoft.com/office/drawing/2014/main" id="{BB2F4B1B-093A-E789-28E2-CF5DF2C90049}"/>
                </a:ext>
              </a:extLst>
            </p:cNvPr>
            <p:cNvSpPr/>
            <p:nvPr/>
          </p:nvSpPr>
          <p:spPr bwMode="gray">
            <a:xfrm>
              <a:off x="701928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0" name="Forme libre : forme 4339">
              <a:extLst>
                <a:ext uri="{FF2B5EF4-FFF2-40B4-BE49-F238E27FC236}">
                  <a16:creationId xmlns:a16="http://schemas.microsoft.com/office/drawing/2014/main" id="{8FB47D67-1F43-F37C-A41A-A4642C3E32C2}"/>
                </a:ext>
              </a:extLst>
            </p:cNvPr>
            <p:cNvSpPr/>
            <p:nvPr/>
          </p:nvSpPr>
          <p:spPr bwMode="gray">
            <a:xfrm>
              <a:off x="696975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1" name="Forme libre : forme 4340">
              <a:extLst>
                <a:ext uri="{FF2B5EF4-FFF2-40B4-BE49-F238E27FC236}">
                  <a16:creationId xmlns:a16="http://schemas.microsoft.com/office/drawing/2014/main" id="{8C858007-E0CB-91EF-5537-21D012D3CE1B}"/>
                </a:ext>
              </a:extLst>
            </p:cNvPr>
            <p:cNvSpPr/>
            <p:nvPr/>
          </p:nvSpPr>
          <p:spPr bwMode="gray">
            <a:xfrm>
              <a:off x="692023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2" name="Forme libre : forme 4341">
              <a:extLst>
                <a:ext uri="{FF2B5EF4-FFF2-40B4-BE49-F238E27FC236}">
                  <a16:creationId xmlns:a16="http://schemas.microsoft.com/office/drawing/2014/main" id="{5C0DD008-F416-EAF7-6D3A-420020E86FD6}"/>
                </a:ext>
              </a:extLst>
            </p:cNvPr>
            <p:cNvSpPr/>
            <p:nvPr/>
          </p:nvSpPr>
          <p:spPr bwMode="gray">
            <a:xfrm>
              <a:off x="687196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3" name="Forme libre : forme 4342">
              <a:extLst>
                <a:ext uri="{FF2B5EF4-FFF2-40B4-BE49-F238E27FC236}">
                  <a16:creationId xmlns:a16="http://schemas.microsoft.com/office/drawing/2014/main" id="{BBF17D17-59BF-C3A7-A124-92D0E31A326E}"/>
                </a:ext>
              </a:extLst>
            </p:cNvPr>
            <p:cNvSpPr/>
            <p:nvPr/>
          </p:nvSpPr>
          <p:spPr bwMode="gray">
            <a:xfrm>
              <a:off x="682243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4" name="Forme libre : forme 4343">
              <a:extLst>
                <a:ext uri="{FF2B5EF4-FFF2-40B4-BE49-F238E27FC236}">
                  <a16:creationId xmlns:a16="http://schemas.microsoft.com/office/drawing/2014/main" id="{63CE618B-1C19-6B54-08B7-D022AE8FA6A9}"/>
                </a:ext>
              </a:extLst>
            </p:cNvPr>
            <p:cNvSpPr/>
            <p:nvPr/>
          </p:nvSpPr>
          <p:spPr bwMode="gray">
            <a:xfrm>
              <a:off x="677418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5" name="Forme libre : forme 4344">
              <a:extLst>
                <a:ext uri="{FF2B5EF4-FFF2-40B4-BE49-F238E27FC236}">
                  <a16:creationId xmlns:a16="http://schemas.microsoft.com/office/drawing/2014/main" id="{28BE6448-21DC-6855-3D9E-BF0D3CFF895A}"/>
                </a:ext>
              </a:extLst>
            </p:cNvPr>
            <p:cNvSpPr/>
            <p:nvPr/>
          </p:nvSpPr>
          <p:spPr bwMode="gray">
            <a:xfrm>
              <a:off x="672465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6" name="Forme libre : forme 4345">
              <a:extLst>
                <a:ext uri="{FF2B5EF4-FFF2-40B4-BE49-F238E27FC236}">
                  <a16:creationId xmlns:a16="http://schemas.microsoft.com/office/drawing/2014/main" id="{27AAB861-634A-0A61-D77A-494BA6790BD0}"/>
                </a:ext>
              </a:extLst>
            </p:cNvPr>
            <p:cNvSpPr/>
            <p:nvPr/>
          </p:nvSpPr>
          <p:spPr bwMode="gray">
            <a:xfrm>
              <a:off x="667511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7" name="Forme libre : forme 4346">
              <a:extLst>
                <a:ext uri="{FF2B5EF4-FFF2-40B4-BE49-F238E27FC236}">
                  <a16:creationId xmlns:a16="http://schemas.microsoft.com/office/drawing/2014/main" id="{3951515B-2430-A613-9EE5-9759951039DD}"/>
                </a:ext>
              </a:extLst>
            </p:cNvPr>
            <p:cNvSpPr/>
            <p:nvPr/>
          </p:nvSpPr>
          <p:spPr bwMode="gray">
            <a:xfrm>
              <a:off x="662685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8" name="Forme libre : forme 4347">
              <a:extLst>
                <a:ext uri="{FF2B5EF4-FFF2-40B4-BE49-F238E27FC236}">
                  <a16:creationId xmlns:a16="http://schemas.microsoft.com/office/drawing/2014/main" id="{7F28198E-0FFC-D26A-BE54-F4C189AF1792}"/>
                </a:ext>
              </a:extLst>
            </p:cNvPr>
            <p:cNvSpPr/>
            <p:nvPr/>
          </p:nvSpPr>
          <p:spPr bwMode="gray">
            <a:xfrm>
              <a:off x="6577330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49" name="Forme libre : forme 4348">
              <a:extLst>
                <a:ext uri="{FF2B5EF4-FFF2-40B4-BE49-F238E27FC236}">
                  <a16:creationId xmlns:a16="http://schemas.microsoft.com/office/drawing/2014/main" id="{1BB51571-9841-CBF1-4CF0-235385AF0587}"/>
                </a:ext>
              </a:extLst>
            </p:cNvPr>
            <p:cNvSpPr/>
            <p:nvPr/>
          </p:nvSpPr>
          <p:spPr bwMode="gray">
            <a:xfrm>
              <a:off x="6529069" y="49390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0" name="Forme libre : forme 4349">
              <a:extLst>
                <a:ext uri="{FF2B5EF4-FFF2-40B4-BE49-F238E27FC236}">
                  <a16:creationId xmlns:a16="http://schemas.microsoft.com/office/drawing/2014/main" id="{BFFB92BD-187B-BB1B-F87A-47BBD392A435}"/>
                </a:ext>
              </a:extLst>
            </p:cNvPr>
            <p:cNvSpPr/>
            <p:nvPr/>
          </p:nvSpPr>
          <p:spPr bwMode="gray">
            <a:xfrm>
              <a:off x="456819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1" name="Forme libre : forme 4350">
              <a:extLst>
                <a:ext uri="{FF2B5EF4-FFF2-40B4-BE49-F238E27FC236}">
                  <a16:creationId xmlns:a16="http://schemas.microsoft.com/office/drawing/2014/main" id="{E0C1B17B-4302-6135-1309-C90EE0D251B7}"/>
                </a:ext>
              </a:extLst>
            </p:cNvPr>
            <p:cNvSpPr/>
            <p:nvPr/>
          </p:nvSpPr>
          <p:spPr bwMode="gray">
            <a:xfrm>
              <a:off x="451866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2" name="Forme libre : forme 4351">
              <a:extLst>
                <a:ext uri="{FF2B5EF4-FFF2-40B4-BE49-F238E27FC236}">
                  <a16:creationId xmlns:a16="http://schemas.microsoft.com/office/drawing/2014/main" id="{6B725D73-65AF-BB11-F028-B8FFAC34D314}"/>
                </a:ext>
              </a:extLst>
            </p:cNvPr>
            <p:cNvSpPr/>
            <p:nvPr/>
          </p:nvSpPr>
          <p:spPr bwMode="gray">
            <a:xfrm>
              <a:off x="447040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3" name="Forme libre : forme 4352">
              <a:extLst>
                <a:ext uri="{FF2B5EF4-FFF2-40B4-BE49-F238E27FC236}">
                  <a16:creationId xmlns:a16="http://schemas.microsoft.com/office/drawing/2014/main" id="{259D1CD0-2BC8-62C8-1624-2B6B52328102}"/>
                </a:ext>
              </a:extLst>
            </p:cNvPr>
            <p:cNvSpPr/>
            <p:nvPr/>
          </p:nvSpPr>
          <p:spPr bwMode="gray">
            <a:xfrm>
              <a:off x="442087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4" name="Forme libre : forme 4353">
              <a:extLst>
                <a:ext uri="{FF2B5EF4-FFF2-40B4-BE49-F238E27FC236}">
                  <a16:creationId xmlns:a16="http://schemas.microsoft.com/office/drawing/2014/main" id="{CA6EFEF9-C771-819D-0510-B8F995323E8C}"/>
                </a:ext>
              </a:extLst>
            </p:cNvPr>
            <p:cNvSpPr/>
            <p:nvPr/>
          </p:nvSpPr>
          <p:spPr bwMode="gray">
            <a:xfrm>
              <a:off x="437261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5" name="Forme libre : forme 4354">
              <a:extLst>
                <a:ext uri="{FF2B5EF4-FFF2-40B4-BE49-F238E27FC236}">
                  <a16:creationId xmlns:a16="http://schemas.microsoft.com/office/drawing/2014/main" id="{8348D4C9-1608-61B4-148A-42645BCE53E9}"/>
                </a:ext>
              </a:extLst>
            </p:cNvPr>
            <p:cNvSpPr/>
            <p:nvPr/>
          </p:nvSpPr>
          <p:spPr bwMode="gray">
            <a:xfrm>
              <a:off x="432308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6" name="Forme libre : forme 4355">
              <a:extLst>
                <a:ext uri="{FF2B5EF4-FFF2-40B4-BE49-F238E27FC236}">
                  <a16:creationId xmlns:a16="http://schemas.microsoft.com/office/drawing/2014/main" id="{3616E726-AA33-A1E6-904C-144AD94CEF96}"/>
                </a:ext>
              </a:extLst>
            </p:cNvPr>
            <p:cNvSpPr/>
            <p:nvPr/>
          </p:nvSpPr>
          <p:spPr bwMode="gray">
            <a:xfrm>
              <a:off x="427355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7" name="Forme libre : forme 4356">
              <a:extLst>
                <a:ext uri="{FF2B5EF4-FFF2-40B4-BE49-F238E27FC236}">
                  <a16:creationId xmlns:a16="http://schemas.microsoft.com/office/drawing/2014/main" id="{DB26BA5E-3873-4697-D1DB-49205F8FC7F2}"/>
                </a:ext>
              </a:extLst>
            </p:cNvPr>
            <p:cNvSpPr/>
            <p:nvPr/>
          </p:nvSpPr>
          <p:spPr bwMode="gray">
            <a:xfrm>
              <a:off x="422529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8" name="Forme libre : forme 4357">
              <a:extLst>
                <a:ext uri="{FF2B5EF4-FFF2-40B4-BE49-F238E27FC236}">
                  <a16:creationId xmlns:a16="http://schemas.microsoft.com/office/drawing/2014/main" id="{BB746DD8-F1DD-B54B-DEF7-86660819725D}"/>
                </a:ext>
              </a:extLst>
            </p:cNvPr>
            <p:cNvSpPr/>
            <p:nvPr/>
          </p:nvSpPr>
          <p:spPr bwMode="gray">
            <a:xfrm>
              <a:off x="265684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59" name="Forme libre : forme 4358">
              <a:extLst>
                <a:ext uri="{FF2B5EF4-FFF2-40B4-BE49-F238E27FC236}">
                  <a16:creationId xmlns:a16="http://schemas.microsoft.com/office/drawing/2014/main" id="{03E3D646-0890-D737-79F4-553E4CF07A8D}"/>
                </a:ext>
              </a:extLst>
            </p:cNvPr>
            <p:cNvSpPr/>
            <p:nvPr/>
          </p:nvSpPr>
          <p:spPr bwMode="gray">
            <a:xfrm>
              <a:off x="260731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0" name="Forme libre : forme 4359">
              <a:extLst>
                <a:ext uri="{FF2B5EF4-FFF2-40B4-BE49-F238E27FC236}">
                  <a16:creationId xmlns:a16="http://schemas.microsoft.com/office/drawing/2014/main" id="{EBDF6C81-7049-BD15-7CB2-5D92822A4E85}"/>
                </a:ext>
              </a:extLst>
            </p:cNvPr>
            <p:cNvSpPr/>
            <p:nvPr/>
          </p:nvSpPr>
          <p:spPr bwMode="gray">
            <a:xfrm>
              <a:off x="255905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1" name="Forme libre : forme 4360">
              <a:extLst>
                <a:ext uri="{FF2B5EF4-FFF2-40B4-BE49-F238E27FC236}">
                  <a16:creationId xmlns:a16="http://schemas.microsoft.com/office/drawing/2014/main" id="{1DE425C8-D2D7-2616-617D-DBDD78D02AD4}"/>
                </a:ext>
              </a:extLst>
            </p:cNvPr>
            <p:cNvSpPr/>
            <p:nvPr/>
          </p:nvSpPr>
          <p:spPr bwMode="gray">
            <a:xfrm>
              <a:off x="250952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2" name="Forme libre : forme 4361">
              <a:extLst>
                <a:ext uri="{FF2B5EF4-FFF2-40B4-BE49-F238E27FC236}">
                  <a16:creationId xmlns:a16="http://schemas.microsoft.com/office/drawing/2014/main" id="{9857BE44-8AA5-6C12-15B7-672550249815}"/>
                </a:ext>
              </a:extLst>
            </p:cNvPr>
            <p:cNvSpPr/>
            <p:nvPr/>
          </p:nvSpPr>
          <p:spPr bwMode="gray">
            <a:xfrm>
              <a:off x="245999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3" name="Forme libre : forme 4362">
              <a:extLst>
                <a:ext uri="{FF2B5EF4-FFF2-40B4-BE49-F238E27FC236}">
                  <a16:creationId xmlns:a16="http://schemas.microsoft.com/office/drawing/2014/main" id="{A2F2AE1D-D663-25E0-9E7D-8CA9CFA90EA2}"/>
                </a:ext>
              </a:extLst>
            </p:cNvPr>
            <p:cNvSpPr/>
            <p:nvPr/>
          </p:nvSpPr>
          <p:spPr bwMode="gray">
            <a:xfrm>
              <a:off x="241173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4" name="Forme libre : forme 4363">
              <a:extLst>
                <a:ext uri="{FF2B5EF4-FFF2-40B4-BE49-F238E27FC236}">
                  <a16:creationId xmlns:a16="http://schemas.microsoft.com/office/drawing/2014/main" id="{4F07D7B5-2F74-808F-9B71-FF6C42F79D3A}"/>
                </a:ext>
              </a:extLst>
            </p:cNvPr>
            <p:cNvSpPr/>
            <p:nvPr/>
          </p:nvSpPr>
          <p:spPr bwMode="gray">
            <a:xfrm>
              <a:off x="236220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5" name="Forme libre : forme 4364">
              <a:extLst>
                <a:ext uri="{FF2B5EF4-FFF2-40B4-BE49-F238E27FC236}">
                  <a16:creationId xmlns:a16="http://schemas.microsoft.com/office/drawing/2014/main" id="{2440FCB0-FEE0-AE24-C2DA-E0A9FD45C5B4}"/>
                </a:ext>
              </a:extLst>
            </p:cNvPr>
            <p:cNvSpPr/>
            <p:nvPr/>
          </p:nvSpPr>
          <p:spPr bwMode="gray">
            <a:xfrm>
              <a:off x="231394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6" name="Forme libre : forme 4365">
              <a:extLst>
                <a:ext uri="{FF2B5EF4-FFF2-40B4-BE49-F238E27FC236}">
                  <a16:creationId xmlns:a16="http://schemas.microsoft.com/office/drawing/2014/main" id="{25FBC271-D0F0-F04E-7A8F-78A07FFF04FE}"/>
                </a:ext>
              </a:extLst>
            </p:cNvPr>
            <p:cNvSpPr/>
            <p:nvPr/>
          </p:nvSpPr>
          <p:spPr bwMode="gray">
            <a:xfrm>
              <a:off x="226441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7" name="Forme libre : forme 4366">
              <a:extLst>
                <a:ext uri="{FF2B5EF4-FFF2-40B4-BE49-F238E27FC236}">
                  <a16:creationId xmlns:a16="http://schemas.microsoft.com/office/drawing/2014/main" id="{BAA85532-54FD-E686-D875-723C4A69DAAE}"/>
                </a:ext>
              </a:extLst>
            </p:cNvPr>
            <p:cNvSpPr/>
            <p:nvPr/>
          </p:nvSpPr>
          <p:spPr bwMode="gray">
            <a:xfrm>
              <a:off x="221488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8" name="Forme libre : forme 4367">
              <a:extLst>
                <a:ext uri="{FF2B5EF4-FFF2-40B4-BE49-F238E27FC236}">
                  <a16:creationId xmlns:a16="http://schemas.microsoft.com/office/drawing/2014/main" id="{BAD6D166-C5C3-1E22-2D9A-A486FD89F7C6}"/>
                </a:ext>
              </a:extLst>
            </p:cNvPr>
            <p:cNvSpPr/>
            <p:nvPr/>
          </p:nvSpPr>
          <p:spPr bwMode="gray">
            <a:xfrm>
              <a:off x="2166620" y="49390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69" name="Forme libre : forme 4368">
              <a:extLst>
                <a:ext uri="{FF2B5EF4-FFF2-40B4-BE49-F238E27FC236}">
                  <a16:creationId xmlns:a16="http://schemas.microsoft.com/office/drawing/2014/main" id="{08AA3A00-90DE-03CD-C6A6-8E9DA93A3498}"/>
                </a:ext>
              </a:extLst>
            </p:cNvPr>
            <p:cNvSpPr/>
            <p:nvPr/>
          </p:nvSpPr>
          <p:spPr bwMode="gray">
            <a:xfrm>
              <a:off x="745998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0" name="Forme libre : forme 4369">
              <a:extLst>
                <a:ext uri="{FF2B5EF4-FFF2-40B4-BE49-F238E27FC236}">
                  <a16:creationId xmlns:a16="http://schemas.microsoft.com/office/drawing/2014/main" id="{D8E45C50-B868-DDC5-3616-85C75250B4D7}"/>
                </a:ext>
              </a:extLst>
            </p:cNvPr>
            <p:cNvSpPr/>
            <p:nvPr/>
          </p:nvSpPr>
          <p:spPr bwMode="gray">
            <a:xfrm>
              <a:off x="741045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1" name="Forme libre : forme 4370">
              <a:extLst>
                <a:ext uri="{FF2B5EF4-FFF2-40B4-BE49-F238E27FC236}">
                  <a16:creationId xmlns:a16="http://schemas.microsoft.com/office/drawing/2014/main" id="{84C9C47A-190E-D302-6312-36DE7A563E38}"/>
                </a:ext>
              </a:extLst>
            </p:cNvPr>
            <p:cNvSpPr/>
            <p:nvPr/>
          </p:nvSpPr>
          <p:spPr bwMode="gray">
            <a:xfrm>
              <a:off x="736218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2" name="Forme libre : forme 4371">
              <a:extLst>
                <a:ext uri="{FF2B5EF4-FFF2-40B4-BE49-F238E27FC236}">
                  <a16:creationId xmlns:a16="http://schemas.microsoft.com/office/drawing/2014/main" id="{1A70DF62-EFE6-1029-270A-C3018FC3EB89}"/>
                </a:ext>
              </a:extLst>
            </p:cNvPr>
            <p:cNvSpPr/>
            <p:nvPr/>
          </p:nvSpPr>
          <p:spPr bwMode="gray">
            <a:xfrm>
              <a:off x="731265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3" name="Forme libre : forme 4372">
              <a:extLst>
                <a:ext uri="{FF2B5EF4-FFF2-40B4-BE49-F238E27FC236}">
                  <a16:creationId xmlns:a16="http://schemas.microsoft.com/office/drawing/2014/main" id="{15DB0009-BB36-D61C-39C2-FF519537DDDD}"/>
                </a:ext>
              </a:extLst>
            </p:cNvPr>
            <p:cNvSpPr/>
            <p:nvPr/>
          </p:nvSpPr>
          <p:spPr bwMode="gray">
            <a:xfrm>
              <a:off x="726440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4" name="Forme libre : forme 4373">
              <a:extLst>
                <a:ext uri="{FF2B5EF4-FFF2-40B4-BE49-F238E27FC236}">
                  <a16:creationId xmlns:a16="http://schemas.microsoft.com/office/drawing/2014/main" id="{EF7A082D-0921-EF92-2BBD-3365A04CC180}"/>
                </a:ext>
              </a:extLst>
            </p:cNvPr>
            <p:cNvSpPr/>
            <p:nvPr/>
          </p:nvSpPr>
          <p:spPr bwMode="gray">
            <a:xfrm>
              <a:off x="721486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5" name="Forme libre : forme 4374">
              <a:extLst>
                <a:ext uri="{FF2B5EF4-FFF2-40B4-BE49-F238E27FC236}">
                  <a16:creationId xmlns:a16="http://schemas.microsoft.com/office/drawing/2014/main" id="{E31B55FF-5B17-11E8-7C43-A85588FFDD59}"/>
                </a:ext>
              </a:extLst>
            </p:cNvPr>
            <p:cNvSpPr/>
            <p:nvPr/>
          </p:nvSpPr>
          <p:spPr bwMode="gray">
            <a:xfrm>
              <a:off x="716533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6" name="Forme libre : forme 4375">
              <a:extLst>
                <a:ext uri="{FF2B5EF4-FFF2-40B4-BE49-F238E27FC236}">
                  <a16:creationId xmlns:a16="http://schemas.microsoft.com/office/drawing/2014/main" id="{691F99C7-8513-AD48-5B4C-F5C0E45B8BCD}"/>
                </a:ext>
              </a:extLst>
            </p:cNvPr>
            <p:cNvSpPr/>
            <p:nvPr/>
          </p:nvSpPr>
          <p:spPr bwMode="gray">
            <a:xfrm>
              <a:off x="711708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7" name="Forme libre : forme 4376">
              <a:extLst>
                <a:ext uri="{FF2B5EF4-FFF2-40B4-BE49-F238E27FC236}">
                  <a16:creationId xmlns:a16="http://schemas.microsoft.com/office/drawing/2014/main" id="{28A7A958-DC43-07A1-48A0-F8DFE255FAAB}"/>
                </a:ext>
              </a:extLst>
            </p:cNvPr>
            <p:cNvSpPr/>
            <p:nvPr/>
          </p:nvSpPr>
          <p:spPr bwMode="gray">
            <a:xfrm>
              <a:off x="706755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8" name="Forme libre : forme 4377">
              <a:extLst>
                <a:ext uri="{FF2B5EF4-FFF2-40B4-BE49-F238E27FC236}">
                  <a16:creationId xmlns:a16="http://schemas.microsoft.com/office/drawing/2014/main" id="{F73F746C-A3B9-AEC6-EC2E-0108BCB0B5BD}"/>
                </a:ext>
              </a:extLst>
            </p:cNvPr>
            <p:cNvSpPr/>
            <p:nvPr/>
          </p:nvSpPr>
          <p:spPr bwMode="gray">
            <a:xfrm>
              <a:off x="701928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79" name="Forme libre : forme 4378">
              <a:extLst>
                <a:ext uri="{FF2B5EF4-FFF2-40B4-BE49-F238E27FC236}">
                  <a16:creationId xmlns:a16="http://schemas.microsoft.com/office/drawing/2014/main" id="{AF01587D-2565-C5CA-1AF7-CA0AE751A980}"/>
                </a:ext>
              </a:extLst>
            </p:cNvPr>
            <p:cNvSpPr/>
            <p:nvPr/>
          </p:nvSpPr>
          <p:spPr bwMode="gray">
            <a:xfrm>
              <a:off x="696975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0" name="Forme libre : forme 4379">
              <a:extLst>
                <a:ext uri="{FF2B5EF4-FFF2-40B4-BE49-F238E27FC236}">
                  <a16:creationId xmlns:a16="http://schemas.microsoft.com/office/drawing/2014/main" id="{163124A6-C0AA-5ACC-33FB-91A04DAC0451}"/>
                </a:ext>
              </a:extLst>
            </p:cNvPr>
            <p:cNvSpPr/>
            <p:nvPr/>
          </p:nvSpPr>
          <p:spPr bwMode="gray">
            <a:xfrm>
              <a:off x="692023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1" name="Forme libre : forme 4380">
              <a:extLst>
                <a:ext uri="{FF2B5EF4-FFF2-40B4-BE49-F238E27FC236}">
                  <a16:creationId xmlns:a16="http://schemas.microsoft.com/office/drawing/2014/main" id="{3D56DDB4-6A1E-5667-FCB6-9AFF8273AFB1}"/>
                </a:ext>
              </a:extLst>
            </p:cNvPr>
            <p:cNvSpPr/>
            <p:nvPr/>
          </p:nvSpPr>
          <p:spPr bwMode="gray">
            <a:xfrm>
              <a:off x="687196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2" name="Forme libre : forme 4381">
              <a:extLst>
                <a:ext uri="{FF2B5EF4-FFF2-40B4-BE49-F238E27FC236}">
                  <a16:creationId xmlns:a16="http://schemas.microsoft.com/office/drawing/2014/main" id="{A1DAD201-B3E4-B2B7-9312-17E12B977A32}"/>
                </a:ext>
              </a:extLst>
            </p:cNvPr>
            <p:cNvSpPr/>
            <p:nvPr/>
          </p:nvSpPr>
          <p:spPr bwMode="gray">
            <a:xfrm>
              <a:off x="682243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3" name="Forme libre : forme 4382">
              <a:extLst>
                <a:ext uri="{FF2B5EF4-FFF2-40B4-BE49-F238E27FC236}">
                  <a16:creationId xmlns:a16="http://schemas.microsoft.com/office/drawing/2014/main" id="{998E42EB-ADC2-94ED-D007-81DC486A7EEB}"/>
                </a:ext>
              </a:extLst>
            </p:cNvPr>
            <p:cNvSpPr/>
            <p:nvPr/>
          </p:nvSpPr>
          <p:spPr bwMode="gray">
            <a:xfrm>
              <a:off x="677418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4" name="Forme libre : forme 4383">
              <a:extLst>
                <a:ext uri="{FF2B5EF4-FFF2-40B4-BE49-F238E27FC236}">
                  <a16:creationId xmlns:a16="http://schemas.microsoft.com/office/drawing/2014/main" id="{648DA519-ED16-4870-28C0-DE6476210451}"/>
                </a:ext>
              </a:extLst>
            </p:cNvPr>
            <p:cNvSpPr/>
            <p:nvPr/>
          </p:nvSpPr>
          <p:spPr bwMode="gray">
            <a:xfrm>
              <a:off x="672465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5" name="Forme libre : forme 4384">
              <a:extLst>
                <a:ext uri="{FF2B5EF4-FFF2-40B4-BE49-F238E27FC236}">
                  <a16:creationId xmlns:a16="http://schemas.microsoft.com/office/drawing/2014/main" id="{590164AB-28E6-EC6C-8F0A-33AE6418791E}"/>
                </a:ext>
              </a:extLst>
            </p:cNvPr>
            <p:cNvSpPr/>
            <p:nvPr/>
          </p:nvSpPr>
          <p:spPr bwMode="gray">
            <a:xfrm>
              <a:off x="667511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6" name="Forme libre : forme 4385">
              <a:extLst>
                <a:ext uri="{FF2B5EF4-FFF2-40B4-BE49-F238E27FC236}">
                  <a16:creationId xmlns:a16="http://schemas.microsoft.com/office/drawing/2014/main" id="{BF21F4E7-FF94-A348-7F4E-E04D7AEB3887}"/>
                </a:ext>
              </a:extLst>
            </p:cNvPr>
            <p:cNvSpPr/>
            <p:nvPr/>
          </p:nvSpPr>
          <p:spPr bwMode="gray">
            <a:xfrm>
              <a:off x="662685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7" name="Forme libre : forme 4386">
              <a:extLst>
                <a:ext uri="{FF2B5EF4-FFF2-40B4-BE49-F238E27FC236}">
                  <a16:creationId xmlns:a16="http://schemas.microsoft.com/office/drawing/2014/main" id="{AF0B12EB-EC55-E38E-1510-824D0A0868E7}"/>
                </a:ext>
              </a:extLst>
            </p:cNvPr>
            <p:cNvSpPr/>
            <p:nvPr/>
          </p:nvSpPr>
          <p:spPr bwMode="gray">
            <a:xfrm>
              <a:off x="6577330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8" name="Forme libre : forme 4387">
              <a:extLst>
                <a:ext uri="{FF2B5EF4-FFF2-40B4-BE49-F238E27FC236}">
                  <a16:creationId xmlns:a16="http://schemas.microsoft.com/office/drawing/2014/main" id="{F5EE9E20-BFA6-B3BE-BAFA-31FD561736DA}"/>
                </a:ext>
              </a:extLst>
            </p:cNvPr>
            <p:cNvSpPr/>
            <p:nvPr/>
          </p:nvSpPr>
          <p:spPr bwMode="gray">
            <a:xfrm>
              <a:off x="6529069" y="48895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89" name="Forme libre : forme 4388">
              <a:extLst>
                <a:ext uri="{FF2B5EF4-FFF2-40B4-BE49-F238E27FC236}">
                  <a16:creationId xmlns:a16="http://schemas.microsoft.com/office/drawing/2014/main" id="{DA7B0B44-1E16-A74D-8560-78C71F0E263C}"/>
                </a:ext>
              </a:extLst>
            </p:cNvPr>
            <p:cNvSpPr/>
            <p:nvPr/>
          </p:nvSpPr>
          <p:spPr bwMode="gray">
            <a:xfrm>
              <a:off x="461772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0" name="Forme libre : forme 4389">
              <a:extLst>
                <a:ext uri="{FF2B5EF4-FFF2-40B4-BE49-F238E27FC236}">
                  <a16:creationId xmlns:a16="http://schemas.microsoft.com/office/drawing/2014/main" id="{2E4DE896-EB9F-3133-4A93-ABC497A9099F}"/>
                </a:ext>
              </a:extLst>
            </p:cNvPr>
            <p:cNvSpPr/>
            <p:nvPr/>
          </p:nvSpPr>
          <p:spPr bwMode="gray">
            <a:xfrm>
              <a:off x="456819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1" name="Forme libre : forme 4390">
              <a:extLst>
                <a:ext uri="{FF2B5EF4-FFF2-40B4-BE49-F238E27FC236}">
                  <a16:creationId xmlns:a16="http://schemas.microsoft.com/office/drawing/2014/main" id="{04879652-1294-F7C8-58E0-489DBEE17E41}"/>
                </a:ext>
              </a:extLst>
            </p:cNvPr>
            <p:cNvSpPr/>
            <p:nvPr/>
          </p:nvSpPr>
          <p:spPr bwMode="gray">
            <a:xfrm>
              <a:off x="451866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2" name="Forme libre : forme 4391">
              <a:extLst>
                <a:ext uri="{FF2B5EF4-FFF2-40B4-BE49-F238E27FC236}">
                  <a16:creationId xmlns:a16="http://schemas.microsoft.com/office/drawing/2014/main" id="{2D7EF151-B51F-CBA9-9B66-C3B5A2663E49}"/>
                </a:ext>
              </a:extLst>
            </p:cNvPr>
            <p:cNvSpPr/>
            <p:nvPr/>
          </p:nvSpPr>
          <p:spPr bwMode="gray">
            <a:xfrm>
              <a:off x="447040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3" name="Forme libre : forme 4392">
              <a:extLst>
                <a:ext uri="{FF2B5EF4-FFF2-40B4-BE49-F238E27FC236}">
                  <a16:creationId xmlns:a16="http://schemas.microsoft.com/office/drawing/2014/main" id="{C6D44F8A-8F52-2566-9749-0AE8CB74F127}"/>
                </a:ext>
              </a:extLst>
            </p:cNvPr>
            <p:cNvSpPr/>
            <p:nvPr/>
          </p:nvSpPr>
          <p:spPr bwMode="gray">
            <a:xfrm>
              <a:off x="442087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4" name="Forme libre : forme 4393">
              <a:extLst>
                <a:ext uri="{FF2B5EF4-FFF2-40B4-BE49-F238E27FC236}">
                  <a16:creationId xmlns:a16="http://schemas.microsoft.com/office/drawing/2014/main" id="{38D692BC-1221-A059-14A4-07F3FC9FBA8E}"/>
                </a:ext>
              </a:extLst>
            </p:cNvPr>
            <p:cNvSpPr/>
            <p:nvPr/>
          </p:nvSpPr>
          <p:spPr bwMode="gray">
            <a:xfrm>
              <a:off x="437261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5" name="Forme libre : forme 4394">
              <a:extLst>
                <a:ext uri="{FF2B5EF4-FFF2-40B4-BE49-F238E27FC236}">
                  <a16:creationId xmlns:a16="http://schemas.microsoft.com/office/drawing/2014/main" id="{282726A6-1E34-09EC-F0A3-F1FDC0B3C5BE}"/>
                </a:ext>
              </a:extLst>
            </p:cNvPr>
            <p:cNvSpPr/>
            <p:nvPr/>
          </p:nvSpPr>
          <p:spPr bwMode="gray">
            <a:xfrm>
              <a:off x="432308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6" name="Forme libre : forme 4395">
              <a:extLst>
                <a:ext uri="{FF2B5EF4-FFF2-40B4-BE49-F238E27FC236}">
                  <a16:creationId xmlns:a16="http://schemas.microsoft.com/office/drawing/2014/main" id="{9A9C9FA5-66DD-BAAE-3720-72E5792C42CB}"/>
                </a:ext>
              </a:extLst>
            </p:cNvPr>
            <p:cNvSpPr/>
            <p:nvPr/>
          </p:nvSpPr>
          <p:spPr bwMode="gray">
            <a:xfrm>
              <a:off x="427355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7" name="Forme libre : forme 4396">
              <a:extLst>
                <a:ext uri="{FF2B5EF4-FFF2-40B4-BE49-F238E27FC236}">
                  <a16:creationId xmlns:a16="http://schemas.microsoft.com/office/drawing/2014/main" id="{69D18A76-343B-6819-28C5-68D4D284D5DB}"/>
                </a:ext>
              </a:extLst>
            </p:cNvPr>
            <p:cNvSpPr/>
            <p:nvPr/>
          </p:nvSpPr>
          <p:spPr bwMode="gray">
            <a:xfrm>
              <a:off x="422529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8" name="Forme libre : forme 4397">
              <a:extLst>
                <a:ext uri="{FF2B5EF4-FFF2-40B4-BE49-F238E27FC236}">
                  <a16:creationId xmlns:a16="http://schemas.microsoft.com/office/drawing/2014/main" id="{2E7B6282-20BC-DA22-B431-137C731A134B}"/>
                </a:ext>
              </a:extLst>
            </p:cNvPr>
            <p:cNvSpPr/>
            <p:nvPr/>
          </p:nvSpPr>
          <p:spPr bwMode="gray">
            <a:xfrm>
              <a:off x="265684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99" name="Forme libre : forme 4398">
              <a:extLst>
                <a:ext uri="{FF2B5EF4-FFF2-40B4-BE49-F238E27FC236}">
                  <a16:creationId xmlns:a16="http://schemas.microsoft.com/office/drawing/2014/main" id="{23E2E3A5-D93D-078A-6F56-D7DB85A3C7C9}"/>
                </a:ext>
              </a:extLst>
            </p:cNvPr>
            <p:cNvSpPr/>
            <p:nvPr/>
          </p:nvSpPr>
          <p:spPr bwMode="gray">
            <a:xfrm>
              <a:off x="260731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0" name="Forme libre : forme 4399">
              <a:extLst>
                <a:ext uri="{FF2B5EF4-FFF2-40B4-BE49-F238E27FC236}">
                  <a16:creationId xmlns:a16="http://schemas.microsoft.com/office/drawing/2014/main" id="{CF93B9AC-6998-5DE6-2D10-C87C50E896BC}"/>
                </a:ext>
              </a:extLst>
            </p:cNvPr>
            <p:cNvSpPr/>
            <p:nvPr/>
          </p:nvSpPr>
          <p:spPr bwMode="gray">
            <a:xfrm>
              <a:off x="255905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1" name="Forme libre : forme 4400">
              <a:extLst>
                <a:ext uri="{FF2B5EF4-FFF2-40B4-BE49-F238E27FC236}">
                  <a16:creationId xmlns:a16="http://schemas.microsoft.com/office/drawing/2014/main" id="{E68134A5-7C7A-2E66-4212-A1E35573AED9}"/>
                </a:ext>
              </a:extLst>
            </p:cNvPr>
            <p:cNvSpPr/>
            <p:nvPr/>
          </p:nvSpPr>
          <p:spPr bwMode="gray">
            <a:xfrm>
              <a:off x="250952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2" name="Forme libre : forme 4401">
              <a:extLst>
                <a:ext uri="{FF2B5EF4-FFF2-40B4-BE49-F238E27FC236}">
                  <a16:creationId xmlns:a16="http://schemas.microsoft.com/office/drawing/2014/main" id="{2C8764C2-5B8F-C647-3B21-0EB4ADF81594}"/>
                </a:ext>
              </a:extLst>
            </p:cNvPr>
            <p:cNvSpPr/>
            <p:nvPr/>
          </p:nvSpPr>
          <p:spPr bwMode="gray">
            <a:xfrm>
              <a:off x="245999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3" name="Forme libre : forme 4402">
              <a:extLst>
                <a:ext uri="{FF2B5EF4-FFF2-40B4-BE49-F238E27FC236}">
                  <a16:creationId xmlns:a16="http://schemas.microsoft.com/office/drawing/2014/main" id="{298626ED-A1D7-4B9F-8F03-EEBCE1D9BDC7}"/>
                </a:ext>
              </a:extLst>
            </p:cNvPr>
            <p:cNvSpPr/>
            <p:nvPr/>
          </p:nvSpPr>
          <p:spPr bwMode="gray">
            <a:xfrm>
              <a:off x="241173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4" name="Forme libre : forme 4403">
              <a:extLst>
                <a:ext uri="{FF2B5EF4-FFF2-40B4-BE49-F238E27FC236}">
                  <a16:creationId xmlns:a16="http://schemas.microsoft.com/office/drawing/2014/main" id="{9B7C25A2-4C63-FDB1-7615-17EE6F58D9AE}"/>
                </a:ext>
              </a:extLst>
            </p:cNvPr>
            <p:cNvSpPr/>
            <p:nvPr/>
          </p:nvSpPr>
          <p:spPr bwMode="gray">
            <a:xfrm>
              <a:off x="236220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5" name="Forme libre : forme 4404">
              <a:extLst>
                <a:ext uri="{FF2B5EF4-FFF2-40B4-BE49-F238E27FC236}">
                  <a16:creationId xmlns:a16="http://schemas.microsoft.com/office/drawing/2014/main" id="{D3BAA6EA-5CF6-B8FB-56A7-59DDB180D9E3}"/>
                </a:ext>
              </a:extLst>
            </p:cNvPr>
            <p:cNvSpPr/>
            <p:nvPr/>
          </p:nvSpPr>
          <p:spPr bwMode="gray">
            <a:xfrm>
              <a:off x="231394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6" name="Forme libre : forme 4405">
              <a:extLst>
                <a:ext uri="{FF2B5EF4-FFF2-40B4-BE49-F238E27FC236}">
                  <a16:creationId xmlns:a16="http://schemas.microsoft.com/office/drawing/2014/main" id="{07434696-666D-FA81-286C-E3751EDF7374}"/>
                </a:ext>
              </a:extLst>
            </p:cNvPr>
            <p:cNvSpPr/>
            <p:nvPr/>
          </p:nvSpPr>
          <p:spPr bwMode="gray">
            <a:xfrm>
              <a:off x="226441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7" name="Forme libre : forme 4406">
              <a:extLst>
                <a:ext uri="{FF2B5EF4-FFF2-40B4-BE49-F238E27FC236}">
                  <a16:creationId xmlns:a16="http://schemas.microsoft.com/office/drawing/2014/main" id="{D2ABEBDE-B7C7-6B4D-FEB1-7D49213F55CC}"/>
                </a:ext>
              </a:extLst>
            </p:cNvPr>
            <p:cNvSpPr/>
            <p:nvPr/>
          </p:nvSpPr>
          <p:spPr bwMode="gray">
            <a:xfrm>
              <a:off x="221488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8" name="Forme libre : forme 4407">
              <a:extLst>
                <a:ext uri="{FF2B5EF4-FFF2-40B4-BE49-F238E27FC236}">
                  <a16:creationId xmlns:a16="http://schemas.microsoft.com/office/drawing/2014/main" id="{28497A67-5C41-1FC7-382D-C7A255ADECA6}"/>
                </a:ext>
              </a:extLst>
            </p:cNvPr>
            <p:cNvSpPr/>
            <p:nvPr/>
          </p:nvSpPr>
          <p:spPr bwMode="gray">
            <a:xfrm>
              <a:off x="2166620" y="48895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09" name="Forme libre : forme 4408">
              <a:extLst>
                <a:ext uri="{FF2B5EF4-FFF2-40B4-BE49-F238E27FC236}">
                  <a16:creationId xmlns:a16="http://schemas.microsoft.com/office/drawing/2014/main" id="{AC34AA3F-C118-EB2A-2F96-D6C11543549C}"/>
                </a:ext>
              </a:extLst>
            </p:cNvPr>
            <p:cNvSpPr/>
            <p:nvPr/>
          </p:nvSpPr>
          <p:spPr bwMode="gray">
            <a:xfrm>
              <a:off x="745998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0" name="Forme libre : forme 4409">
              <a:extLst>
                <a:ext uri="{FF2B5EF4-FFF2-40B4-BE49-F238E27FC236}">
                  <a16:creationId xmlns:a16="http://schemas.microsoft.com/office/drawing/2014/main" id="{129F4D83-4D60-9499-7380-0AB8DB51FF6C}"/>
                </a:ext>
              </a:extLst>
            </p:cNvPr>
            <p:cNvSpPr/>
            <p:nvPr/>
          </p:nvSpPr>
          <p:spPr bwMode="gray">
            <a:xfrm>
              <a:off x="741045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1" name="Forme libre : forme 4410">
              <a:extLst>
                <a:ext uri="{FF2B5EF4-FFF2-40B4-BE49-F238E27FC236}">
                  <a16:creationId xmlns:a16="http://schemas.microsoft.com/office/drawing/2014/main" id="{852BEA93-9DC9-BA8C-4DC7-79FD5E7C13A7}"/>
                </a:ext>
              </a:extLst>
            </p:cNvPr>
            <p:cNvSpPr/>
            <p:nvPr/>
          </p:nvSpPr>
          <p:spPr bwMode="gray">
            <a:xfrm>
              <a:off x="736218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2" name="Forme libre : forme 4411">
              <a:extLst>
                <a:ext uri="{FF2B5EF4-FFF2-40B4-BE49-F238E27FC236}">
                  <a16:creationId xmlns:a16="http://schemas.microsoft.com/office/drawing/2014/main" id="{6EF4156D-611E-4C08-BBD5-CF279BF07625}"/>
                </a:ext>
              </a:extLst>
            </p:cNvPr>
            <p:cNvSpPr/>
            <p:nvPr/>
          </p:nvSpPr>
          <p:spPr bwMode="gray">
            <a:xfrm>
              <a:off x="731265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3" name="Forme libre : forme 4412">
              <a:extLst>
                <a:ext uri="{FF2B5EF4-FFF2-40B4-BE49-F238E27FC236}">
                  <a16:creationId xmlns:a16="http://schemas.microsoft.com/office/drawing/2014/main" id="{FE8EAFE2-B4A4-655D-CE45-01AE2DC1AE1D}"/>
                </a:ext>
              </a:extLst>
            </p:cNvPr>
            <p:cNvSpPr/>
            <p:nvPr/>
          </p:nvSpPr>
          <p:spPr bwMode="gray">
            <a:xfrm>
              <a:off x="726440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4" name="Forme libre : forme 4413">
              <a:extLst>
                <a:ext uri="{FF2B5EF4-FFF2-40B4-BE49-F238E27FC236}">
                  <a16:creationId xmlns:a16="http://schemas.microsoft.com/office/drawing/2014/main" id="{C691178F-795D-46EE-7D37-CD2B794FCEC6}"/>
                </a:ext>
              </a:extLst>
            </p:cNvPr>
            <p:cNvSpPr/>
            <p:nvPr/>
          </p:nvSpPr>
          <p:spPr bwMode="gray">
            <a:xfrm>
              <a:off x="721486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5" name="Forme libre : forme 4414">
              <a:extLst>
                <a:ext uri="{FF2B5EF4-FFF2-40B4-BE49-F238E27FC236}">
                  <a16:creationId xmlns:a16="http://schemas.microsoft.com/office/drawing/2014/main" id="{34869B50-49EC-0F45-BBAD-2FE90A68FE7E}"/>
                </a:ext>
              </a:extLst>
            </p:cNvPr>
            <p:cNvSpPr/>
            <p:nvPr/>
          </p:nvSpPr>
          <p:spPr bwMode="gray">
            <a:xfrm>
              <a:off x="716533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6" name="Forme libre : forme 4415">
              <a:extLst>
                <a:ext uri="{FF2B5EF4-FFF2-40B4-BE49-F238E27FC236}">
                  <a16:creationId xmlns:a16="http://schemas.microsoft.com/office/drawing/2014/main" id="{A28C66EF-3736-39B0-BD85-BB72707D5AA4}"/>
                </a:ext>
              </a:extLst>
            </p:cNvPr>
            <p:cNvSpPr/>
            <p:nvPr/>
          </p:nvSpPr>
          <p:spPr bwMode="gray">
            <a:xfrm>
              <a:off x="711708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7" name="Forme libre : forme 4416">
              <a:extLst>
                <a:ext uri="{FF2B5EF4-FFF2-40B4-BE49-F238E27FC236}">
                  <a16:creationId xmlns:a16="http://schemas.microsoft.com/office/drawing/2014/main" id="{968DE199-F551-CDA1-4CD9-603F4A9BEAF4}"/>
                </a:ext>
              </a:extLst>
            </p:cNvPr>
            <p:cNvSpPr/>
            <p:nvPr/>
          </p:nvSpPr>
          <p:spPr bwMode="gray">
            <a:xfrm>
              <a:off x="706755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8" name="Forme libre : forme 4417">
              <a:extLst>
                <a:ext uri="{FF2B5EF4-FFF2-40B4-BE49-F238E27FC236}">
                  <a16:creationId xmlns:a16="http://schemas.microsoft.com/office/drawing/2014/main" id="{1C6C4F66-187A-17C2-DC42-F8CB788E799F}"/>
                </a:ext>
              </a:extLst>
            </p:cNvPr>
            <p:cNvSpPr/>
            <p:nvPr/>
          </p:nvSpPr>
          <p:spPr bwMode="gray">
            <a:xfrm>
              <a:off x="701928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19" name="Forme libre : forme 4418">
              <a:extLst>
                <a:ext uri="{FF2B5EF4-FFF2-40B4-BE49-F238E27FC236}">
                  <a16:creationId xmlns:a16="http://schemas.microsoft.com/office/drawing/2014/main" id="{71D9E300-137B-DA69-6DBF-426CCEE8FBAC}"/>
                </a:ext>
              </a:extLst>
            </p:cNvPr>
            <p:cNvSpPr/>
            <p:nvPr/>
          </p:nvSpPr>
          <p:spPr bwMode="gray">
            <a:xfrm>
              <a:off x="696975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0" name="Forme libre : forme 4419">
              <a:extLst>
                <a:ext uri="{FF2B5EF4-FFF2-40B4-BE49-F238E27FC236}">
                  <a16:creationId xmlns:a16="http://schemas.microsoft.com/office/drawing/2014/main" id="{0F7331C1-04F4-0965-08B1-A09745F4EF0E}"/>
                </a:ext>
              </a:extLst>
            </p:cNvPr>
            <p:cNvSpPr/>
            <p:nvPr/>
          </p:nvSpPr>
          <p:spPr bwMode="gray">
            <a:xfrm>
              <a:off x="692023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1" name="Forme libre : forme 4420">
              <a:extLst>
                <a:ext uri="{FF2B5EF4-FFF2-40B4-BE49-F238E27FC236}">
                  <a16:creationId xmlns:a16="http://schemas.microsoft.com/office/drawing/2014/main" id="{43244F53-EA22-2255-107C-CD20111F0F7F}"/>
                </a:ext>
              </a:extLst>
            </p:cNvPr>
            <p:cNvSpPr/>
            <p:nvPr/>
          </p:nvSpPr>
          <p:spPr bwMode="gray">
            <a:xfrm>
              <a:off x="687196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2" name="Forme libre : forme 4421">
              <a:extLst>
                <a:ext uri="{FF2B5EF4-FFF2-40B4-BE49-F238E27FC236}">
                  <a16:creationId xmlns:a16="http://schemas.microsoft.com/office/drawing/2014/main" id="{5F192715-99A1-041B-8170-71BDE5BDA1D7}"/>
                </a:ext>
              </a:extLst>
            </p:cNvPr>
            <p:cNvSpPr/>
            <p:nvPr/>
          </p:nvSpPr>
          <p:spPr bwMode="gray">
            <a:xfrm>
              <a:off x="682243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3" name="Forme libre : forme 4422">
              <a:extLst>
                <a:ext uri="{FF2B5EF4-FFF2-40B4-BE49-F238E27FC236}">
                  <a16:creationId xmlns:a16="http://schemas.microsoft.com/office/drawing/2014/main" id="{0C285B19-8452-0A70-03F3-10C7FA5E0445}"/>
                </a:ext>
              </a:extLst>
            </p:cNvPr>
            <p:cNvSpPr/>
            <p:nvPr/>
          </p:nvSpPr>
          <p:spPr bwMode="gray">
            <a:xfrm>
              <a:off x="677418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4" name="Forme libre : forme 4423">
              <a:extLst>
                <a:ext uri="{FF2B5EF4-FFF2-40B4-BE49-F238E27FC236}">
                  <a16:creationId xmlns:a16="http://schemas.microsoft.com/office/drawing/2014/main" id="{143385E5-7A83-EC60-8FCE-6B9FAE3BB7BF}"/>
                </a:ext>
              </a:extLst>
            </p:cNvPr>
            <p:cNvSpPr/>
            <p:nvPr/>
          </p:nvSpPr>
          <p:spPr bwMode="gray">
            <a:xfrm>
              <a:off x="672465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5" name="Forme libre : forme 4424">
              <a:extLst>
                <a:ext uri="{FF2B5EF4-FFF2-40B4-BE49-F238E27FC236}">
                  <a16:creationId xmlns:a16="http://schemas.microsoft.com/office/drawing/2014/main" id="{C9B47D03-3D7F-5B80-885A-593FC302B26E}"/>
                </a:ext>
              </a:extLst>
            </p:cNvPr>
            <p:cNvSpPr/>
            <p:nvPr/>
          </p:nvSpPr>
          <p:spPr bwMode="gray">
            <a:xfrm>
              <a:off x="667511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6" name="Forme libre : forme 4425">
              <a:extLst>
                <a:ext uri="{FF2B5EF4-FFF2-40B4-BE49-F238E27FC236}">
                  <a16:creationId xmlns:a16="http://schemas.microsoft.com/office/drawing/2014/main" id="{89A858C8-EAC6-0FD3-6B79-0B9E3C9EC580}"/>
                </a:ext>
              </a:extLst>
            </p:cNvPr>
            <p:cNvSpPr/>
            <p:nvPr/>
          </p:nvSpPr>
          <p:spPr bwMode="gray">
            <a:xfrm>
              <a:off x="6626859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7" name="Forme libre : forme 4426">
              <a:extLst>
                <a:ext uri="{FF2B5EF4-FFF2-40B4-BE49-F238E27FC236}">
                  <a16:creationId xmlns:a16="http://schemas.microsoft.com/office/drawing/2014/main" id="{3CEABC3C-3899-7C0E-D9FB-01BAE0FD92D0}"/>
                </a:ext>
              </a:extLst>
            </p:cNvPr>
            <p:cNvSpPr/>
            <p:nvPr/>
          </p:nvSpPr>
          <p:spPr bwMode="gray">
            <a:xfrm>
              <a:off x="6577330" y="4839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8" name="Forme libre : forme 4427">
              <a:extLst>
                <a:ext uri="{FF2B5EF4-FFF2-40B4-BE49-F238E27FC236}">
                  <a16:creationId xmlns:a16="http://schemas.microsoft.com/office/drawing/2014/main" id="{06BD4F92-A80E-0E6A-7259-B54F35B3C688}"/>
                </a:ext>
              </a:extLst>
            </p:cNvPr>
            <p:cNvSpPr/>
            <p:nvPr/>
          </p:nvSpPr>
          <p:spPr bwMode="gray">
            <a:xfrm>
              <a:off x="496062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29" name="Forme libre : forme 4428">
              <a:extLst>
                <a:ext uri="{FF2B5EF4-FFF2-40B4-BE49-F238E27FC236}">
                  <a16:creationId xmlns:a16="http://schemas.microsoft.com/office/drawing/2014/main" id="{066ED4D7-D6EB-9747-13AF-02626C18ADEF}"/>
                </a:ext>
              </a:extLst>
            </p:cNvPr>
            <p:cNvSpPr/>
            <p:nvPr/>
          </p:nvSpPr>
          <p:spPr bwMode="gray">
            <a:xfrm>
              <a:off x="491109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0" name="Forme libre : forme 4429">
              <a:extLst>
                <a:ext uri="{FF2B5EF4-FFF2-40B4-BE49-F238E27FC236}">
                  <a16:creationId xmlns:a16="http://schemas.microsoft.com/office/drawing/2014/main" id="{153C9A6F-AE99-6ECE-963D-1646E0123908}"/>
                </a:ext>
              </a:extLst>
            </p:cNvPr>
            <p:cNvSpPr/>
            <p:nvPr/>
          </p:nvSpPr>
          <p:spPr bwMode="gray">
            <a:xfrm>
              <a:off x="466598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1" name="Forme libre : forme 4430">
              <a:extLst>
                <a:ext uri="{FF2B5EF4-FFF2-40B4-BE49-F238E27FC236}">
                  <a16:creationId xmlns:a16="http://schemas.microsoft.com/office/drawing/2014/main" id="{9D325334-F341-35D9-CF3B-C65247FDF3D5}"/>
                </a:ext>
              </a:extLst>
            </p:cNvPr>
            <p:cNvSpPr/>
            <p:nvPr/>
          </p:nvSpPr>
          <p:spPr bwMode="gray">
            <a:xfrm>
              <a:off x="461772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2" name="Forme libre : forme 4431">
              <a:extLst>
                <a:ext uri="{FF2B5EF4-FFF2-40B4-BE49-F238E27FC236}">
                  <a16:creationId xmlns:a16="http://schemas.microsoft.com/office/drawing/2014/main" id="{B4EB89CB-55A9-5B86-257A-C468C615072B}"/>
                </a:ext>
              </a:extLst>
            </p:cNvPr>
            <p:cNvSpPr/>
            <p:nvPr/>
          </p:nvSpPr>
          <p:spPr bwMode="gray">
            <a:xfrm>
              <a:off x="456819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3" name="Forme libre : forme 4432">
              <a:extLst>
                <a:ext uri="{FF2B5EF4-FFF2-40B4-BE49-F238E27FC236}">
                  <a16:creationId xmlns:a16="http://schemas.microsoft.com/office/drawing/2014/main" id="{43B34E73-CBBE-5C16-48BB-53ADAFEBC012}"/>
                </a:ext>
              </a:extLst>
            </p:cNvPr>
            <p:cNvSpPr/>
            <p:nvPr/>
          </p:nvSpPr>
          <p:spPr bwMode="gray">
            <a:xfrm>
              <a:off x="451866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4" name="Forme libre : forme 4433">
              <a:extLst>
                <a:ext uri="{FF2B5EF4-FFF2-40B4-BE49-F238E27FC236}">
                  <a16:creationId xmlns:a16="http://schemas.microsoft.com/office/drawing/2014/main" id="{9810A7EB-53DF-4AD1-97EC-167064532414}"/>
                </a:ext>
              </a:extLst>
            </p:cNvPr>
            <p:cNvSpPr/>
            <p:nvPr/>
          </p:nvSpPr>
          <p:spPr bwMode="gray">
            <a:xfrm>
              <a:off x="447040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5" name="Forme libre : forme 4434">
              <a:extLst>
                <a:ext uri="{FF2B5EF4-FFF2-40B4-BE49-F238E27FC236}">
                  <a16:creationId xmlns:a16="http://schemas.microsoft.com/office/drawing/2014/main" id="{0B8E7D9C-7496-EDC7-844F-43D533D08E0E}"/>
                </a:ext>
              </a:extLst>
            </p:cNvPr>
            <p:cNvSpPr/>
            <p:nvPr/>
          </p:nvSpPr>
          <p:spPr bwMode="gray">
            <a:xfrm>
              <a:off x="442087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6" name="Forme libre : forme 4435">
              <a:extLst>
                <a:ext uri="{FF2B5EF4-FFF2-40B4-BE49-F238E27FC236}">
                  <a16:creationId xmlns:a16="http://schemas.microsoft.com/office/drawing/2014/main" id="{99FFB163-69C8-8365-5370-F39A6BD8F3DE}"/>
                </a:ext>
              </a:extLst>
            </p:cNvPr>
            <p:cNvSpPr/>
            <p:nvPr/>
          </p:nvSpPr>
          <p:spPr bwMode="gray">
            <a:xfrm>
              <a:off x="437261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7" name="Forme libre : forme 4436">
              <a:extLst>
                <a:ext uri="{FF2B5EF4-FFF2-40B4-BE49-F238E27FC236}">
                  <a16:creationId xmlns:a16="http://schemas.microsoft.com/office/drawing/2014/main" id="{8E8C2B52-D62A-9B38-52F5-3E0D013193A0}"/>
                </a:ext>
              </a:extLst>
            </p:cNvPr>
            <p:cNvSpPr/>
            <p:nvPr/>
          </p:nvSpPr>
          <p:spPr bwMode="gray">
            <a:xfrm>
              <a:off x="432308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8" name="Forme libre : forme 4437">
              <a:extLst>
                <a:ext uri="{FF2B5EF4-FFF2-40B4-BE49-F238E27FC236}">
                  <a16:creationId xmlns:a16="http://schemas.microsoft.com/office/drawing/2014/main" id="{7B302E91-B188-9DAD-B5CC-AF0753BD69D6}"/>
                </a:ext>
              </a:extLst>
            </p:cNvPr>
            <p:cNvSpPr/>
            <p:nvPr/>
          </p:nvSpPr>
          <p:spPr bwMode="gray">
            <a:xfrm>
              <a:off x="427355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39" name="Forme libre : forme 4438">
              <a:extLst>
                <a:ext uri="{FF2B5EF4-FFF2-40B4-BE49-F238E27FC236}">
                  <a16:creationId xmlns:a16="http://schemas.microsoft.com/office/drawing/2014/main" id="{76CC3E80-D064-5927-6DE4-A481B426D24B}"/>
                </a:ext>
              </a:extLst>
            </p:cNvPr>
            <p:cNvSpPr/>
            <p:nvPr/>
          </p:nvSpPr>
          <p:spPr bwMode="gray">
            <a:xfrm>
              <a:off x="422529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0" name="Forme libre : forme 4439">
              <a:extLst>
                <a:ext uri="{FF2B5EF4-FFF2-40B4-BE49-F238E27FC236}">
                  <a16:creationId xmlns:a16="http://schemas.microsoft.com/office/drawing/2014/main" id="{7ED2BAB9-D295-B47A-8FDB-B23E08228685}"/>
                </a:ext>
              </a:extLst>
            </p:cNvPr>
            <p:cNvSpPr/>
            <p:nvPr/>
          </p:nvSpPr>
          <p:spPr bwMode="gray">
            <a:xfrm>
              <a:off x="417576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1" name="Forme libre : forme 4440">
              <a:extLst>
                <a:ext uri="{FF2B5EF4-FFF2-40B4-BE49-F238E27FC236}">
                  <a16:creationId xmlns:a16="http://schemas.microsoft.com/office/drawing/2014/main" id="{C54BA7A7-A2F2-4EB2-A8C0-641AC2978E12}"/>
                </a:ext>
              </a:extLst>
            </p:cNvPr>
            <p:cNvSpPr/>
            <p:nvPr/>
          </p:nvSpPr>
          <p:spPr bwMode="gray">
            <a:xfrm>
              <a:off x="270510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2" name="Forme libre : forme 4441">
              <a:extLst>
                <a:ext uri="{FF2B5EF4-FFF2-40B4-BE49-F238E27FC236}">
                  <a16:creationId xmlns:a16="http://schemas.microsoft.com/office/drawing/2014/main" id="{59E2BF34-3232-3EE8-73DC-6367DAA44C1A}"/>
                </a:ext>
              </a:extLst>
            </p:cNvPr>
            <p:cNvSpPr/>
            <p:nvPr/>
          </p:nvSpPr>
          <p:spPr bwMode="gray">
            <a:xfrm>
              <a:off x="265684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3" name="Forme libre : forme 4442">
              <a:extLst>
                <a:ext uri="{FF2B5EF4-FFF2-40B4-BE49-F238E27FC236}">
                  <a16:creationId xmlns:a16="http://schemas.microsoft.com/office/drawing/2014/main" id="{A6C01F3E-C9A2-DF94-6761-83CCC108042D}"/>
                </a:ext>
              </a:extLst>
            </p:cNvPr>
            <p:cNvSpPr/>
            <p:nvPr/>
          </p:nvSpPr>
          <p:spPr bwMode="gray">
            <a:xfrm>
              <a:off x="260731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4" name="Forme libre : forme 4443">
              <a:extLst>
                <a:ext uri="{FF2B5EF4-FFF2-40B4-BE49-F238E27FC236}">
                  <a16:creationId xmlns:a16="http://schemas.microsoft.com/office/drawing/2014/main" id="{D518C8C0-31C7-5284-53EB-B637936F1DDB}"/>
                </a:ext>
              </a:extLst>
            </p:cNvPr>
            <p:cNvSpPr/>
            <p:nvPr/>
          </p:nvSpPr>
          <p:spPr bwMode="gray">
            <a:xfrm>
              <a:off x="255905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5" name="Forme libre : forme 4444">
              <a:extLst>
                <a:ext uri="{FF2B5EF4-FFF2-40B4-BE49-F238E27FC236}">
                  <a16:creationId xmlns:a16="http://schemas.microsoft.com/office/drawing/2014/main" id="{DBC65033-A34F-FC1B-E5A7-B23D44976038}"/>
                </a:ext>
              </a:extLst>
            </p:cNvPr>
            <p:cNvSpPr/>
            <p:nvPr/>
          </p:nvSpPr>
          <p:spPr bwMode="gray">
            <a:xfrm>
              <a:off x="250952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6" name="Forme libre : forme 4445">
              <a:extLst>
                <a:ext uri="{FF2B5EF4-FFF2-40B4-BE49-F238E27FC236}">
                  <a16:creationId xmlns:a16="http://schemas.microsoft.com/office/drawing/2014/main" id="{7A04F5C5-35DD-AA82-90A7-524EF8BA6337}"/>
                </a:ext>
              </a:extLst>
            </p:cNvPr>
            <p:cNvSpPr/>
            <p:nvPr/>
          </p:nvSpPr>
          <p:spPr bwMode="gray">
            <a:xfrm>
              <a:off x="245999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7" name="Forme libre : forme 4446">
              <a:extLst>
                <a:ext uri="{FF2B5EF4-FFF2-40B4-BE49-F238E27FC236}">
                  <a16:creationId xmlns:a16="http://schemas.microsoft.com/office/drawing/2014/main" id="{BD3CDB95-E553-3C22-9606-7DB9AB1C4734}"/>
                </a:ext>
              </a:extLst>
            </p:cNvPr>
            <p:cNvSpPr/>
            <p:nvPr/>
          </p:nvSpPr>
          <p:spPr bwMode="gray">
            <a:xfrm>
              <a:off x="241173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8" name="Forme libre : forme 4447">
              <a:extLst>
                <a:ext uri="{FF2B5EF4-FFF2-40B4-BE49-F238E27FC236}">
                  <a16:creationId xmlns:a16="http://schemas.microsoft.com/office/drawing/2014/main" id="{17E25EC4-8C51-E54D-65C1-E37D3D89E729}"/>
                </a:ext>
              </a:extLst>
            </p:cNvPr>
            <p:cNvSpPr/>
            <p:nvPr/>
          </p:nvSpPr>
          <p:spPr bwMode="gray">
            <a:xfrm>
              <a:off x="236220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49" name="Forme libre : forme 4448">
              <a:extLst>
                <a:ext uri="{FF2B5EF4-FFF2-40B4-BE49-F238E27FC236}">
                  <a16:creationId xmlns:a16="http://schemas.microsoft.com/office/drawing/2014/main" id="{290F1A7F-9C27-A78B-69FC-5A4985EAF4A4}"/>
                </a:ext>
              </a:extLst>
            </p:cNvPr>
            <p:cNvSpPr/>
            <p:nvPr/>
          </p:nvSpPr>
          <p:spPr bwMode="gray">
            <a:xfrm>
              <a:off x="231394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0" name="Forme libre : forme 4449">
              <a:extLst>
                <a:ext uri="{FF2B5EF4-FFF2-40B4-BE49-F238E27FC236}">
                  <a16:creationId xmlns:a16="http://schemas.microsoft.com/office/drawing/2014/main" id="{F853BD7C-6578-205B-46E8-1777A5D67230}"/>
                </a:ext>
              </a:extLst>
            </p:cNvPr>
            <p:cNvSpPr/>
            <p:nvPr/>
          </p:nvSpPr>
          <p:spPr bwMode="gray">
            <a:xfrm>
              <a:off x="226441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1" name="Forme libre : forme 4450">
              <a:extLst>
                <a:ext uri="{FF2B5EF4-FFF2-40B4-BE49-F238E27FC236}">
                  <a16:creationId xmlns:a16="http://schemas.microsoft.com/office/drawing/2014/main" id="{8A76CF6A-6AD2-F69D-CC77-A62191531818}"/>
                </a:ext>
              </a:extLst>
            </p:cNvPr>
            <p:cNvSpPr/>
            <p:nvPr/>
          </p:nvSpPr>
          <p:spPr bwMode="gray">
            <a:xfrm>
              <a:off x="221488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2" name="Forme libre : forme 4451">
              <a:extLst>
                <a:ext uri="{FF2B5EF4-FFF2-40B4-BE49-F238E27FC236}">
                  <a16:creationId xmlns:a16="http://schemas.microsoft.com/office/drawing/2014/main" id="{3349EBEE-02A3-5D11-B6DB-9EF231AC4DB5}"/>
                </a:ext>
              </a:extLst>
            </p:cNvPr>
            <p:cNvSpPr/>
            <p:nvPr/>
          </p:nvSpPr>
          <p:spPr bwMode="gray">
            <a:xfrm>
              <a:off x="2166620" y="4839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3" name="Forme libre : forme 4452">
              <a:extLst>
                <a:ext uri="{FF2B5EF4-FFF2-40B4-BE49-F238E27FC236}">
                  <a16:creationId xmlns:a16="http://schemas.microsoft.com/office/drawing/2014/main" id="{95C44EF5-8474-B466-DDF1-5FA3F1568A7D}"/>
                </a:ext>
              </a:extLst>
            </p:cNvPr>
            <p:cNvSpPr/>
            <p:nvPr/>
          </p:nvSpPr>
          <p:spPr bwMode="gray">
            <a:xfrm>
              <a:off x="745998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4" name="Forme libre : forme 4453">
              <a:extLst>
                <a:ext uri="{FF2B5EF4-FFF2-40B4-BE49-F238E27FC236}">
                  <a16:creationId xmlns:a16="http://schemas.microsoft.com/office/drawing/2014/main" id="{BC178E6E-7E75-551A-8740-EC086CD163C9}"/>
                </a:ext>
              </a:extLst>
            </p:cNvPr>
            <p:cNvSpPr/>
            <p:nvPr/>
          </p:nvSpPr>
          <p:spPr bwMode="gray">
            <a:xfrm>
              <a:off x="741045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5" name="Forme libre : forme 4454">
              <a:extLst>
                <a:ext uri="{FF2B5EF4-FFF2-40B4-BE49-F238E27FC236}">
                  <a16:creationId xmlns:a16="http://schemas.microsoft.com/office/drawing/2014/main" id="{7D65E450-51AB-A50F-2918-B320826A3C38}"/>
                </a:ext>
              </a:extLst>
            </p:cNvPr>
            <p:cNvSpPr/>
            <p:nvPr/>
          </p:nvSpPr>
          <p:spPr bwMode="gray">
            <a:xfrm>
              <a:off x="736218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6" name="Forme libre : forme 4455">
              <a:extLst>
                <a:ext uri="{FF2B5EF4-FFF2-40B4-BE49-F238E27FC236}">
                  <a16:creationId xmlns:a16="http://schemas.microsoft.com/office/drawing/2014/main" id="{441FE6F2-B79F-F36A-EE0F-8C3BD6F18232}"/>
                </a:ext>
              </a:extLst>
            </p:cNvPr>
            <p:cNvSpPr/>
            <p:nvPr/>
          </p:nvSpPr>
          <p:spPr bwMode="gray">
            <a:xfrm>
              <a:off x="731265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7" name="Forme libre : forme 4456">
              <a:extLst>
                <a:ext uri="{FF2B5EF4-FFF2-40B4-BE49-F238E27FC236}">
                  <a16:creationId xmlns:a16="http://schemas.microsoft.com/office/drawing/2014/main" id="{7A3C62B2-8889-036C-7E75-C7D265D7DF23}"/>
                </a:ext>
              </a:extLst>
            </p:cNvPr>
            <p:cNvSpPr/>
            <p:nvPr/>
          </p:nvSpPr>
          <p:spPr bwMode="gray">
            <a:xfrm>
              <a:off x="726440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8" name="Forme libre : forme 4457">
              <a:extLst>
                <a:ext uri="{FF2B5EF4-FFF2-40B4-BE49-F238E27FC236}">
                  <a16:creationId xmlns:a16="http://schemas.microsoft.com/office/drawing/2014/main" id="{4C87CA95-3B6B-98CF-7AB7-E2F5F49EB4BD}"/>
                </a:ext>
              </a:extLst>
            </p:cNvPr>
            <p:cNvSpPr/>
            <p:nvPr/>
          </p:nvSpPr>
          <p:spPr bwMode="gray">
            <a:xfrm>
              <a:off x="721486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59" name="Forme libre : forme 4458">
              <a:extLst>
                <a:ext uri="{FF2B5EF4-FFF2-40B4-BE49-F238E27FC236}">
                  <a16:creationId xmlns:a16="http://schemas.microsoft.com/office/drawing/2014/main" id="{D95CCD17-5550-1A6A-C59A-59D09E3BF719}"/>
                </a:ext>
              </a:extLst>
            </p:cNvPr>
            <p:cNvSpPr/>
            <p:nvPr/>
          </p:nvSpPr>
          <p:spPr bwMode="gray">
            <a:xfrm>
              <a:off x="716533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0" name="Forme libre : forme 4459">
              <a:extLst>
                <a:ext uri="{FF2B5EF4-FFF2-40B4-BE49-F238E27FC236}">
                  <a16:creationId xmlns:a16="http://schemas.microsoft.com/office/drawing/2014/main" id="{A664116C-41D7-301D-509B-34D67CEDA31A}"/>
                </a:ext>
              </a:extLst>
            </p:cNvPr>
            <p:cNvSpPr/>
            <p:nvPr/>
          </p:nvSpPr>
          <p:spPr bwMode="gray">
            <a:xfrm>
              <a:off x="711708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1" name="Forme libre : forme 4460">
              <a:extLst>
                <a:ext uri="{FF2B5EF4-FFF2-40B4-BE49-F238E27FC236}">
                  <a16:creationId xmlns:a16="http://schemas.microsoft.com/office/drawing/2014/main" id="{1086D30B-CF60-6DE1-98A6-8A1466D3855F}"/>
                </a:ext>
              </a:extLst>
            </p:cNvPr>
            <p:cNvSpPr/>
            <p:nvPr/>
          </p:nvSpPr>
          <p:spPr bwMode="gray">
            <a:xfrm>
              <a:off x="706755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2" name="Forme libre : forme 4461">
              <a:extLst>
                <a:ext uri="{FF2B5EF4-FFF2-40B4-BE49-F238E27FC236}">
                  <a16:creationId xmlns:a16="http://schemas.microsoft.com/office/drawing/2014/main" id="{E1C629D1-708F-1EB9-E145-783DF7859C00}"/>
                </a:ext>
              </a:extLst>
            </p:cNvPr>
            <p:cNvSpPr/>
            <p:nvPr/>
          </p:nvSpPr>
          <p:spPr bwMode="gray">
            <a:xfrm>
              <a:off x="701928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3" name="Forme libre : forme 4462">
              <a:extLst>
                <a:ext uri="{FF2B5EF4-FFF2-40B4-BE49-F238E27FC236}">
                  <a16:creationId xmlns:a16="http://schemas.microsoft.com/office/drawing/2014/main" id="{8A227D98-5169-1C58-7798-01B502A463A9}"/>
                </a:ext>
              </a:extLst>
            </p:cNvPr>
            <p:cNvSpPr/>
            <p:nvPr/>
          </p:nvSpPr>
          <p:spPr bwMode="gray">
            <a:xfrm>
              <a:off x="696975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4" name="Forme libre : forme 4463">
              <a:extLst>
                <a:ext uri="{FF2B5EF4-FFF2-40B4-BE49-F238E27FC236}">
                  <a16:creationId xmlns:a16="http://schemas.microsoft.com/office/drawing/2014/main" id="{AE64C25E-400B-B068-3723-84BF9529BD86}"/>
                </a:ext>
              </a:extLst>
            </p:cNvPr>
            <p:cNvSpPr/>
            <p:nvPr/>
          </p:nvSpPr>
          <p:spPr bwMode="gray">
            <a:xfrm>
              <a:off x="692023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5" name="Forme libre : forme 4464">
              <a:extLst>
                <a:ext uri="{FF2B5EF4-FFF2-40B4-BE49-F238E27FC236}">
                  <a16:creationId xmlns:a16="http://schemas.microsoft.com/office/drawing/2014/main" id="{5E1B152C-128D-BBA4-EE60-21AF7F220B07}"/>
                </a:ext>
              </a:extLst>
            </p:cNvPr>
            <p:cNvSpPr/>
            <p:nvPr/>
          </p:nvSpPr>
          <p:spPr bwMode="gray">
            <a:xfrm>
              <a:off x="687196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6" name="Forme libre : forme 4465">
              <a:extLst>
                <a:ext uri="{FF2B5EF4-FFF2-40B4-BE49-F238E27FC236}">
                  <a16:creationId xmlns:a16="http://schemas.microsoft.com/office/drawing/2014/main" id="{6BE2BADE-1DFF-E8CF-0CB9-B627FA48FA9E}"/>
                </a:ext>
              </a:extLst>
            </p:cNvPr>
            <p:cNvSpPr/>
            <p:nvPr/>
          </p:nvSpPr>
          <p:spPr bwMode="gray">
            <a:xfrm>
              <a:off x="682243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7" name="Forme libre : forme 4466">
              <a:extLst>
                <a:ext uri="{FF2B5EF4-FFF2-40B4-BE49-F238E27FC236}">
                  <a16:creationId xmlns:a16="http://schemas.microsoft.com/office/drawing/2014/main" id="{CBD6DC7D-1246-4336-7688-EE0B0DFC8B7B}"/>
                </a:ext>
              </a:extLst>
            </p:cNvPr>
            <p:cNvSpPr/>
            <p:nvPr/>
          </p:nvSpPr>
          <p:spPr bwMode="gray">
            <a:xfrm>
              <a:off x="677418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8" name="Forme libre : forme 4467">
              <a:extLst>
                <a:ext uri="{FF2B5EF4-FFF2-40B4-BE49-F238E27FC236}">
                  <a16:creationId xmlns:a16="http://schemas.microsoft.com/office/drawing/2014/main" id="{4C5B1A92-E675-8DE8-D327-D1DC02DF5DCB}"/>
                </a:ext>
              </a:extLst>
            </p:cNvPr>
            <p:cNvSpPr/>
            <p:nvPr/>
          </p:nvSpPr>
          <p:spPr bwMode="gray">
            <a:xfrm>
              <a:off x="672465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69" name="Forme libre : forme 4468">
              <a:extLst>
                <a:ext uri="{FF2B5EF4-FFF2-40B4-BE49-F238E27FC236}">
                  <a16:creationId xmlns:a16="http://schemas.microsoft.com/office/drawing/2014/main" id="{7036AA68-AE4A-C208-50CF-D95F3094C450}"/>
                </a:ext>
              </a:extLst>
            </p:cNvPr>
            <p:cNvSpPr/>
            <p:nvPr/>
          </p:nvSpPr>
          <p:spPr bwMode="gray">
            <a:xfrm>
              <a:off x="667511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0" name="Forme libre : forme 4469">
              <a:extLst>
                <a:ext uri="{FF2B5EF4-FFF2-40B4-BE49-F238E27FC236}">
                  <a16:creationId xmlns:a16="http://schemas.microsoft.com/office/drawing/2014/main" id="{56C62235-5460-35D6-7EA0-14F2939E1B91}"/>
                </a:ext>
              </a:extLst>
            </p:cNvPr>
            <p:cNvSpPr/>
            <p:nvPr/>
          </p:nvSpPr>
          <p:spPr bwMode="gray">
            <a:xfrm>
              <a:off x="6626859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1" name="Forme libre : forme 4470">
              <a:extLst>
                <a:ext uri="{FF2B5EF4-FFF2-40B4-BE49-F238E27FC236}">
                  <a16:creationId xmlns:a16="http://schemas.microsoft.com/office/drawing/2014/main" id="{D26CE0FE-5F54-74D2-5AFE-290ED4F8FC08}"/>
                </a:ext>
              </a:extLst>
            </p:cNvPr>
            <p:cNvSpPr/>
            <p:nvPr/>
          </p:nvSpPr>
          <p:spPr bwMode="gray">
            <a:xfrm>
              <a:off x="6577330" y="4790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2" name="Forme libre : forme 4471">
              <a:extLst>
                <a:ext uri="{FF2B5EF4-FFF2-40B4-BE49-F238E27FC236}">
                  <a16:creationId xmlns:a16="http://schemas.microsoft.com/office/drawing/2014/main" id="{FB21F4BD-4808-5CEF-F62C-0B364536EAE7}"/>
                </a:ext>
              </a:extLst>
            </p:cNvPr>
            <p:cNvSpPr/>
            <p:nvPr/>
          </p:nvSpPr>
          <p:spPr bwMode="gray">
            <a:xfrm>
              <a:off x="496062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3" name="Forme libre : forme 4472">
              <a:extLst>
                <a:ext uri="{FF2B5EF4-FFF2-40B4-BE49-F238E27FC236}">
                  <a16:creationId xmlns:a16="http://schemas.microsoft.com/office/drawing/2014/main" id="{95FAB3D1-ADB1-9710-6510-C311340303E6}"/>
                </a:ext>
              </a:extLst>
            </p:cNvPr>
            <p:cNvSpPr/>
            <p:nvPr/>
          </p:nvSpPr>
          <p:spPr bwMode="gray">
            <a:xfrm>
              <a:off x="491109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4" name="Forme libre : forme 4473">
              <a:extLst>
                <a:ext uri="{FF2B5EF4-FFF2-40B4-BE49-F238E27FC236}">
                  <a16:creationId xmlns:a16="http://schemas.microsoft.com/office/drawing/2014/main" id="{1E3D46E7-33D0-0AD5-E8FF-A9E77E690458}"/>
                </a:ext>
              </a:extLst>
            </p:cNvPr>
            <p:cNvSpPr/>
            <p:nvPr/>
          </p:nvSpPr>
          <p:spPr bwMode="gray">
            <a:xfrm>
              <a:off x="466598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5" name="Forme libre : forme 4474">
              <a:extLst>
                <a:ext uri="{FF2B5EF4-FFF2-40B4-BE49-F238E27FC236}">
                  <a16:creationId xmlns:a16="http://schemas.microsoft.com/office/drawing/2014/main" id="{CFFA3DB3-EA47-8544-847E-B98DE7A8DF0A}"/>
                </a:ext>
              </a:extLst>
            </p:cNvPr>
            <p:cNvSpPr/>
            <p:nvPr/>
          </p:nvSpPr>
          <p:spPr bwMode="gray">
            <a:xfrm>
              <a:off x="461772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6" name="Forme libre : forme 4475">
              <a:extLst>
                <a:ext uri="{FF2B5EF4-FFF2-40B4-BE49-F238E27FC236}">
                  <a16:creationId xmlns:a16="http://schemas.microsoft.com/office/drawing/2014/main" id="{FB076E21-4064-60E8-10A2-552005EA1974}"/>
                </a:ext>
              </a:extLst>
            </p:cNvPr>
            <p:cNvSpPr/>
            <p:nvPr/>
          </p:nvSpPr>
          <p:spPr bwMode="gray">
            <a:xfrm>
              <a:off x="456819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7" name="Forme libre : forme 4476">
              <a:extLst>
                <a:ext uri="{FF2B5EF4-FFF2-40B4-BE49-F238E27FC236}">
                  <a16:creationId xmlns:a16="http://schemas.microsoft.com/office/drawing/2014/main" id="{0030D5A5-E5C9-F043-BB2B-A20D55D8FD26}"/>
                </a:ext>
              </a:extLst>
            </p:cNvPr>
            <p:cNvSpPr/>
            <p:nvPr/>
          </p:nvSpPr>
          <p:spPr bwMode="gray">
            <a:xfrm>
              <a:off x="451866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8" name="Forme libre : forme 4477">
              <a:extLst>
                <a:ext uri="{FF2B5EF4-FFF2-40B4-BE49-F238E27FC236}">
                  <a16:creationId xmlns:a16="http://schemas.microsoft.com/office/drawing/2014/main" id="{EAB2BBA2-EC04-467A-40A8-3D6F30C969C5}"/>
                </a:ext>
              </a:extLst>
            </p:cNvPr>
            <p:cNvSpPr/>
            <p:nvPr/>
          </p:nvSpPr>
          <p:spPr bwMode="gray">
            <a:xfrm>
              <a:off x="447040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79" name="Forme libre : forme 4478">
              <a:extLst>
                <a:ext uri="{FF2B5EF4-FFF2-40B4-BE49-F238E27FC236}">
                  <a16:creationId xmlns:a16="http://schemas.microsoft.com/office/drawing/2014/main" id="{CF8451D8-14CB-1033-5267-434237C26DEA}"/>
                </a:ext>
              </a:extLst>
            </p:cNvPr>
            <p:cNvSpPr/>
            <p:nvPr/>
          </p:nvSpPr>
          <p:spPr bwMode="gray">
            <a:xfrm>
              <a:off x="442087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0" name="Forme libre : forme 4479">
              <a:extLst>
                <a:ext uri="{FF2B5EF4-FFF2-40B4-BE49-F238E27FC236}">
                  <a16:creationId xmlns:a16="http://schemas.microsoft.com/office/drawing/2014/main" id="{4349B7BD-8722-5C81-2B9F-02E93EC84EF5}"/>
                </a:ext>
              </a:extLst>
            </p:cNvPr>
            <p:cNvSpPr/>
            <p:nvPr/>
          </p:nvSpPr>
          <p:spPr bwMode="gray">
            <a:xfrm>
              <a:off x="437261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1" name="Forme libre : forme 4480">
              <a:extLst>
                <a:ext uri="{FF2B5EF4-FFF2-40B4-BE49-F238E27FC236}">
                  <a16:creationId xmlns:a16="http://schemas.microsoft.com/office/drawing/2014/main" id="{331254C1-1452-67AB-10CB-816EE729BECF}"/>
                </a:ext>
              </a:extLst>
            </p:cNvPr>
            <p:cNvSpPr/>
            <p:nvPr/>
          </p:nvSpPr>
          <p:spPr bwMode="gray">
            <a:xfrm>
              <a:off x="432308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2" name="Forme libre : forme 4481">
              <a:extLst>
                <a:ext uri="{FF2B5EF4-FFF2-40B4-BE49-F238E27FC236}">
                  <a16:creationId xmlns:a16="http://schemas.microsoft.com/office/drawing/2014/main" id="{9A32B02C-B03F-B7EC-9874-B8A9532036EB}"/>
                </a:ext>
              </a:extLst>
            </p:cNvPr>
            <p:cNvSpPr/>
            <p:nvPr/>
          </p:nvSpPr>
          <p:spPr bwMode="gray">
            <a:xfrm>
              <a:off x="427355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3" name="Forme libre : forme 4482">
              <a:extLst>
                <a:ext uri="{FF2B5EF4-FFF2-40B4-BE49-F238E27FC236}">
                  <a16:creationId xmlns:a16="http://schemas.microsoft.com/office/drawing/2014/main" id="{1162D633-E763-D51F-39AC-7F7D1C7F6628}"/>
                </a:ext>
              </a:extLst>
            </p:cNvPr>
            <p:cNvSpPr/>
            <p:nvPr/>
          </p:nvSpPr>
          <p:spPr bwMode="gray">
            <a:xfrm>
              <a:off x="422529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4" name="Forme libre : forme 4483">
              <a:extLst>
                <a:ext uri="{FF2B5EF4-FFF2-40B4-BE49-F238E27FC236}">
                  <a16:creationId xmlns:a16="http://schemas.microsoft.com/office/drawing/2014/main" id="{C94F00C6-308A-7025-2894-6F79436A7F41}"/>
                </a:ext>
              </a:extLst>
            </p:cNvPr>
            <p:cNvSpPr/>
            <p:nvPr/>
          </p:nvSpPr>
          <p:spPr bwMode="gray">
            <a:xfrm>
              <a:off x="417576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5" name="Forme libre : forme 4484">
              <a:extLst>
                <a:ext uri="{FF2B5EF4-FFF2-40B4-BE49-F238E27FC236}">
                  <a16:creationId xmlns:a16="http://schemas.microsoft.com/office/drawing/2014/main" id="{A19A33DE-8542-1C0A-44F6-07085125CD28}"/>
                </a:ext>
              </a:extLst>
            </p:cNvPr>
            <p:cNvSpPr/>
            <p:nvPr/>
          </p:nvSpPr>
          <p:spPr bwMode="gray">
            <a:xfrm>
              <a:off x="280416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6" name="Forme libre : forme 4485">
              <a:extLst>
                <a:ext uri="{FF2B5EF4-FFF2-40B4-BE49-F238E27FC236}">
                  <a16:creationId xmlns:a16="http://schemas.microsoft.com/office/drawing/2014/main" id="{BAC4B1E9-A302-7398-8811-FE333EFA0731}"/>
                </a:ext>
              </a:extLst>
            </p:cNvPr>
            <p:cNvSpPr/>
            <p:nvPr/>
          </p:nvSpPr>
          <p:spPr bwMode="gray">
            <a:xfrm>
              <a:off x="275463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7" name="Forme libre : forme 4486">
              <a:extLst>
                <a:ext uri="{FF2B5EF4-FFF2-40B4-BE49-F238E27FC236}">
                  <a16:creationId xmlns:a16="http://schemas.microsoft.com/office/drawing/2014/main" id="{7B263497-7CF0-5333-2152-1054D20B8C15}"/>
                </a:ext>
              </a:extLst>
            </p:cNvPr>
            <p:cNvSpPr/>
            <p:nvPr/>
          </p:nvSpPr>
          <p:spPr bwMode="gray">
            <a:xfrm>
              <a:off x="270510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8" name="Forme libre : forme 4487">
              <a:extLst>
                <a:ext uri="{FF2B5EF4-FFF2-40B4-BE49-F238E27FC236}">
                  <a16:creationId xmlns:a16="http://schemas.microsoft.com/office/drawing/2014/main" id="{0F3CAF44-4FF2-F41C-5BDD-21CD1617C886}"/>
                </a:ext>
              </a:extLst>
            </p:cNvPr>
            <p:cNvSpPr/>
            <p:nvPr/>
          </p:nvSpPr>
          <p:spPr bwMode="gray">
            <a:xfrm>
              <a:off x="265684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89" name="Forme libre : forme 4488">
              <a:extLst>
                <a:ext uri="{FF2B5EF4-FFF2-40B4-BE49-F238E27FC236}">
                  <a16:creationId xmlns:a16="http://schemas.microsoft.com/office/drawing/2014/main" id="{B00E44CD-125E-E9C2-970C-EC08F2FD7B6C}"/>
                </a:ext>
              </a:extLst>
            </p:cNvPr>
            <p:cNvSpPr/>
            <p:nvPr/>
          </p:nvSpPr>
          <p:spPr bwMode="gray">
            <a:xfrm>
              <a:off x="260731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0" name="Forme libre : forme 4489">
              <a:extLst>
                <a:ext uri="{FF2B5EF4-FFF2-40B4-BE49-F238E27FC236}">
                  <a16:creationId xmlns:a16="http://schemas.microsoft.com/office/drawing/2014/main" id="{AC9F27FA-377A-1864-703C-F0CC6DAF5C48}"/>
                </a:ext>
              </a:extLst>
            </p:cNvPr>
            <p:cNvSpPr/>
            <p:nvPr/>
          </p:nvSpPr>
          <p:spPr bwMode="gray">
            <a:xfrm>
              <a:off x="255905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1" name="Forme libre : forme 4490">
              <a:extLst>
                <a:ext uri="{FF2B5EF4-FFF2-40B4-BE49-F238E27FC236}">
                  <a16:creationId xmlns:a16="http://schemas.microsoft.com/office/drawing/2014/main" id="{ECDA5501-03FE-BD90-FA69-A521957220A4}"/>
                </a:ext>
              </a:extLst>
            </p:cNvPr>
            <p:cNvSpPr/>
            <p:nvPr/>
          </p:nvSpPr>
          <p:spPr bwMode="gray">
            <a:xfrm>
              <a:off x="250952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2" name="Forme libre : forme 4491">
              <a:extLst>
                <a:ext uri="{FF2B5EF4-FFF2-40B4-BE49-F238E27FC236}">
                  <a16:creationId xmlns:a16="http://schemas.microsoft.com/office/drawing/2014/main" id="{5F07C236-5865-1360-670C-A0E28BD49A87}"/>
                </a:ext>
              </a:extLst>
            </p:cNvPr>
            <p:cNvSpPr/>
            <p:nvPr/>
          </p:nvSpPr>
          <p:spPr bwMode="gray">
            <a:xfrm>
              <a:off x="245999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3" name="Forme libre : forme 4492">
              <a:extLst>
                <a:ext uri="{FF2B5EF4-FFF2-40B4-BE49-F238E27FC236}">
                  <a16:creationId xmlns:a16="http://schemas.microsoft.com/office/drawing/2014/main" id="{ADF9ACFE-DB1B-5E7B-0B88-03E5D58F0B1C}"/>
                </a:ext>
              </a:extLst>
            </p:cNvPr>
            <p:cNvSpPr/>
            <p:nvPr/>
          </p:nvSpPr>
          <p:spPr bwMode="gray">
            <a:xfrm>
              <a:off x="241173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4" name="Forme libre : forme 4493">
              <a:extLst>
                <a:ext uri="{FF2B5EF4-FFF2-40B4-BE49-F238E27FC236}">
                  <a16:creationId xmlns:a16="http://schemas.microsoft.com/office/drawing/2014/main" id="{E1393B74-EFBC-44D6-1162-9BC5EBEA1F1D}"/>
                </a:ext>
              </a:extLst>
            </p:cNvPr>
            <p:cNvSpPr/>
            <p:nvPr/>
          </p:nvSpPr>
          <p:spPr bwMode="gray">
            <a:xfrm>
              <a:off x="236220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5" name="Forme libre : forme 4494">
              <a:extLst>
                <a:ext uri="{FF2B5EF4-FFF2-40B4-BE49-F238E27FC236}">
                  <a16:creationId xmlns:a16="http://schemas.microsoft.com/office/drawing/2014/main" id="{907698E2-84CB-1361-BDEB-76B7B3F86EE4}"/>
                </a:ext>
              </a:extLst>
            </p:cNvPr>
            <p:cNvSpPr/>
            <p:nvPr/>
          </p:nvSpPr>
          <p:spPr bwMode="gray">
            <a:xfrm>
              <a:off x="231394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6" name="Forme libre : forme 4495">
              <a:extLst>
                <a:ext uri="{FF2B5EF4-FFF2-40B4-BE49-F238E27FC236}">
                  <a16:creationId xmlns:a16="http://schemas.microsoft.com/office/drawing/2014/main" id="{AB9C3D28-F5A5-901C-07FE-7E4FA5E44869}"/>
                </a:ext>
              </a:extLst>
            </p:cNvPr>
            <p:cNvSpPr/>
            <p:nvPr/>
          </p:nvSpPr>
          <p:spPr bwMode="gray">
            <a:xfrm>
              <a:off x="226441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7" name="Forme libre : forme 4496">
              <a:extLst>
                <a:ext uri="{FF2B5EF4-FFF2-40B4-BE49-F238E27FC236}">
                  <a16:creationId xmlns:a16="http://schemas.microsoft.com/office/drawing/2014/main" id="{5338DE94-47F6-189E-B946-9DA89B475A00}"/>
                </a:ext>
              </a:extLst>
            </p:cNvPr>
            <p:cNvSpPr/>
            <p:nvPr/>
          </p:nvSpPr>
          <p:spPr bwMode="gray">
            <a:xfrm>
              <a:off x="221488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8" name="Forme libre : forme 4497">
              <a:extLst>
                <a:ext uri="{FF2B5EF4-FFF2-40B4-BE49-F238E27FC236}">
                  <a16:creationId xmlns:a16="http://schemas.microsoft.com/office/drawing/2014/main" id="{5EDE76D2-1C5F-01EC-14E2-1B93FC615B93}"/>
                </a:ext>
              </a:extLst>
            </p:cNvPr>
            <p:cNvSpPr/>
            <p:nvPr/>
          </p:nvSpPr>
          <p:spPr bwMode="gray">
            <a:xfrm>
              <a:off x="2166620" y="4790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499" name="Forme libre : forme 4498">
              <a:extLst>
                <a:ext uri="{FF2B5EF4-FFF2-40B4-BE49-F238E27FC236}">
                  <a16:creationId xmlns:a16="http://schemas.microsoft.com/office/drawing/2014/main" id="{A06DFFD1-F084-2F24-2EA4-5A6C26B2F1E5}"/>
                </a:ext>
              </a:extLst>
            </p:cNvPr>
            <p:cNvSpPr/>
            <p:nvPr/>
          </p:nvSpPr>
          <p:spPr bwMode="gray">
            <a:xfrm>
              <a:off x="741045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0" name="Forme libre : forme 4499">
              <a:extLst>
                <a:ext uri="{FF2B5EF4-FFF2-40B4-BE49-F238E27FC236}">
                  <a16:creationId xmlns:a16="http://schemas.microsoft.com/office/drawing/2014/main" id="{687A89C2-0C8B-6BC3-CB4E-C9C7196428C5}"/>
                </a:ext>
              </a:extLst>
            </p:cNvPr>
            <p:cNvSpPr/>
            <p:nvPr/>
          </p:nvSpPr>
          <p:spPr bwMode="gray">
            <a:xfrm>
              <a:off x="736218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1" name="Forme libre : forme 4500">
              <a:extLst>
                <a:ext uri="{FF2B5EF4-FFF2-40B4-BE49-F238E27FC236}">
                  <a16:creationId xmlns:a16="http://schemas.microsoft.com/office/drawing/2014/main" id="{1DE156AA-409B-1FEC-3476-CDA2BF6AE9BB}"/>
                </a:ext>
              </a:extLst>
            </p:cNvPr>
            <p:cNvSpPr/>
            <p:nvPr/>
          </p:nvSpPr>
          <p:spPr bwMode="gray">
            <a:xfrm>
              <a:off x="731265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2" name="Forme libre : forme 4501">
              <a:extLst>
                <a:ext uri="{FF2B5EF4-FFF2-40B4-BE49-F238E27FC236}">
                  <a16:creationId xmlns:a16="http://schemas.microsoft.com/office/drawing/2014/main" id="{8D11F59F-925D-072A-8F2F-851FD4C4ACDA}"/>
                </a:ext>
              </a:extLst>
            </p:cNvPr>
            <p:cNvSpPr/>
            <p:nvPr/>
          </p:nvSpPr>
          <p:spPr bwMode="gray">
            <a:xfrm>
              <a:off x="726440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3" name="Forme libre : forme 4502">
              <a:extLst>
                <a:ext uri="{FF2B5EF4-FFF2-40B4-BE49-F238E27FC236}">
                  <a16:creationId xmlns:a16="http://schemas.microsoft.com/office/drawing/2014/main" id="{7B2C05DD-D465-E6B8-B6DF-FBFE45D535CF}"/>
                </a:ext>
              </a:extLst>
            </p:cNvPr>
            <p:cNvSpPr/>
            <p:nvPr/>
          </p:nvSpPr>
          <p:spPr bwMode="gray">
            <a:xfrm>
              <a:off x="721486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4" name="Forme libre : forme 4503">
              <a:extLst>
                <a:ext uri="{FF2B5EF4-FFF2-40B4-BE49-F238E27FC236}">
                  <a16:creationId xmlns:a16="http://schemas.microsoft.com/office/drawing/2014/main" id="{68140385-ECE2-0CCC-DCE6-477CF2D42860}"/>
                </a:ext>
              </a:extLst>
            </p:cNvPr>
            <p:cNvSpPr/>
            <p:nvPr/>
          </p:nvSpPr>
          <p:spPr bwMode="gray">
            <a:xfrm>
              <a:off x="716533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5" name="Forme libre : forme 4504">
              <a:extLst>
                <a:ext uri="{FF2B5EF4-FFF2-40B4-BE49-F238E27FC236}">
                  <a16:creationId xmlns:a16="http://schemas.microsoft.com/office/drawing/2014/main" id="{1BCF4788-7AF5-B540-F7CD-B078AC0152C5}"/>
                </a:ext>
              </a:extLst>
            </p:cNvPr>
            <p:cNvSpPr/>
            <p:nvPr/>
          </p:nvSpPr>
          <p:spPr bwMode="gray">
            <a:xfrm>
              <a:off x="711708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6" name="Forme libre : forme 4505">
              <a:extLst>
                <a:ext uri="{FF2B5EF4-FFF2-40B4-BE49-F238E27FC236}">
                  <a16:creationId xmlns:a16="http://schemas.microsoft.com/office/drawing/2014/main" id="{9565F556-8ADF-51D7-2703-450E6700C5C4}"/>
                </a:ext>
              </a:extLst>
            </p:cNvPr>
            <p:cNvSpPr/>
            <p:nvPr/>
          </p:nvSpPr>
          <p:spPr bwMode="gray">
            <a:xfrm>
              <a:off x="706755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7" name="Forme libre : forme 4506">
              <a:extLst>
                <a:ext uri="{FF2B5EF4-FFF2-40B4-BE49-F238E27FC236}">
                  <a16:creationId xmlns:a16="http://schemas.microsoft.com/office/drawing/2014/main" id="{7692CF10-C29B-D01D-F8C4-966019D8F5F0}"/>
                </a:ext>
              </a:extLst>
            </p:cNvPr>
            <p:cNvSpPr/>
            <p:nvPr/>
          </p:nvSpPr>
          <p:spPr bwMode="gray">
            <a:xfrm>
              <a:off x="701928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8" name="Forme libre : forme 4507">
              <a:extLst>
                <a:ext uri="{FF2B5EF4-FFF2-40B4-BE49-F238E27FC236}">
                  <a16:creationId xmlns:a16="http://schemas.microsoft.com/office/drawing/2014/main" id="{5EECB20F-6398-8D07-B8F7-13737E7EB8DD}"/>
                </a:ext>
              </a:extLst>
            </p:cNvPr>
            <p:cNvSpPr/>
            <p:nvPr/>
          </p:nvSpPr>
          <p:spPr bwMode="gray">
            <a:xfrm>
              <a:off x="696975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09" name="Forme libre : forme 4508">
              <a:extLst>
                <a:ext uri="{FF2B5EF4-FFF2-40B4-BE49-F238E27FC236}">
                  <a16:creationId xmlns:a16="http://schemas.microsoft.com/office/drawing/2014/main" id="{B23AB081-7A75-B676-F693-7004D6058D72}"/>
                </a:ext>
              </a:extLst>
            </p:cNvPr>
            <p:cNvSpPr/>
            <p:nvPr/>
          </p:nvSpPr>
          <p:spPr bwMode="gray">
            <a:xfrm>
              <a:off x="692023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0" name="Forme libre : forme 4509">
              <a:extLst>
                <a:ext uri="{FF2B5EF4-FFF2-40B4-BE49-F238E27FC236}">
                  <a16:creationId xmlns:a16="http://schemas.microsoft.com/office/drawing/2014/main" id="{4D7F1BBB-57EA-A3E7-7014-F3F55C2B6E88}"/>
                </a:ext>
              </a:extLst>
            </p:cNvPr>
            <p:cNvSpPr/>
            <p:nvPr/>
          </p:nvSpPr>
          <p:spPr bwMode="gray">
            <a:xfrm>
              <a:off x="687196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1" name="Forme libre : forme 4510">
              <a:extLst>
                <a:ext uri="{FF2B5EF4-FFF2-40B4-BE49-F238E27FC236}">
                  <a16:creationId xmlns:a16="http://schemas.microsoft.com/office/drawing/2014/main" id="{EBBDDD7D-99CE-9648-D938-0CB9E4112275}"/>
                </a:ext>
              </a:extLst>
            </p:cNvPr>
            <p:cNvSpPr/>
            <p:nvPr/>
          </p:nvSpPr>
          <p:spPr bwMode="gray">
            <a:xfrm>
              <a:off x="682243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2" name="Forme libre : forme 4511">
              <a:extLst>
                <a:ext uri="{FF2B5EF4-FFF2-40B4-BE49-F238E27FC236}">
                  <a16:creationId xmlns:a16="http://schemas.microsoft.com/office/drawing/2014/main" id="{6D9DD43F-54A3-23AA-F60C-51FF4F94CBEA}"/>
                </a:ext>
              </a:extLst>
            </p:cNvPr>
            <p:cNvSpPr/>
            <p:nvPr/>
          </p:nvSpPr>
          <p:spPr bwMode="gray">
            <a:xfrm>
              <a:off x="677418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3" name="Forme libre : forme 4512">
              <a:extLst>
                <a:ext uri="{FF2B5EF4-FFF2-40B4-BE49-F238E27FC236}">
                  <a16:creationId xmlns:a16="http://schemas.microsoft.com/office/drawing/2014/main" id="{6873AD14-D1E6-CDE9-FCC4-A7A974CB9DC3}"/>
                </a:ext>
              </a:extLst>
            </p:cNvPr>
            <p:cNvSpPr/>
            <p:nvPr/>
          </p:nvSpPr>
          <p:spPr bwMode="gray">
            <a:xfrm>
              <a:off x="6724650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4" name="Forme libre : forme 4513">
              <a:extLst>
                <a:ext uri="{FF2B5EF4-FFF2-40B4-BE49-F238E27FC236}">
                  <a16:creationId xmlns:a16="http://schemas.microsoft.com/office/drawing/2014/main" id="{47BEDCBE-B922-9DC6-257E-449FB97B08A0}"/>
                </a:ext>
              </a:extLst>
            </p:cNvPr>
            <p:cNvSpPr/>
            <p:nvPr/>
          </p:nvSpPr>
          <p:spPr bwMode="gray">
            <a:xfrm>
              <a:off x="667511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5" name="Forme libre : forme 4514">
              <a:extLst>
                <a:ext uri="{FF2B5EF4-FFF2-40B4-BE49-F238E27FC236}">
                  <a16:creationId xmlns:a16="http://schemas.microsoft.com/office/drawing/2014/main" id="{D022A5EB-3BC4-66E8-A3E3-CFD34D5C5157}"/>
                </a:ext>
              </a:extLst>
            </p:cNvPr>
            <p:cNvSpPr/>
            <p:nvPr/>
          </p:nvSpPr>
          <p:spPr bwMode="gray">
            <a:xfrm>
              <a:off x="6626859" y="47421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6" name="Forme libre : forme 4515">
              <a:extLst>
                <a:ext uri="{FF2B5EF4-FFF2-40B4-BE49-F238E27FC236}">
                  <a16:creationId xmlns:a16="http://schemas.microsoft.com/office/drawing/2014/main" id="{7325D15C-ECC0-1AF5-4B5B-C49E02F89C49}"/>
                </a:ext>
              </a:extLst>
            </p:cNvPr>
            <p:cNvSpPr/>
            <p:nvPr/>
          </p:nvSpPr>
          <p:spPr bwMode="gray">
            <a:xfrm>
              <a:off x="496062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7" name="Forme libre : forme 4516">
              <a:extLst>
                <a:ext uri="{FF2B5EF4-FFF2-40B4-BE49-F238E27FC236}">
                  <a16:creationId xmlns:a16="http://schemas.microsoft.com/office/drawing/2014/main" id="{F38601BD-ED80-A26F-FB75-75F9876CA7BF}"/>
                </a:ext>
              </a:extLst>
            </p:cNvPr>
            <p:cNvSpPr/>
            <p:nvPr/>
          </p:nvSpPr>
          <p:spPr bwMode="gray">
            <a:xfrm>
              <a:off x="491109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8" name="Forme libre : forme 4517">
              <a:extLst>
                <a:ext uri="{FF2B5EF4-FFF2-40B4-BE49-F238E27FC236}">
                  <a16:creationId xmlns:a16="http://schemas.microsoft.com/office/drawing/2014/main" id="{5694382B-8AAC-0E0D-E435-F80CD0B142B2}"/>
                </a:ext>
              </a:extLst>
            </p:cNvPr>
            <p:cNvSpPr/>
            <p:nvPr/>
          </p:nvSpPr>
          <p:spPr bwMode="gray">
            <a:xfrm>
              <a:off x="466598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19" name="Forme libre : forme 4518">
              <a:extLst>
                <a:ext uri="{FF2B5EF4-FFF2-40B4-BE49-F238E27FC236}">
                  <a16:creationId xmlns:a16="http://schemas.microsoft.com/office/drawing/2014/main" id="{8F65788C-20CD-029D-E2B7-D8A794881784}"/>
                </a:ext>
              </a:extLst>
            </p:cNvPr>
            <p:cNvSpPr/>
            <p:nvPr/>
          </p:nvSpPr>
          <p:spPr bwMode="gray">
            <a:xfrm>
              <a:off x="461772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0" name="Forme libre : forme 4519">
              <a:extLst>
                <a:ext uri="{FF2B5EF4-FFF2-40B4-BE49-F238E27FC236}">
                  <a16:creationId xmlns:a16="http://schemas.microsoft.com/office/drawing/2014/main" id="{6264BBD5-C8C0-105A-27F3-1702C2612D00}"/>
                </a:ext>
              </a:extLst>
            </p:cNvPr>
            <p:cNvSpPr/>
            <p:nvPr/>
          </p:nvSpPr>
          <p:spPr bwMode="gray">
            <a:xfrm>
              <a:off x="456819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1" name="Forme libre : forme 4520">
              <a:extLst>
                <a:ext uri="{FF2B5EF4-FFF2-40B4-BE49-F238E27FC236}">
                  <a16:creationId xmlns:a16="http://schemas.microsoft.com/office/drawing/2014/main" id="{440EDEEA-9FDE-6ACF-991A-6F550F445AE5}"/>
                </a:ext>
              </a:extLst>
            </p:cNvPr>
            <p:cNvSpPr/>
            <p:nvPr/>
          </p:nvSpPr>
          <p:spPr bwMode="gray">
            <a:xfrm>
              <a:off x="451866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2" name="Forme libre : forme 4521">
              <a:extLst>
                <a:ext uri="{FF2B5EF4-FFF2-40B4-BE49-F238E27FC236}">
                  <a16:creationId xmlns:a16="http://schemas.microsoft.com/office/drawing/2014/main" id="{4EA284A7-8C39-31E2-A9A3-60DAC44902EC}"/>
                </a:ext>
              </a:extLst>
            </p:cNvPr>
            <p:cNvSpPr/>
            <p:nvPr/>
          </p:nvSpPr>
          <p:spPr bwMode="gray">
            <a:xfrm>
              <a:off x="447040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3" name="Forme libre : forme 4522">
              <a:extLst>
                <a:ext uri="{FF2B5EF4-FFF2-40B4-BE49-F238E27FC236}">
                  <a16:creationId xmlns:a16="http://schemas.microsoft.com/office/drawing/2014/main" id="{ADAB1E24-FFAF-D785-F9D9-11CCA1C2B43B}"/>
                </a:ext>
              </a:extLst>
            </p:cNvPr>
            <p:cNvSpPr/>
            <p:nvPr/>
          </p:nvSpPr>
          <p:spPr bwMode="gray">
            <a:xfrm>
              <a:off x="442087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4" name="Forme libre : forme 4523">
              <a:extLst>
                <a:ext uri="{FF2B5EF4-FFF2-40B4-BE49-F238E27FC236}">
                  <a16:creationId xmlns:a16="http://schemas.microsoft.com/office/drawing/2014/main" id="{2A9BC84A-89AF-4746-B820-D7C8A668C744}"/>
                </a:ext>
              </a:extLst>
            </p:cNvPr>
            <p:cNvSpPr/>
            <p:nvPr/>
          </p:nvSpPr>
          <p:spPr bwMode="gray">
            <a:xfrm>
              <a:off x="437261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5" name="Forme libre : forme 4524">
              <a:extLst>
                <a:ext uri="{FF2B5EF4-FFF2-40B4-BE49-F238E27FC236}">
                  <a16:creationId xmlns:a16="http://schemas.microsoft.com/office/drawing/2014/main" id="{3BF78881-5813-9155-A607-3B3CFEED79AB}"/>
                </a:ext>
              </a:extLst>
            </p:cNvPr>
            <p:cNvSpPr/>
            <p:nvPr/>
          </p:nvSpPr>
          <p:spPr bwMode="gray">
            <a:xfrm>
              <a:off x="432308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6" name="Forme libre : forme 4525">
              <a:extLst>
                <a:ext uri="{FF2B5EF4-FFF2-40B4-BE49-F238E27FC236}">
                  <a16:creationId xmlns:a16="http://schemas.microsoft.com/office/drawing/2014/main" id="{ABF11DA5-166C-934B-F021-2AAB18A9ED5A}"/>
                </a:ext>
              </a:extLst>
            </p:cNvPr>
            <p:cNvSpPr/>
            <p:nvPr/>
          </p:nvSpPr>
          <p:spPr bwMode="gray">
            <a:xfrm>
              <a:off x="427355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7" name="Forme libre : forme 4526">
              <a:extLst>
                <a:ext uri="{FF2B5EF4-FFF2-40B4-BE49-F238E27FC236}">
                  <a16:creationId xmlns:a16="http://schemas.microsoft.com/office/drawing/2014/main" id="{A4043942-C41E-1C93-036B-8C7D1364EB91}"/>
                </a:ext>
              </a:extLst>
            </p:cNvPr>
            <p:cNvSpPr/>
            <p:nvPr/>
          </p:nvSpPr>
          <p:spPr bwMode="gray">
            <a:xfrm>
              <a:off x="422529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8" name="Forme libre : forme 4527">
              <a:extLst>
                <a:ext uri="{FF2B5EF4-FFF2-40B4-BE49-F238E27FC236}">
                  <a16:creationId xmlns:a16="http://schemas.microsoft.com/office/drawing/2014/main" id="{823A5978-7435-9352-632D-1F3DF1240880}"/>
                </a:ext>
              </a:extLst>
            </p:cNvPr>
            <p:cNvSpPr/>
            <p:nvPr/>
          </p:nvSpPr>
          <p:spPr bwMode="gray">
            <a:xfrm>
              <a:off x="417576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29" name="Forme libre : forme 4528">
              <a:extLst>
                <a:ext uri="{FF2B5EF4-FFF2-40B4-BE49-F238E27FC236}">
                  <a16:creationId xmlns:a16="http://schemas.microsoft.com/office/drawing/2014/main" id="{EE99823C-FB6F-C72F-BA90-D73EEC380D84}"/>
                </a:ext>
              </a:extLst>
            </p:cNvPr>
            <p:cNvSpPr/>
            <p:nvPr/>
          </p:nvSpPr>
          <p:spPr bwMode="gray">
            <a:xfrm>
              <a:off x="285242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0" name="Forme libre : forme 4529">
              <a:extLst>
                <a:ext uri="{FF2B5EF4-FFF2-40B4-BE49-F238E27FC236}">
                  <a16:creationId xmlns:a16="http://schemas.microsoft.com/office/drawing/2014/main" id="{3818F8B9-E6A7-B1B6-438D-8E31012B7CB3}"/>
                </a:ext>
              </a:extLst>
            </p:cNvPr>
            <p:cNvSpPr/>
            <p:nvPr/>
          </p:nvSpPr>
          <p:spPr bwMode="gray">
            <a:xfrm>
              <a:off x="280416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1" name="Forme libre : forme 4530">
              <a:extLst>
                <a:ext uri="{FF2B5EF4-FFF2-40B4-BE49-F238E27FC236}">
                  <a16:creationId xmlns:a16="http://schemas.microsoft.com/office/drawing/2014/main" id="{463FEC1B-9F5C-6C84-944B-38A81FFC8668}"/>
                </a:ext>
              </a:extLst>
            </p:cNvPr>
            <p:cNvSpPr/>
            <p:nvPr/>
          </p:nvSpPr>
          <p:spPr bwMode="gray">
            <a:xfrm>
              <a:off x="275463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2" name="Forme libre : forme 4531">
              <a:extLst>
                <a:ext uri="{FF2B5EF4-FFF2-40B4-BE49-F238E27FC236}">
                  <a16:creationId xmlns:a16="http://schemas.microsoft.com/office/drawing/2014/main" id="{F12C81C6-28C6-6FAA-2E66-3C78C6638568}"/>
                </a:ext>
              </a:extLst>
            </p:cNvPr>
            <p:cNvSpPr/>
            <p:nvPr/>
          </p:nvSpPr>
          <p:spPr bwMode="gray">
            <a:xfrm>
              <a:off x="270510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3" name="Forme libre : forme 4532">
              <a:extLst>
                <a:ext uri="{FF2B5EF4-FFF2-40B4-BE49-F238E27FC236}">
                  <a16:creationId xmlns:a16="http://schemas.microsoft.com/office/drawing/2014/main" id="{74F5EE22-4C05-8CBA-1BC5-DDAA9E586AF3}"/>
                </a:ext>
              </a:extLst>
            </p:cNvPr>
            <p:cNvSpPr/>
            <p:nvPr/>
          </p:nvSpPr>
          <p:spPr bwMode="gray">
            <a:xfrm>
              <a:off x="265684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4" name="Forme libre : forme 4533">
              <a:extLst>
                <a:ext uri="{FF2B5EF4-FFF2-40B4-BE49-F238E27FC236}">
                  <a16:creationId xmlns:a16="http://schemas.microsoft.com/office/drawing/2014/main" id="{080D50D0-653D-A1CE-7D12-9E5DA6902F94}"/>
                </a:ext>
              </a:extLst>
            </p:cNvPr>
            <p:cNvSpPr/>
            <p:nvPr/>
          </p:nvSpPr>
          <p:spPr bwMode="gray">
            <a:xfrm>
              <a:off x="260731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5" name="Forme libre : forme 4534">
              <a:extLst>
                <a:ext uri="{FF2B5EF4-FFF2-40B4-BE49-F238E27FC236}">
                  <a16:creationId xmlns:a16="http://schemas.microsoft.com/office/drawing/2014/main" id="{37C4DC77-2E67-1996-F252-B6122DC2D8AB}"/>
                </a:ext>
              </a:extLst>
            </p:cNvPr>
            <p:cNvSpPr/>
            <p:nvPr/>
          </p:nvSpPr>
          <p:spPr bwMode="gray">
            <a:xfrm>
              <a:off x="255905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6" name="Forme libre : forme 4535">
              <a:extLst>
                <a:ext uri="{FF2B5EF4-FFF2-40B4-BE49-F238E27FC236}">
                  <a16:creationId xmlns:a16="http://schemas.microsoft.com/office/drawing/2014/main" id="{92D41E7D-2D92-1F07-5FB5-C3D1F2874BB8}"/>
                </a:ext>
              </a:extLst>
            </p:cNvPr>
            <p:cNvSpPr/>
            <p:nvPr/>
          </p:nvSpPr>
          <p:spPr bwMode="gray">
            <a:xfrm>
              <a:off x="250952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7" name="Forme libre : forme 4536">
              <a:extLst>
                <a:ext uri="{FF2B5EF4-FFF2-40B4-BE49-F238E27FC236}">
                  <a16:creationId xmlns:a16="http://schemas.microsoft.com/office/drawing/2014/main" id="{19A186B8-4A17-CECD-9B1A-62F81C2BCE81}"/>
                </a:ext>
              </a:extLst>
            </p:cNvPr>
            <p:cNvSpPr/>
            <p:nvPr/>
          </p:nvSpPr>
          <p:spPr bwMode="gray">
            <a:xfrm>
              <a:off x="245999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8" name="Forme libre : forme 4537">
              <a:extLst>
                <a:ext uri="{FF2B5EF4-FFF2-40B4-BE49-F238E27FC236}">
                  <a16:creationId xmlns:a16="http://schemas.microsoft.com/office/drawing/2014/main" id="{D82EAC2E-D620-4004-40CC-2CB25848A733}"/>
                </a:ext>
              </a:extLst>
            </p:cNvPr>
            <p:cNvSpPr/>
            <p:nvPr/>
          </p:nvSpPr>
          <p:spPr bwMode="gray">
            <a:xfrm>
              <a:off x="241173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39" name="Forme libre : forme 4538">
              <a:extLst>
                <a:ext uri="{FF2B5EF4-FFF2-40B4-BE49-F238E27FC236}">
                  <a16:creationId xmlns:a16="http://schemas.microsoft.com/office/drawing/2014/main" id="{C6CB4188-183F-FB01-99BD-BD9DC30791E8}"/>
                </a:ext>
              </a:extLst>
            </p:cNvPr>
            <p:cNvSpPr/>
            <p:nvPr/>
          </p:nvSpPr>
          <p:spPr bwMode="gray">
            <a:xfrm>
              <a:off x="236220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0" name="Forme libre : forme 4539">
              <a:extLst>
                <a:ext uri="{FF2B5EF4-FFF2-40B4-BE49-F238E27FC236}">
                  <a16:creationId xmlns:a16="http://schemas.microsoft.com/office/drawing/2014/main" id="{DB158C58-31BC-5A2D-6824-43BD969008BA}"/>
                </a:ext>
              </a:extLst>
            </p:cNvPr>
            <p:cNvSpPr/>
            <p:nvPr/>
          </p:nvSpPr>
          <p:spPr bwMode="gray">
            <a:xfrm>
              <a:off x="231394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1" name="Forme libre : forme 4540">
              <a:extLst>
                <a:ext uri="{FF2B5EF4-FFF2-40B4-BE49-F238E27FC236}">
                  <a16:creationId xmlns:a16="http://schemas.microsoft.com/office/drawing/2014/main" id="{F8DF2521-EDD1-5DA9-9B42-C7AF8B5BB07B}"/>
                </a:ext>
              </a:extLst>
            </p:cNvPr>
            <p:cNvSpPr/>
            <p:nvPr/>
          </p:nvSpPr>
          <p:spPr bwMode="gray">
            <a:xfrm>
              <a:off x="226441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2" name="Forme libre : forme 4541">
              <a:extLst>
                <a:ext uri="{FF2B5EF4-FFF2-40B4-BE49-F238E27FC236}">
                  <a16:creationId xmlns:a16="http://schemas.microsoft.com/office/drawing/2014/main" id="{88831042-2580-4D7C-FA32-CD90E8D17C25}"/>
                </a:ext>
              </a:extLst>
            </p:cNvPr>
            <p:cNvSpPr/>
            <p:nvPr/>
          </p:nvSpPr>
          <p:spPr bwMode="gray">
            <a:xfrm>
              <a:off x="221488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3" name="Forme libre : forme 4542">
              <a:extLst>
                <a:ext uri="{FF2B5EF4-FFF2-40B4-BE49-F238E27FC236}">
                  <a16:creationId xmlns:a16="http://schemas.microsoft.com/office/drawing/2014/main" id="{B76F49A5-15A3-ADB1-A8E5-61FA6A3AD036}"/>
                </a:ext>
              </a:extLst>
            </p:cNvPr>
            <p:cNvSpPr/>
            <p:nvPr/>
          </p:nvSpPr>
          <p:spPr bwMode="gray">
            <a:xfrm>
              <a:off x="2166620" y="47421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4" name="Forme libre : forme 4543">
              <a:extLst>
                <a:ext uri="{FF2B5EF4-FFF2-40B4-BE49-F238E27FC236}">
                  <a16:creationId xmlns:a16="http://schemas.microsoft.com/office/drawing/2014/main" id="{2F6081F2-FFFF-9DB3-D5FE-0E42C96584D0}"/>
                </a:ext>
              </a:extLst>
            </p:cNvPr>
            <p:cNvSpPr/>
            <p:nvPr/>
          </p:nvSpPr>
          <p:spPr bwMode="gray">
            <a:xfrm>
              <a:off x="741045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5" name="Forme libre : forme 4544">
              <a:extLst>
                <a:ext uri="{FF2B5EF4-FFF2-40B4-BE49-F238E27FC236}">
                  <a16:creationId xmlns:a16="http://schemas.microsoft.com/office/drawing/2014/main" id="{7AC71E95-EBCA-9F44-1C19-C9302F8D9E1F}"/>
                </a:ext>
              </a:extLst>
            </p:cNvPr>
            <p:cNvSpPr/>
            <p:nvPr/>
          </p:nvSpPr>
          <p:spPr bwMode="gray">
            <a:xfrm>
              <a:off x="736218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6" name="Forme libre : forme 4545">
              <a:extLst>
                <a:ext uri="{FF2B5EF4-FFF2-40B4-BE49-F238E27FC236}">
                  <a16:creationId xmlns:a16="http://schemas.microsoft.com/office/drawing/2014/main" id="{EF743433-2F32-3DAF-3A26-A3129AA78189}"/>
                </a:ext>
              </a:extLst>
            </p:cNvPr>
            <p:cNvSpPr/>
            <p:nvPr/>
          </p:nvSpPr>
          <p:spPr bwMode="gray">
            <a:xfrm>
              <a:off x="731265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7" name="Forme libre : forme 4546">
              <a:extLst>
                <a:ext uri="{FF2B5EF4-FFF2-40B4-BE49-F238E27FC236}">
                  <a16:creationId xmlns:a16="http://schemas.microsoft.com/office/drawing/2014/main" id="{79819983-2BC5-0893-0EB3-FFAD4C2CC2B7}"/>
                </a:ext>
              </a:extLst>
            </p:cNvPr>
            <p:cNvSpPr/>
            <p:nvPr/>
          </p:nvSpPr>
          <p:spPr bwMode="gray">
            <a:xfrm>
              <a:off x="726440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8" name="Forme libre : forme 4547">
              <a:extLst>
                <a:ext uri="{FF2B5EF4-FFF2-40B4-BE49-F238E27FC236}">
                  <a16:creationId xmlns:a16="http://schemas.microsoft.com/office/drawing/2014/main" id="{41806D72-CD4B-14F2-7E26-BFE32FA24E6D}"/>
                </a:ext>
              </a:extLst>
            </p:cNvPr>
            <p:cNvSpPr/>
            <p:nvPr/>
          </p:nvSpPr>
          <p:spPr bwMode="gray">
            <a:xfrm>
              <a:off x="721486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49" name="Forme libre : forme 4548">
              <a:extLst>
                <a:ext uri="{FF2B5EF4-FFF2-40B4-BE49-F238E27FC236}">
                  <a16:creationId xmlns:a16="http://schemas.microsoft.com/office/drawing/2014/main" id="{98BC1BD0-B552-A5FD-C851-F7F9C00BDF36}"/>
                </a:ext>
              </a:extLst>
            </p:cNvPr>
            <p:cNvSpPr/>
            <p:nvPr/>
          </p:nvSpPr>
          <p:spPr bwMode="gray">
            <a:xfrm>
              <a:off x="716533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0" name="Forme libre : forme 4549">
              <a:extLst>
                <a:ext uri="{FF2B5EF4-FFF2-40B4-BE49-F238E27FC236}">
                  <a16:creationId xmlns:a16="http://schemas.microsoft.com/office/drawing/2014/main" id="{7AEBDAA1-1789-B3E5-1966-7467F2136C81}"/>
                </a:ext>
              </a:extLst>
            </p:cNvPr>
            <p:cNvSpPr/>
            <p:nvPr/>
          </p:nvSpPr>
          <p:spPr bwMode="gray">
            <a:xfrm>
              <a:off x="711708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1" name="Forme libre : forme 4550">
              <a:extLst>
                <a:ext uri="{FF2B5EF4-FFF2-40B4-BE49-F238E27FC236}">
                  <a16:creationId xmlns:a16="http://schemas.microsoft.com/office/drawing/2014/main" id="{FB566E21-1CBF-F5D9-E9E7-CE1C17D1C4C1}"/>
                </a:ext>
              </a:extLst>
            </p:cNvPr>
            <p:cNvSpPr/>
            <p:nvPr/>
          </p:nvSpPr>
          <p:spPr bwMode="gray">
            <a:xfrm>
              <a:off x="706755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2" name="Forme libre : forme 4551">
              <a:extLst>
                <a:ext uri="{FF2B5EF4-FFF2-40B4-BE49-F238E27FC236}">
                  <a16:creationId xmlns:a16="http://schemas.microsoft.com/office/drawing/2014/main" id="{CE4E15F7-3195-E524-747A-EA90EDD29330}"/>
                </a:ext>
              </a:extLst>
            </p:cNvPr>
            <p:cNvSpPr/>
            <p:nvPr/>
          </p:nvSpPr>
          <p:spPr bwMode="gray">
            <a:xfrm>
              <a:off x="701928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3" name="Forme libre : forme 4552">
              <a:extLst>
                <a:ext uri="{FF2B5EF4-FFF2-40B4-BE49-F238E27FC236}">
                  <a16:creationId xmlns:a16="http://schemas.microsoft.com/office/drawing/2014/main" id="{D0CF15D7-49A0-E018-8168-EF4AB283A2C6}"/>
                </a:ext>
              </a:extLst>
            </p:cNvPr>
            <p:cNvSpPr/>
            <p:nvPr/>
          </p:nvSpPr>
          <p:spPr bwMode="gray">
            <a:xfrm>
              <a:off x="696975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4" name="Forme libre : forme 4553">
              <a:extLst>
                <a:ext uri="{FF2B5EF4-FFF2-40B4-BE49-F238E27FC236}">
                  <a16:creationId xmlns:a16="http://schemas.microsoft.com/office/drawing/2014/main" id="{9E3D4F93-DFD4-61CB-4756-C9FC5BC61252}"/>
                </a:ext>
              </a:extLst>
            </p:cNvPr>
            <p:cNvSpPr/>
            <p:nvPr/>
          </p:nvSpPr>
          <p:spPr bwMode="gray">
            <a:xfrm>
              <a:off x="692023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5" name="Forme libre : forme 4554">
              <a:extLst>
                <a:ext uri="{FF2B5EF4-FFF2-40B4-BE49-F238E27FC236}">
                  <a16:creationId xmlns:a16="http://schemas.microsoft.com/office/drawing/2014/main" id="{797662EF-D426-EF3F-571A-4EBD039A3AB7}"/>
                </a:ext>
              </a:extLst>
            </p:cNvPr>
            <p:cNvSpPr/>
            <p:nvPr/>
          </p:nvSpPr>
          <p:spPr bwMode="gray">
            <a:xfrm>
              <a:off x="687196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6" name="Forme libre : forme 4555">
              <a:extLst>
                <a:ext uri="{FF2B5EF4-FFF2-40B4-BE49-F238E27FC236}">
                  <a16:creationId xmlns:a16="http://schemas.microsoft.com/office/drawing/2014/main" id="{1FB6BB6E-CB4B-0352-6375-728C48A300C0}"/>
                </a:ext>
              </a:extLst>
            </p:cNvPr>
            <p:cNvSpPr/>
            <p:nvPr/>
          </p:nvSpPr>
          <p:spPr bwMode="gray">
            <a:xfrm>
              <a:off x="6822439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7" name="Forme libre : forme 4556">
              <a:extLst>
                <a:ext uri="{FF2B5EF4-FFF2-40B4-BE49-F238E27FC236}">
                  <a16:creationId xmlns:a16="http://schemas.microsoft.com/office/drawing/2014/main" id="{874F61C7-582F-AE00-51EA-D46C81E3255D}"/>
                </a:ext>
              </a:extLst>
            </p:cNvPr>
            <p:cNvSpPr/>
            <p:nvPr/>
          </p:nvSpPr>
          <p:spPr bwMode="gray">
            <a:xfrm>
              <a:off x="677418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8" name="Forme libre : forme 4557">
              <a:extLst>
                <a:ext uri="{FF2B5EF4-FFF2-40B4-BE49-F238E27FC236}">
                  <a16:creationId xmlns:a16="http://schemas.microsoft.com/office/drawing/2014/main" id="{07C0E7D7-4FDD-8331-86D0-9D7E60EA71DD}"/>
                </a:ext>
              </a:extLst>
            </p:cNvPr>
            <p:cNvSpPr/>
            <p:nvPr/>
          </p:nvSpPr>
          <p:spPr bwMode="gray">
            <a:xfrm>
              <a:off x="6724650" y="46926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59" name="Forme libre : forme 4558">
              <a:extLst>
                <a:ext uri="{FF2B5EF4-FFF2-40B4-BE49-F238E27FC236}">
                  <a16:creationId xmlns:a16="http://schemas.microsoft.com/office/drawing/2014/main" id="{33FD9B76-6821-DD37-3B59-74B17CEDF8EC}"/>
                </a:ext>
              </a:extLst>
            </p:cNvPr>
            <p:cNvSpPr/>
            <p:nvPr/>
          </p:nvSpPr>
          <p:spPr bwMode="gray">
            <a:xfrm>
              <a:off x="500888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0" name="Forme libre : forme 4559">
              <a:extLst>
                <a:ext uri="{FF2B5EF4-FFF2-40B4-BE49-F238E27FC236}">
                  <a16:creationId xmlns:a16="http://schemas.microsoft.com/office/drawing/2014/main" id="{8510D9FA-A894-FB7C-55CA-D2FACE022A36}"/>
                </a:ext>
              </a:extLst>
            </p:cNvPr>
            <p:cNvSpPr/>
            <p:nvPr/>
          </p:nvSpPr>
          <p:spPr bwMode="gray">
            <a:xfrm>
              <a:off x="496062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1" name="Forme libre : forme 4560">
              <a:extLst>
                <a:ext uri="{FF2B5EF4-FFF2-40B4-BE49-F238E27FC236}">
                  <a16:creationId xmlns:a16="http://schemas.microsoft.com/office/drawing/2014/main" id="{DB997238-4117-295C-92DB-6B68DD9EB78A}"/>
                </a:ext>
              </a:extLst>
            </p:cNvPr>
            <p:cNvSpPr/>
            <p:nvPr/>
          </p:nvSpPr>
          <p:spPr bwMode="gray">
            <a:xfrm>
              <a:off x="491109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2" name="Forme libre : forme 4561">
              <a:extLst>
                <a:ext uri="{FF2B5EF4-FFF2-40B4-BE49-F238E27FC236}">
                  <a16:creationId xmlns:a16="http://schemas.microsoft.com/office/drawing/2014/main" id="{AAA6BB51-0905-63C1-7FD3-A0B5AE4E5B7E}"/>
                </a:ext>
              </a:extLst>
            </p:cNvPr>
            <p:cNvSpPr/>
            <p:nvPr/>
          </p:nvSpPr>
          <p:spPr bwMode="gray">
            <a:xfrm>
              <a:off x="466598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3" name="Forme libre : forme 4562">
              <a:extLst>
                <a:ext uri="{FF2B5EF4-FFF2-40B4-BE49-F238E27FC236}">
                  <a16:creationId xmlns:a16="http://schemas.microsoft.com/office/drawing/2014/main" id="{DFBDE205-7F03-AD5B-6A56-A2D032912ED7}"/>
                </a:ext>
              </a:extLst>
            </p:cNvPr>
            <p:cNvSpPr/>
            <p:nvPr/>
          </p:nvSpPr>
          <p:spPr bwMode="gray">
            <a:xfrm>
              <a:off x="461772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4" name="Forme libre : forme 4563">
              <a:extLst>
                <a:ext uri="{FF2B5EF4-FFF2-40B4-BE49-F238E27FC236}">
                  <a16:creationId xmlns:a16="http://schemas.microsoft.com/office/drawing/2014/main" id="{A2C16BDE-9F28-99D7-00D8-E8B4C9B484AC}"/>
                </a:ext>
              </a:extLst>
            </p:cNvPr>
            <p:cNvSpPr/>
            <p:nvPr/>
          </p:nvSpPr>
          <p:spPr bwMode="gray">
            <a:xfrm>
              <a:off x="456819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5" name="Forme libre : forme 4564">
              <a:extLst>
                <a:ext uri="{FF2B5EF4-FFF2-40B4-BE49-F238E27FC236}">
                  <a16:creationId xmlns:a16="http://schemas.microsoft.com/office/drawing/2014/main" id="{ADD2BEF8-D515-F659-7182-9B0141DA998E}"/>
                </a:ext>
              </a:extLst>
            </p:cNvPr>
            <p:cNvSpPr/>
            <p:nvPr/>
          </p:nvSpPr>
          <p:spPr bwMode="gray">
            <a:xfrm>
              <a:off x="451866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6" name="Forme libre : forme 4565">
              <a:extLst>
                <a:ext uri="{FF2B5EF4-FFF2-40B4-BE49-F238E27FC236}">
                  <a16:creationId xmlns:a16="http://schemas.microsoft.com/office/drawing/2014/main" id="{864E39B0-217B-A3B1-28E1-2766B910EA1C}"/>
                </a:ext>
              </a:extLst>
            </p:cNvPr>
            <p:cNvSpPr/>
            <p:nvPr/>
          </p:nvSpPr>
          <p:spPr bwMode="gray">
            <a:xfrm>
              <a:off x="447040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7" name="Forme libre : forme 4566">
              <a:extLst>
                <a:ext uri="{FF2B5EF4-FFF2-40B4-BE49-F238E27FC236}">
                  <a16:creationId xmlns:a16="http://schemas.microsoft.com/office/drawing/2014/main" id="{A6D2B345-11BF-F9F0-6C06-F7E27DDBF6C8}"/>
                </a:ext>
              </a:extLst>
            </p:cNvPr>
            <p:cNvSpPr/>
            <p:nvPr/>
          </p:nvSpPr>
          <p:spPr bwMode="gray">
            <a:xfrm>
              <a:off x="442087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8" name="Forme libre : forme 4567">
              <a:extLst>
                <a:ext uri="{FF2B5EF4-FFF2-40B4-BE49-F238E27FC236}">
                  <a16:creationId xmlns:a16="http://schemas.microsoft.com/office/drawing/2014/main" id="{A0A6036E-6A40-CC0D-ADEE-E1ADAD03AC29}"/>
                </a:ext>
              </a:extLst>
            </p:cNvPr>
            <p:cNvSpPr/>
            <p:nvPr/>
          </p:nvSpPr>
          <p:spPr bwMode="gray">
            <a:xfrm>
              <a:off x="437261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69" name="Forme libre : forme 4568">
              <a:extLst>
                <a:ext uri="{FF2B5EF4-FFF2-40B4-BE49-F238E27FC236}">
                  <a16:creationId xmlns:a16="http://schemas.microsoft.com/office/drawing/2014/main" id="{EF0981A0-9862-AD0D-F2FF-AFA84F04538B}"/>
                </a:ext>
              </a:extLst>
            </p:cNvPr>
            <p:cNvSpPr/>
            <p:nvPr/>
          </p:nvSpPr>
          <p:spPr bwMode="gray">
            <a:xfrm>
              <a:off x="432308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0" name="Forme libre : forme 4569">
              <a:extLst>
                <a:ext uri="{FF2B5EF4-FFF2-40B4-BE49-F238E27FC236}">
                  <a16:creationId xmlns:a16="http://schemas.microsoft.com/office/drawing/2014/main" id="{5252F229-5E19-5BC7-8A93-2C6235B62741}"/>
                </a:ext>
              </a:extLst>
            </p:cNvPr>
            <p:cNvSpPr/>
            <p:nvPr/>
          </p:nvSpPr>
          <p:spPr bwMode="gray">
            <a:xfrm>
              <a:off x="427355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1" name="Forme libre : forme 4570">
              <a:extLst>
                <a:ext uri="{FF2B5EF4-FFF2-40B4-BE49-F238E27FC236}">
                  <a16:creationId xmlns:a16="http://schemas.microsoft.com/office/drawing/2014/main" id="{11578404-176D-70BB-1D64-AF651058184D}"/>
                </a:ext>
              </a:extLst>
            </p:cNvPr>
            <p:cNvSpPr/>
            <p:nvPr/>
          </p:nvSpPr>
          <p:spPr bwMode="gray">
            <a:xfrm>
              <a:off x="422529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2" name="Forme libre : forme 4571">
              <a:extLst>
                <a:ext uri="{FF2B5EF4-FFF2-40B4-BE49-F238E27FC236}">
                  <a16:creationId xmlns:a16="http://schemas.microsoft.com/office/drawing/2014/main" id="{C4EA2D01-7476-5245-1589-E36965429CAD}"/>
                </a:ext>
              </a:extLst>
            </p:cNvPr>
            <p:cNvSpPr/>
            <p:nvPr/>
          </p:nvSpPr>
          <p:spPr bwMode="gray">
            <a:xfrm>
              <a:off x="417576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3" name="Forme libre : forme 4572">
              <a:extLst>
                <a:ext uri="{FF2B5EF4-FFF2-40B4-BE49-F238E27FC236}">
                  <a16:creationId xmlns:a16="http://schemas.microsoft.com/office/drawing/2014/main" id="{6E991CF4-228A-F6FE-3C72-BC397933C6AA}"/>
                </a:ext>
              </a:extLst>
            </p:cNvPr>
            <p:cNvSpPr/>
            <p:nvPr/>
          </p:nvSpPr>
          <p:spPr bwMode="gray">
            <a:xfrm>
              <a:off x="412750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4" name="Forme libre : forme 4573">
              <a:extLst>
                <a:ext uri="{FF2B5EF4-FFF2-40B4-BE49-F238E27FC236}">
                  <a16:creationId xmlns:a16="http://schemas.microsoft.com/office/drawing/2014/main" id="{2187CBE5-6329-0911-F9D4-A6407499D6DE}"/>
                </a:ext>
              </a:extLst>
            </p:cNvPr>
            <p:cNvSpPr/>
            <p:nvPr/>
          </p:nvSpPr>
          <p:spPr bwMode="gray">
            <a:xfrm>
              <a:off x="285242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5" name="Forme libre : forme 4574">
              <a:extLst>
                <a:ext uri="{FF2B5EF4-FFF2-40B4-BE49-F238E27FC236}">
                  <a16:creationId xmlns:a16="http://schemas.microsoft.com/office/drawing/2014/main" id="{8C9DF4BA-221C-BB72-A19F-FF01E9FC2B41}"/>
                </a:ext>
              </a:extLst>
            </p:cNvPr>
            <p:cNvSpPr/>
            <p:nvPr/>
          </p:nvSpPr>
          <p:spPr bwMode="gray">
            <a:xfrm>
              <a:off x="280416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6" name="Forme libre : forme 4575">
              <a:extLst>
                <a:ext uri="{FF2B5EF4-FFF2-40B4-BE49-F238E27FC236}">
                  <a16:creationId xmlns:a16="http://schemas.microsoft.com/office/drawing/2014/main" id="{18444508-FB3A-95DB-0D11-83EE4E5A5938}"/>
                </a:ext>
              </a:extLst>
            </p:cNvPr>
            <p:cNvSpPr/>
            <p:nvPr/>
          </p:nvSpPr>
          <p:spPr bwMode="gray">
            <a:xfrm>
              <a:off x="275463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7" name="Forme libre : forme 4576">
              <a:extLst>
                <a:ext uri="{FF2B5EF4-FFF2-40B4-BE49-F238E27FC236}">
                  <a16:creationId xmlns:a16="http://schemas.microsoft.com/office/drawing/2014/main" id="{E33203AD-B17C-6E62-294E-59BA3ED91B0B}"/>
                </a:ext>
              </a:extLst>
            </p:cNvPr>
            <p:cNvSpPr/>
            <p:nvPr/>
          </p:nvSpPr>
          <p:spPr bwMode="gray">
            <a:xfrm>
              <a:off x="270510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8" name="Forme libre : forme 4577">
              <a:extLst>
                <a:ext uri="{FF2B5EF4-FFF2-40B4-BE49-F238E27FC236}">
                  <a16:creationId xmlns:a16="http://schemas.microsoft.com/office/drawing/2014/main" id="{BBF2303B-3BCD-B33C-FF3A-3B199E04E48A}"/>
                </a:ext>
              </a:extLst>
            </p:cNvPr>
            <p:cNvSpPr/>
            <p:nvPr/>
          </p:nvSpPr>
          <p:spPr bwMode="gray">
            <a:xfrm>
              <a:off x="265684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79" name="Forme libre : forme 4578">
              <a:extLst>
                <a:ext uri="{FF2B5EF4-FFF2-40B4-BE49-F238E27FC236}">
                  <a16:creationId xmlns:a16="http://schemas.microsoft.com/office/drawing/2014/main" id="{8476CDD8-3DF4-3D92-1756-F7BB7BA46A04}"/>
                </a:ext>
              </a:extLst>
            </p:cNvPr>
            <p:cNvSpPr/>
            <p:nvPr/>
          </p:nvSpPr>
          <p:spPr bwMode="gray">
            <a:xfrm>
              <a:off x="260731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0" name="Forme libre : forme 4579">
              <a:extLst>
                <a:ext uri="{FF2B5EF4-FFF2-40B4-BE49-F238E27FC236}">
                  <a16:creationId xmlns:a16="http://schemas.microsoft.com/office/drawing/2014/main" id="{26BB307E-9749-1D43-81ED-A16D33AB8912}"/>
                </a:ext>
              </a:extLst>
            </p:cNvPr>
            <p:cNvSpPr/>
            <p:nvPr/>
          </p:nvSpPr>
          <p:spPr bwMode="gray">
            <a:xfrm>
              <a:off x="255905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1" name="Forme libre : forme 4580">
              <a:extLst>
                <a:ext uri="{FF2B5EF4-FFF2-40B4-BE49-F238E27FC236}">
                  <a16:creationId xmlns:a16="http://schemas.microsoft.com/office/drawing/2014/main" id="{0D2446B9-CA41-1E51-D01B-FD81EC0EB4DE}"/>
                </a:ext>
              </a:extLst>
            </p:cNvPr>
            <p:cNvSpPr/>
            <p:nvPr/>
          </p:nvSpPr>
          <p:spPr bwMode="gray">
            <a:xfrm>
              <a:off x="250952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2" name="Forme libre : forme 4581">
              <a:extLst>
                <a:ext uri="{FF2B5EF4-FFF2-40B4-BE49-F238E27FC236}">
                  <a16:creationId xmlns:a16="http://schemas.microsoft.com/office/drawing/2014/main" id="{FED3DF08-DA65-643B-5EDF-3F1324959951}"/>
                </a:ext>
              </a:extLst>
            </p:cNvPr>
            <p:cNvSpPr/>
            <p:nvPr/>
          </p:nvSpPr>
          <p:spPr bwMode="gray">
            <a:xfrm>
              <a:off x="245999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3" name="Forme libre : forme 4582">
              <a:extLst>
                <a:ext uri="{FF2B5EF4-FFF2-40B4-BE49-F238E27FC236}">
                  <a16:creationId xmlns:a16="http://schemas.microsoft.com/office/drawing/2014/main" id="{99FC273D-907E-4BC7-98A6-667AFB66B4A3}"/>
                </a:ext>
              </a:extLst>
            </p:cNvPr>
            <p:cNvSpPr/>
            <p:nvPr/>
          </p:nvSpPr>
          <p:spPr bwMode="gray">
            <a:xfrm>
              <a:off x="241173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4" name="Forme libre : forme 4583">
              <a:extLst>
                <a:ext uri="{FF2B5EF4-FFF2-40B4-BE49-F238E27FC236}">
                  <a16:creationId xmlns:a16="http://schemas.microsoft.com/office/drawing/2014/main" id="{A6F3958E-8A53-AF05-D9D9-4C1262871399}"/>
                </a:ext>
              </a:extLst>
            </p:cNvPr>
            <p:cNvSpPr/>
            <p:nvPr/>
          </p:nvSpPr>
          <p:spPr bwMode="gray">
            <a:xfrm>
              <a:off x="236220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5" name="Forme libre : forme 4584">
              <a:extLst>
                <a:ext uri="{FF2B5EF4-FFF2-40B4-BE49-F238E27FC236}">
                  <a16:creationId xmlns:a16="http://schemas.microsoft.com/office/drawing/2014/main" id="{8660B683-7C69-99E8-5BBB-8F4FD70B2247}"/>
                </a:ext>
              </a:extLst>
            </p:cNvPr>
            <p:cNvSpPr/>
            <p:nvPr/>
          </p:nvSpPr>
          <p:spPr bwMode="gray">
            <a:xfrm>
              <a:off x="231394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6" name="Forme libre : forme 4585">
              <a:extLst>
                <a:ext uri="{FF2B5EF4-FFF2-40B4-BE49-F238E27FC236}">
                  <a16:creationId xmlns:a16="http://schemas.microsoft.com/office/drawing/2014/main" id="{71E9BA9A-DB07-0825-4D09-5D352E4236A3}"/>
                </a:ext>
              </a:extLst>
            </p:cNvPr>
            <p:cNvSpPr/>
            <p:nvPr/>
          </p:nvSpPr>
          <p:spPr bwMode="gray">
            <a:xfrm>
              <a:off x="226441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7" name="Forme libre : forme 4586">
              <a:extLst>
                <a:ext uri="{FF2B5EF4-FFF2-40B4-BE49-F238E27FC236}">
                  <a16:creationId xmlns:a16="http://schemas.microsoft.com/office/drawing/2014/main" id="{15E678A8-2038-57BE-F748-1E9EDD5814B1}"/>
                </a:ext>
              </a:extLst>
            </p:cNvPr>
            <p:cNvSpPr/>
            <p:nvPr/>
          </p:nvSpPr>
          <p:spPr bwMode="gray">
            <a:xfrm>
              <a:off x="221488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8" name="Forme libre : forme 4587">
              <a:extLst>
                <a:ext uri="{FF2B5EF4-FFF2-40B4-BE49-F238E27FC236}">
                  <a16:creationId xmlns:a16="http://schemas.microsoft.com/office/drawing/2014/main" id="{3C41D612-2CD2-AC6E-A456-5011A7A68152}"/>
                </a:ext>
              </a:extLst>
            </p:cNvPr>
            <p:cNvSpPr/>
            <p:nvPr/>
          </p:nvSpPr>
          <p:spPr bwMode="gray">
            <a:xfrm>
              <a:off x="2166620" y="46926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89" name="Forme libre : forme 4588">
              <a:extLst>
                <a:ext uri="{FF2B5EF4-FFF2-40B4-BE49-F238E27FC236}">
                  <a16:creationId xmlns:a16="http://schemas.microsoft.com/office/drawing/2014/main" id="{01752070-381B-9CB4-3D20-7F2DF5AB52CF}"/>
                </a:ext>
              </a:extLst>
            </p:cNvPr>
            <p:cNvSpPr/>
            <p:nvPr/>
          </p:nvSpPr>
          <p:spPr bwMode="gray">
            <a:xfrm>
              <a:off x="736218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0" name="Forme libre : forme 4589">
              <a:extLst>
                <a:ext uri="{FF2B5EF4-FFF2-40B4-BE49-F238E27FC236}">
                  <a16:creationId xmlns:a16="http://schemas.microsoft.com/office/drawing/2014/main" id="{D9AC3E13-07AF-7C7A-C533-CE184A2D8986}"/>
                </a:ext>
              </a:extLst>
            </p:cNvPr>
            <p:cNvSpPr/>
            <p:nvPr/>
          </p:nvSpPr>
          <p:spPr bwMode="gray">
            <a:xfrm>
              <a:off x="731265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1" name="Forme libre : forme 4590">
              <a:extLst>
                <a:ext uri="{FF2B5EF4-FFF2-40B4-BE49-F238E27FC236}">
                  <a16:creationId xmlns:a16="http://schemas.microsoft.com/office/drawing/2014/main" id="{0D21AFC6-564B-B4A8-BDC3-AEA33C2AE3B4}"/>
                </a:ext>
              </a:extLst>
            </p:cNvPr>
            <p:cNvSpPr/>
            <p:nvPr/>
          </p:nvSpPr>
          <p:spPr bwMode="gray">
            <a:xfrm>
              <a:off x="7264400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2" name="Forme libre : forme 4591">
              <a:extLst>
                <a:ext uri="{FF2B5EF4-FFF2-40B4-BE49-F238E27FC236}">
                  <a16:creationId xmlns:a16="http://schemas.microsoft.com/office/drawing/2014/main" id="{F29DE6CC-D3E2-3AFC-5E3A-C0E63C33EDB1}"/>
                </a:ext>
              </a:extLst>
            </p:cNvPr>
            <p:cNvSpPr/>
            <p:nvPr/>
          </p:nvSpPr>
          <p:spPr bwMode="gray">
            <a:xfrm>
              <a:off x="721486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3" name="Forme libre : forme 4592">
              <a:extLst>
                <a:ext uri="{FF2B5EF4-FFF2-40B4-BE49-F238E27FC236}">
                  <a16:creationId xmlns:a16="http://schemas.microsoft.com/office/drawing/2014/main" id="{6067FF26-378C-8170-C732-4119AAFD389F}"/>
                </a:ext>
              </a:extLst>
            </p:cNvPr>
            <p:cNvSpPr/>
            <p:nvPr/>
          </p:nvSpPr>
          <p:spPr bwMode="gray">
            <a:xfrm>
              <a:off x="716533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4" name="Forme libre : forme 4593">
              <a:extLst>
                <a:ext uri="{FF2B5EF4-FFF2-40B4-BE49-F238E27FC236}">
                  <a16:creationId xmlns:a16="http://schemas.microsoft.com/office/drawing/2014/main" id="{5D7A8072-3E79-CB4F-51A3-1DD37D490062}"/>
                </a:ext>
              </a:extLst>
            </p:cNvPr>
            <p:cNvSpPr/>
            <p:nvPr/>
          </p:nvSpPr>
          <p:spPr bwMode="gray">
            <a:xfrm>
              <a:off x="7117080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5" name="Forme libre : forme 4594">
              <a:extLst>
                <a:ext uri="{FF2B5EF4-FFF2-40B4-BE49-F238E27FC236}">
                  <a16:creationId xmlns:a16="http://schemas.microsoft.com/office/drawing/2014/main" id="{64D9BA5A-B9AE-25A5-E0F4-EE08F2DB5EC3}"/>
                </a:ext>
              </a:extLst>
            </p:cNvPr>
            <p:cNvSpPr/>
            <p:nvPr/>
          </p:nvSpPr>
          <p:spPr bwMode="gray">
            <a:xfrm>
              <a:off x="7067550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6" name="Forme libre : forme 4595">
              <a:extLst>
                <a:ext uri="{FF2B5EF4-FFF2-40B4-BE49-F238E27FC236}">
                  <a16:creationId xmlns:a16="http://schemas.microsoft.com/office/drawing/2014/main" id="{162B60F2-AC97-7AC0-22F6-3BA4C187C0CA}"/>
                </a:ext>
              </a:extLst>
            </p:cNvPr>
            <p:cNvSpPr/>
            <p:nvPr/>
          </p:nvSpPr>
          <p:spPr bwMode="gray">
            <a:xfrm>
              <a:off x="701928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7" name="Forme libre : forme 4596">
              <a:extLst>
                <a:ext uri="{FF2B5EF4-FFF2-40B4-BE49-F238E27FC236}">
                  <a16:creationId xmlns:a16="http://schemas.microsoft.com/office/drawing/2014/main" id="{35824679-B192-6EC2-DC9E-EC074457D812}"/>
                </a:ext>
              </a:extLst>
            </p:cNvPr>
            <p:cNvSpPr/>
            <p:nvPr/>
          </p:nvSpPr>
          <p:spPr bwMode="gray">
            <a:xfrm>
              <a:off x="696975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8" name="Forme libre : forme 4597">
              <a:extLst>
                <a:ext uri="{FF2B5EF4-FFF2-40B4-BE49-F238E27FC236}">
                  <a16:creationId xmlns:a16="http://schemas.microsoft.com/office/drawing/2014/main" id="{DDABDD85-7039-A4AA-E7EC-87477C52D59E}"/>
                </a:ext>
              </a:extLst>
            </p:cNvPr>
            <p:cNvSpPr/>
            <p:nvPr/>
          </p:nvSpPr>
          <p:spPr bwMode="gray">
            <a:xfrm>
              <a:off x="6920230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99" name="Forme libre : forme 4598">
              <a:extLst>
                <a:ext uri="{FF2B5EF4-FFF2-40B4-BE49-F238E27FC236}">
                  <a16:creationId xmlns:a16="http://schemas.microsoft.com/office/drawing/2014/main" id="{47DDBE3C-4C2F-FD67-14E8-E66FE7697583}"/>
                </a:ext>
              </a:extLst>
            </p:cNvPr>
            <p:cNvSpPr/>
            <p:nvPr/>
          </p:nvSpPr>
          <p:spPr bwMode="gray">
            <a:xfrm>
              <a:off x="687196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0" name="Forme libre : forme 4599">
              <a:extLst>
                <a:ext uri="{FF2B5EF4-FFF2-40B4-BE49-F238E27FC236}">
                  <a16:creationId xmlns:a16="http://schemas.microsoft.com/office/drawing/2014/main" id="{0925E7C3-331F-91E5-4112-C0882D184599}"/>
                </a:ext>
              </a:extLst>
            </p:cNvPr>
            <p:cNvSpPr/>
            <p:nvPr/>
          </p:nvSpPr>
          <p:spPr bwMode="gray">
            <a:xfrm>
              <a:off x="6822439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1" name="Forme libre : forme 4600">
              <a:extLst>
                <a:ext uri="{FF2B5EF4-FFF2-40B4-BE49-F238E27FC236}">
                  <a16:creationId xmlns:a16="http://schemas.microsoft.com/office/drawing/2014/main" id="{FF21E802-31F9-D51A-7CC0-DB271BF29BCE}"/>
                </a:ext>
              </a:extLst>
            </p:cNvPr>
            <p:cNvSpPr/>
            <p:nvPr/>
          </p:nvSpPr>
          <p:spPr bwMode="gray">
            <a:xfrm>
              <a:off x="6774180" y="4643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2" name="Forme libre : forme 4601">
              <a:extLst>
                <a:ext uri="{FF2B5EF4-FFF2-40B4-BE49-F238E27FC236}">
                  <a16:creationId xmlns:a16="http://schemas.microsoft.com/office/drawing/2014/main" id="{03939C7D-9683-E57E-9F50-E57011B4CA5E}"/>
                </a:ext>
              </a:extLst>
            </p:cNvPr>
            <p:cNvSpPr/>
            <p:nvPr/>
          </p:nvSpPr>
          <p:spPr bwMode="gray">
            <a:xfrm>
              <a:off x="500888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3" name="Forme libre : forme 4602">
              <a:extLst>
                <a:ext uri="{FF2B5EF4-FFF2-40B4-BE49-F238E27FC236}">
                  <a16:creationId xmlns:a16="http://schemas.microsoft.com/office/drawing/2014/main" id="{AA971ED2-775F-10F1-F630-112ECF7276FF}"/>
                </a:ext>
              </a:extLst>
            </p:cNvPr>
            <p:cNvSpPr/>
            <p:nvPr/>
          </p:nvSpPr>
          <p:spPr bwMode="gray">
            <a:xfrm>
              <a:off x="496062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4" name="Forme libre : forme 4603">
              <a:extLst>
                <a:ext uri="{FF2B5EF4-FFF2-40B4-BE49-F238E27FC236}">
                  <a16:creationId xmlns:a16="http://schemas.microsoft.com/office/drawing/2014/main" id="{B856AF18-7AFA-216F-1215-B6CD4CF76FFC}"/>
                </a:ext>
              </a:extLst>
            </p:cNvPr>
            <p:cNvSpPr/>
            <p:nvPr/>
          </p:nvSpPr>
          <p:spPr bwMode="gray">
            <a:xfrm>
              <a:off x="491109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5" name="Forme libre : forme 4604">
              <a:extLst>
                <a:ext uri="{FF2B5EF4-FFF2-40B4-BE49-F238E27FC236}">
                  <a16:creationId xmlns:a16="http://schemas.microsoft.com/office/drawing/2014/main" id="{52ECB3A8-98E9-7E51-1A35-40EC43E4B1E4}"/>
                </a:ext>
              </a:extLst>
            </p:cNvPr>
            <p:cNvSpPr/>
            <p:nvPr/>
          </p:nvSpPr>
          <p:spPr bwMode="gray">
            <a:xfrm>
              <a:off x="471551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6" name="Forme libre : forme 4605">
              <a:extLst>
                <a:ext uri="{FF2B5EF4-FFF2-40B4-BE49-F238E27FC236}">
                  <a16:creationId xmlns:a16="http://schemas.microsoft.com/office/drawing/2014/main" id="{55650BE6-402B-037F-6E09-8D2214EE609D}"/>
                </a:ext>
              </a:extLst>
            </p:cNvPr>
            <p:cNvSpPr/>
            <p:nvPr/>
          </p:nvSpPr>
          <p:spPr bwMode="gray">
            <a:xfrm>
              <a:off x="466598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7" name="Forme libre : forme 4606">
              <a:extLst>
                <a:ext uri="{FF2B5EF4-FFF2-40B4-BE49-F238E27FC236}">
                  <a16:creationId xmlns:a16="http://schemas.microsoft.com/office/drawing/2014/main" id="{A2F84288-3120-B9BE-1C9C-09399382158C}"/>
                </a:ext>
              </a:extLst>
            </p:cNvPr>
            <p:cNvSpPr/>
            <p:nvPr/>
          </p:nvSpPr>
          <p:spPr bwMode="gray">
            <a:xfrm>
              <a:off x="461772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8" name="Forme libre : forme 4607">
              <a:extLst>
                <a:ext uri="{FF2B5EF4-FFF2-40B4-BE49-F238E27FC236}">
                  <a16:creationId xmlns:a16="http://schemas.microsoft.com/office/drawing/2014/main" id="{1AEF0B0B-23E9-EEE3-0448-63E6D7BF83AB}"/>
                </a:ext>
              </a:extLst>
            </p:cNvPr>
            <p:cNvSpPr/>
            <p:nvPr/>
          </p:nvSpPr>
          <p:spPr bwMode="gray">
            <a:xfrm>
              <a:off x="456819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09" name="Forme libre : forme 4608">
              <a:extLst>
                <a:ext uri="{FF2B5EF4-FFF2-40B4-BE49-F238E27FC236}">
                  <a16:creationId xmlns:a16="http://schemas.microsoft.com/office/drawing/2014/main" id="{F6D3D933-2E41-46FE-C658-85BBB4FC7E00}"/>
                </a:ext>
              </a:extLst>
            </p:cNvPr>
            <p:cNvSpPr/>
            <p:nvPr/>
          </p:nvSpPr>
          <p:spPr bwMode="gray">
            <a:xfrm>
              <a:off x="451866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0" name="Forme libre : forme 4609">
              <a:extLst>
                <a:ext uri="{FF2B5EF4-FFF2-40B4-BE49-F238E27FC236}">
                  <a16:creationId xmlns:a16="http://schemas.microsoft.com/office/drawing/2014/main" id="{5710223B-718D-1A0E-77DD-6E3AB5CF94F1}"/>
                </a:ext>
              </a:extLst>
            </p:cNvPr>
            <p:cNvSpPr/>
            <p:nvPr/>
          </p:nvSpPr>
          <p:spPr bwMode="gray">
            <a:xfrm>
              <a:off x="447040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1" name="Forme libre : forme 4610">
              <a:extLst>
                <a:ext uri="{FF2B5EF4-FFF2-40B4-BE49-F238E27FC236}">
                  <a16:creationId xmlns:a16="http://schemas.microsoft.com/office/drawing/2014/main" id="{0D8504D9-29E5-6F7E-2296-CD33EE7335AD}"/>
                </a:ext>
              </a:extLst>
            </p:cNvPr>
            <p:cNvSpPr/>
            <p:nvPr/>
          </p:nvSpPr>
          <p:spPr bwMode="gray">
            <a:xfrm>
              <a:off x="442087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2" name="Forme libre : forme 4611">
              <a:extLst>
                <a:ext uri="{FF2B5EF4-FFF2-40B4-BE49-F238E27FC236}">
                  <a16:creationId xmlns:a16="http://schemas.microsoft.com/office/drawing/2014/main" id="{7A412659-D55C-8281-B6DB-791997BC24C3}"/>
                </a:ext>
              </a:extLst>
            </p:cNvPr>
            <p:cNvSpPr/>
            <p:nvPr/>
          </p:nvSpPr>
          <p:spPr bwMode="gray">
            <a:xfrm>
              <a:off x="437261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3" name="Forme libre : forme 4612">
              <a:extLst>
                <a:ext uri="{FF2B5EF4-FFF2-40B4-BE49-F238E27FC236}">
                  <a16:creationId xmlns:a16="http://schemas.microsoft.com/office/drawing/2014/main" id="{DAAA0DA6-B3F0-754C-EF06-D5EC35B4F18D}"/>
                </a:ext>
              </a:extLst>
            </p:cNvPr>
            <p:cNvSpPr/>
            <p:nvPr/>
          </p:nvSpPr>
          <p:spPr bwMode="gray">
            <a:xfrm>
              <a:off x="432308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4" name="Forme libre : forme 4613">
              <a:extLst>
                <a:ext uri="{FF2B5EF4-FFF2-40B4-BE49-F238E27FC236}">
                  <a16:creationId xmlns:a16="http://schemas.microsoft.com/office/drawing/2014/main" id="{92693C9A-3E4D-FF8D-234D-A2DFE98E5C13}"/>
                </a:ext>
              </a:extLst>
            </p:cNvPr>
            <p:cNvSpPr/>
            <p:nvPr/>
          </p:nvSpPr>
          <p:spPr bwMode="gray">
            <a:xfrm>
              <a:off x="427355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5" name="Forme libre : forme 4614">
              <a:extLst>
                <a:ext uri="{FF2B5EF4-FFF2-40B4-BE49-F238E27FC236}">
                  <a16:creationId xmlns:a16="http://schemas.microsoft.com/office/drawing/2014/main" id="{3C0807CD-8490-0F2A-A9CC-3A2EE16824BF}"/>
                </a:ext>
              </a:extLst>
            </p:cNvPr>
            <p:cNvSpPr/>
            <p:nvPr/>
          </p:nvSpPr>
          <p:spPr bwMode="gray">
            <a:xfrm>
              <a:off x="422529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6" name="Forme libre : forme 4615">
              <a:extLst>
                <a:ext uri="{FF2B5EF4-FFF2-40B4-BE49-F238E27FC236}">
                  <a16:creationId xmlns:a16="http://schemas.microsoft.com/office/drawing/2014/main" id="{71A9AFF4-8A74-CB0D-8499-E4A01AB70AE0}"/>
                </a:ext>
              </a:extLst>
            </p:cNvPr>
            <p:cNvSpPr/>
            <p:nvPr/>
          </p:nvSpPr>
          <p:spPr bwMode="gray">
            <a:xfrm>
              <a:off x="417576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7" name="Forme libre : forme 4616">
              <a:extLst>
                <a:ext uri="{FF2B5EF4-FFF2-40B4-BE49-F238E27FC236}">
                  <a16:creationId xmlns:a16="http://schemas.microsoft.com/office/drawing/2014/main" id="{9C357C3F-16F6-E02D-6D1D-51D0B7F68A11}"/>
                </a:ext>
              </a:extLst>
            </p:cNvPr>
            <p:cNvSpPr/>
            <p:nvPr/>
          </p:nvSpPr>
          <p:spPr bwMode="gray">
            <a:xfrm>
              <a:off x="412750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8" name="Forme libre : forme 4617">
              <a:extLst>
                <a:ext uri="{FF2B5EF4-FFF2-40B4-BE49-F238E27FC236}">
                  <a16:creationId xmlns:a16="http://schemas.microsoft.com/office/drawing/2014/main" id="{89862159-A3A5-E4F1-D917-0ECBDC0268D2}"/>
                </a:ext>
              </a:extLst>
            </p:cNvPr>
            <p:cNvSpPr/>
            <p:nvPr/>
          </p:nvSpPr>
          <p:spPr bwMode="gray">
            <a:xfrm>
              <a:off x="285242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19" name="Forme libre : forme 4618">
              <a:extLst>
                <a:ext uri="{FF2B5EF4-FFF2-40B4-BE49-F238E27FC236}">
                  <a16:creationId xmlns:a16="http://schemas.microsoft.com/office/drawing/2014/main" id="{EE0308A3-8FDF-0FF8-CD53-ECC135EB2396}"/>
                </a:ext>
              </a:extLst>
            </p:cNvPr>
            <p:cNvSpPr/>
            <p:nvPr/>
          </p:nvSpPr>
          <p:spPr bwMode="gray">
            <a:xfrm>
              <a:off x="280416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0" name="Forme libre : forme 4619">
              <a:extLst>
                <a:ext uri="{FF2B5EF4-FFF2-40B4-BE49-F238E27FC236}">
                  <a16:creationId xmlns:a16="http://schemas.microsoft.com/office/drawing/2014/main" id="{6D3FC730-AEFC-FA6B-D0D7-B90AC1E3B274}"/>
                </a:ext>
              </a:extLst>
            </p:cNvPr>
            <p:cNvSpPr/>
            <p:nvPr/>
          </p:nvSpPr>
          <p:spPr bwMode="gray">
            <a:xfrm>
              <a:off x="275463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1" name="Forme libre : forme 4620">
              <a:extLst>
                <a:ext uri="{FF2B5EF4-FFF2-40B4-BE49-F238E27FC236}">
                  <a16:creationId xmlns:a16="http://schemas.microsoft.com/office/drawing/2014/main" id="{713686FD-8E59-7A83-9052-DFC82B599206}"/>
                </a:ext>
              </a:extLst>
            </p:cNvPr>
            <p:cNvSpPr/>
            <p:nvPr/>
          </p:nvSpPr>
          <p:spPr bwMode="gray">
            <a:xfrm>
              <a:off x="270510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2" name="Forme libre : forme 4621">
              <a:extLst>
                <a:ext uri="{FF2B5EF4-FFF2-40B4-BE49-F238E27FC236}">
                  <a16:creationId xmlns:a16="http://schemas.microsoft.com/office/drawing/2014/main" id="{7C6443B3-CD7F-E085-2936-C1784ABDDCAF}"/>
                </a:ext>
              </a:extLst>
            </p:cNvPr>
            <p:cNvSpPr/>
            <p:nvPr/>
          </p:nvSpPr>
          <p:spPr bwMode="gray">
            <a:xfrm>
              <a:off x="265684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3" name="Forme libre : forme 4622">
              <a:extLst>
                <a:ext uri="{FF2B5EF4-FFF2-40B4-BE49-F238E27FC236}">
                  <a16:creationId xmlns:a16="http://schemas.microsoft.com/office/drawing/2014/main" id="{C7D4886D-537F-4E79-D8F3-8B2BB94C9CF5}"/>
                </a:ext>
              </a:extLst>
            </p:cNvPr>
            <p:cNvSpPr/>
            <p:nvPr/>
          </p:nvSpPr>
          <p:spPr bwMode="gray">
            <a:xfrm>
              <a:off x="260731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4" name="Forme libre : forme 4623">
              <a:extLst>
                <a:ext uri="{FF2B5EF4-FFF2-40B4-BE49-F238E27FC236}">
                  <a16:creationId xmlns:a16="http://schemas.microsoft.com/office/drawing/2014/main" id="{E0785104-1ACE-DFF6-89AB-A8DFF1C641B7}"/>
                </a:ext>
              </a:extLst>
            </p:cNvPr>
            <p:cNvSpPr/>
            <p:nvPr/>
          </p:nvSpPr>
          <p:spPr bwMode="gray">
            <a:xfrm>
              <a:off x="255905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5" name="Forme libre : forme 4624">
              <a:extLst>
                <a:ext uri="{FF2B5EF4-FFF2-40B4-BE49-F238E27FC236}">
                  <a16:creationId xmlns:a16="http://schemas.microsoft.com/office/drawing/2014/main" id="{1DD1D3F3-1F41-1E19-4EB2-A41C834FF941}"/>
                </a:ext>
              </a:extLst>
            </p:cNvPr>
            <p:cNvSpPr/>
            <p:nvPr/>
          </p:nvSpPr>
          <p:spPr bwMode="gray">
            <a:xfrm>
              <a:off x="250952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6" name="Forme libre : forme 4625">
              <a:extLst>
                <a:ext uri="{FF2B5EF4-FFF2-40B4-BE49-F238E27FC236}">
                  <a16:creationId xmlns:a16="http://schemas.microsoft.com/office/drawing/2014/main" id="{EC950EE1-B2B0-9267-B2C9-90C264E8FEF2}"/>
                </a:ext>
              </a:extLst>
            </p:cNvPr>
            <p:cNvSpPr/>
            <p:nvPr/>
          </p:nvSpPr>
          <p:spPr bwMode="gray">
            <a:xfrm>
              <a:off x="245999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7" name="Forme libre : forme 4626">
              <a:extLst>
                <a:ext uri="{FF2B5EF4-FFF2-40B4-BE49-F238E27FC236}">
                  <a16:creationId xmlns:a16="http://schemas.microsoft.com/office/drawing/2014/main" id="{BB788ABB-0A52-F06B-EB7F-2FF1BF77E706}"/>
                </a:ext>
              </a:extLst>
            </p:cNvPr>
            <p:cNvSpPr/>
            <p:nvPr/>
          </p:nvSpPr>
          <p:spPr bwMode="gray">
            <a:xfrm>
              <a:off x="241173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8" name="Forme libre : forme 4627">
              <a:extLst>
                <a:ext uri="{FF2B5EF4-FFF2-40B4-BE49-F238E27FC236}">
                  <a16:creationId xmlns:a16="http://schemas.microsoft.com/office/drawing/2014/main" id="{0C45AD1C-8E19-557B-3989-AD7A158254F0}"/>
                </a:ext>
              </a:extLst>
            </p:cNvPr>
            <p:cNvSpPr/>
            <p:nvPr/>
          </p:nvSpPr>
          <p:spPr bwMode="gray">
            <a:xfrm>
              <a:off x="236220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29" name="Forme libre : forme 4628">
              <a:extLst>
                <a:ext uri="{FF2B5EF4-FFF2-40B4-BE49-F238E27FC236}">
                  <a16:creationId xmlns:a16="http://schemas.microsoft.com/office/drawing/2014/main" id="{D03C11D2-2027-2A7C-27CA-D3C5972D5538}"/>
                </a:ext>
              </a:extLst>
            </p:cNvPr>
            <p:cNvSpPr/>
            <p:nvPr/>
          </p:nvSpPr>
          <p:spPr bwMode="gray">
            <a:xfrm>
              <a:off x="231394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0" name="Forme libre : forme 4629">
              <a:extLst>
                <a:ext uri="{FF2B5EF4-FFF2-40B4-BE49-F238E27FC236}">
                  <a16:creationId xmlns:a16="http://schemas.microsoft.com/office/drawing/2014/main" id="{F474FFB9-5127-E159-4FAF-1BAD41142E3C}"/>
                </a:ext>
              </a:extLst>
            </p:cNvPr>
            <p:cNvSpPr/>
            <p:nvPr/>
          </p:nvSpPr>
          <p:spPr bwMode="gray">
            <a:xfrm>
              <a:off x="226441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1" name="Forme libre : forme 4630">
              <a:extLst>
                <a:ext uri="{FF2B5EF4-FFF2-40B4-BE49-F238E27FC236}">
                  <a16:creationId xmlns:a16="http://schemas.microsoft.com/office/drawing/2014/main" id="{1BBA2144-7A30-41CF-6751-FF4A4FB3C3A0}"/>
                </a:ext>
              </a:extLst>
            </p:cNvPr>
            <p:cNvSpPr/>
            <p:nvPr/>
          </p:nvSpPr>
          <p:spPr bwMode="gray">
            <a:xfrm>
              <a:off x="221488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2" name="Forme libre : forme 4631">
              <a:extLst>
                <a:ext uri="{FF2B5EF4-FFF2-40B4-BE49-F238E27FC236}">
                  <a16:creationId xmlns:a16="http://schemas.microsoft.com/office/drawing/2014/main" id="{2182888F-4772-6D2E-39D8-18FF1905DCB7}"/>
                </a:ext>
              </a:extLst>
            </p:cNvPr>
            <p:cNvSpPr/>
            <p:nvPr/>
          </p:nvSpPr>
          <p:spPr bwMode="gray">
            <a:xfrm>
              <a:off x="216662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3" name="Forme libre : forme 4632">
              <a:extLst>
                <a:ext uri="{FF2B5EF4-FFF2-40B4-BE49-F238E27FC236}">
                  <a16:creationId xmlns:a16="http://schemas.microsoft.com/office/drawing/2014/main" id="{AE6E95F9-8052-2805-FF4B-9C7F43C5B61D}"/>
                </a:ext>
              </a:extLst>
            </p:cNvPr>
            <p:cNvSpPr/>
            <p:nvPr/>
          </p:nvSpPr>
          <p:spPr bwMode="gray">
            <a:xfrm>
              <a:off x="2117090" y="4643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4" name="Forme libre : forme 4633">
              <a:extLst>
                <a:ext uri="{FF2B5EF4-FFF2-40B4-BE49-F238E27FC236}">
                  <a16:creationId xmlns:a16="http://schemas.microsoft.com/office/drawing/2014/main" id="{AD5BFBB0-5D32-A60F-DB1B-6532EBE372B1}"/>
                </a:ext>
              </a:extLst>
            </p:cNvPr>
            <p:cNvSpPr/>
            <p:nvPr/>
          </p:nvSpPr>
          <p:spPr bwMode="gray">
            <a:xfrm>
              <a:off x="736218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5" name="Forme libre : forme 4634">
              <a:extLst>
                <a:ext uri="{FF2B5EF4-FFF2-40B4-BE49-F238E27FC236}">
                  <a16:creationId xmlns:a16="http://schemas.microsoft.com/office/drawing/2014/main" id="{8AA9F6BD-AE4C-54A9-AE2D-59268B5BC67E}"/>
                </a:ext>
              </a:extLst>
            </p:cNvPr>
            <p:cNvSpPr/>
            <p:nvPr/>
          </p:nvSpPr>
          <p:spPr bwMode="gray">
            <a:xfrm>
              <a:off x="731265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6" name="Forme libre : forme 4635">
              <a:extLst>
                <a:ext uri="{FF2B5EF4-FFF2-40B4-BE49-F238E27FC236}">
                  <a16:creationId xmlns:a16="http://schemas.microsoft.com/office/drawing/2014/main" id="{C8CF1B5A-414E-79B0-D296-619A4EB432ED}"/>
                </a:ext>
              </a:extLst>
            </p:cNvPr>
            <p:cNvSpPr/>
            <p:nvPr/>
          </p:nvSpPr>
          <p:spPr bwMode="gray">
            <a:xfrm>
              <a:off x="7264400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7" name="Forme libre : forme 4636">
              <a:extLst>
                <a:ext uri="{FF2B5EF4-FFF2-40B4-BE49-F238E27FC236}">
                  <a16:creationId xmlns:a16="http://schemas.microsoft.com/office/drawing/2014/main" id="{1DA2B2D6-1D4C-3D64-D5E5-E8E0EBD49181}"/>
                </a:ext>
              </a:extLst>
            </p:cNvPr>
            <p:cNvSpPr/>
            <p:nvPr/>
          </p:nvSpPr>
          <p:spPr bwMode="gray">
            <a:xfrm>
              <a:off x="716533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8" name="Forme libre : forme 4637">
              <a:extLst>
                <a:ext uri="{FF2B5EF4-FFF2-40B4-BE49-F238E27FC236}">
                  <a16:creationId xmlns:a16="http://schemas.microsoft.com/office/drawing/2014/main" id="{2C53673B-38CF-86BD-4699-2D7A402A6F8F}"/>
                </a:ext>
              </a:extLst>
            </p:cNvPr>
            <p:cNvSpPr/>
            <p:nvPr/>
          </p:nvSpPr>
          <p:spPr bwMode="gray">
            <a:xfrm>
              <a:off x="7117080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39" name="Forme libre : forme 4638">
              <a:extLst>
                <a:ext uri="{FF2B5EF4-FFF2-40B4-BE49-F238E27FC236}">
                  <a16:creationId xmlns:a16="http://schemas.microsoft.com/office/drawing/2014/main" id="{557B6ED7-B0FF-ABC8-AF28-5B705291F883}"/>
                </a:ext>
              </a:extLst>
            </p:cNvPr>
            <p:cNvSpPr/>
            <p:nvPr/>
          </p:nvSpPr>
          <p:spPr bwMode="gray">
            <a:xfrm>
              <a:off x="7067550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0" name="Forme libre : forme 4639">
              <a:extLst>
                <a:ext uri="{FF2B5EF4-FFF2-40B4-BE49-F238E27FC236}">
                  <a16:creationId xmlns:a16="http://schemas.microsoft.com/office/drawing/2014/main" id="{8B0D2D95-31D4-EBE3-DE3A-740C00F7573A}"/>
                </a:ext>
              </a:extLst>
            </p:cNvPr>
            <p:cNvSpPr/>
            <p:nvPr/>
          </p:nvSpPr>
          <p:spPr bwMode="gray">
            <a:xfrm>
              <a:off x="701928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1" name="Forme libre : forme 4640">
              <a:extLst>
                <a:ext uri="{FF2B5EF4-FFF2-40B4-BE49-F238E27FC236}">
                  <a16:creationId xmlns:a16="http://schemas.microsoft.com/office/drawing/2014/main" id="{CB812976-B9AB-7968-7912-841221BD97C1}"/>
                </a:ext>
              </a:extLst>
            </p:cNvPr>
            <p:cNvSpPr/>
            <p:nvPr/>
          </p:nvSpPr>
          <p:spPr bwMode="gray">
            <a:xfrm>
              <a:off x="696975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2" name="Forme libre : forme 4641">
              <a:extLst>
                <a:ext uri="{FF2B5EF4-FFF2-40B4-BE49-F238E27FC236}">
                  <a16:creationId xmlns:a16="http://schemas.microsoft.com/office/drawing/2014/main" id="{91DE3F3A-CD8F-FCFD-E5AF-5DBC6C19DE2A}"/>
                </a:ext>
              </a:extLst>
            </p:cNvPr>
            <p:cNvSpPr/>
            <p:nvPr/>
          </p:nvSpPr>
          <p:spPr bwMode="gray">
            <a:xfrm>
              <a:off x="6920230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3" name="Forme libre : forme 4642">
              <a:extLst>
                <a:ext uri="{FF2B5EF4-FFF2-40B4-BE49-F238E27FC236}">
                  <a16:creationId xmlns:a16="http://schemas.microsoft.com/office/drawing/2014/main" id="{F6ECEB8E-5A41-E7F0-5120-63070E28A149}"/>
                </a:ext>
              </a:extLst>
            </p:cNvPr>
            <p:cNvSpPr/>
            <p:nvPr/>
          </p:nvSpPr>
          <p:spPr bwMode="gray">
            <a:xfrm>
              <a:off x="687196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4" name="Forme libre : forme 4643">
              <a:extLst>
                <a:ext uri="{FF2B5EF4-FFF2-40B4-BE49-F238E27FC236}">
                  <a16:creationId xmlns:a16="http://schemas.microsoft.com/office/drawing/2014/main" id="{55E90204-8B98-2162-AB17-E7A162FD4C77}"/>
                </a:ext>
              </a:extLst>
            </p:cNvPr>
            <p:cNvSpPr/>
            <p:nvPr/>
          </p:nvSpPr>
          <p:spPr bwMode="gray">
            <a:xfrm>
              <a:off x="6822439" y="45948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5" name="Forme libre : forme 4644">
              <a:extLst>
                <a:ext uri="{FF2B5EF4-FFF2-40B4-BE49-F238E27FC236}">
                  <a16:creationId xmlns:a16="http://schemas.microsoft.com/office/drawing/2014/main" id="{0C741E70-E28F-9B16-1A60-3ED8DB1F7558}"/>
                </a:ext>
              </a:extLst>
            </p:cNvPr>
            <p:cNvSpPr/>
            <p:nvPr/>
          </p:nvSpPr>
          <p:spPr bwMode="gray">
            <a:xfrm>
              <a:off x="505841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6" name="Forme libre : forme 4645">
              <a:extLst>
                <a:ext uri="{FF2B5EF4-FFF2-40B4-BE49-F238E27FC236}">
                  <a16:creationId xmlns:a16="http://schemas.microsoft.com/office/drawing/2014/main" id="{FF1A0DE7-B381-8C8C-40E6-9ABEA8534D19}"/>
                </a:ext>
              </a:extLst>
            </p:cNvPr>
            <p:cNvSpPr/>
            <p:nvPr/>
          </p:nvSpPr>
          <p:spPr bwMode="gray">
            <a:xfrm>
              <a:off x="500888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7" name="Forme libre : forme 4646">
              <a:extLst>
                <a:ext uri="{FF2B5EF4-FFF2-40B4-BE49-F238E27FC236}">
                  <a16:creationId xmlns:a16="http://schemas.microsoft.com/office/drawing/2014/main" id="{F86EC724-F3CF-8EB5-75A1-7E2EEF467E94}"/>
                </a:ext>
              </a:extLst>
            </p:cNvPr>
            <p:cNvSpPr/>
            <p:nvPr/>
          </p:nvSpPr>
          <p:spPr bwMode="gray">
            <a:xfrm>
              <a:off x="496062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8" name="Forme libre : forme 4647">
              <a:extLst>
                <a:ext uri="{FF2B5EF4-FFF2-40B4-BE49-F238E27FC236}">
                  <a16:creationId xmlns:a16="http://schemas.microsoft.com/office/drawing/2014/main" id="{1ED24157-354C-D458-1AE7-5085A40AE1E0}"/>
                </a:ext>
              </a:extLst>
            </p:cNvPr>
            <p:cNvSpPr/>
            <p:nvPr/>
          </p:nvSpPr>
          <p:spPr bwMode="gray">
            <a:xfrm>
              <a:off x="476377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49" name="Forme libre : forme 4648">
              <a:extLst>
                <a:ext uri="{FF2B5EF4-FFF2-40B4-BE49-F238E27FC236}">
                  <a16:creationId xmlns:a16="http://schemas.microsoft.com/office/drawing/2014/main" id="{3B59C91F-5ED1-5D54-5FAD-8B3D2253928A}"/>
                </a:ext>
              </a:extLst>
            </p:cNvPr>
            <p:cNvSpPr/>
            <p:nvPr/>
          </p:nvSpPr>
          <p:spPr bwMode="gray">
            <a:xfrm>
              <a:off x="471551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0" name="Forme libre : forme 4649">
              <a:extLst>
                <a:ext uri="{FF2B5EF4-FFF2-40B4-BE49-F238E27FC236}">
                  <a16:creationId xmlns:a16="http://schemas.microsoft.com/office/drawing/2014/main" id="{88A0B779-43D3-D40D-33D7-921623F3018A}"/>
                </a:ext>
              </a:extLst>
            </p:cNvPr>
            <p:cNvSpPr/>
            <p:nvPr/>
          </p:nvSpPr>
          <p:spPr bwMode="gray">
            <a:xfrm>
              <a:off x="466598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1" name="Forme libre : forme 4650">
              <a:extLst>
                <a:ext uri="{FF2B5EF4-FFF2-40B4-BE49-F238E27FC236}">
                  <a16:creationId xmlns:a16="http://schemas.microsoft.com/office/drawing/2014/main" id="{17A0371C-A53C-2520-A689-CDE19996ABAC}"/>
                </a:ext>
              </a:extLst>
            </p:cNvPr>
            <p:cNvSpPr/>
            <p:nvPr/>
          </p:nvSpPr>
          <p:spPr bwMode="gray">
            <a:xfrm>
              <a:off x="461772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2" name="Forme libre : forme 4651">
              <a:extLst>
                <a:ext uri="{FF2B5EF4-FFF2-40B4-BE49-F238E27FC236}">
                  <a16:creationId xmlns:a16="http://schemas.microsoft.com/office/drawing/2014/main" id="{53919E17-32B6-477B-8147-A386E2918CBE}"/>
                </a:ext>
              </a:extLst>
            </p:cNvPr>
            <p:cNvSpPr/>
            <p:nvPr/>
          </p:nvSpPr>
          <p:spPr bwMode="gray">
            <a:xfrm>
              <a:off x="456819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3" name="Forme libre : forme 4652">
              <a:extLst>
                <a:ext uri="{FF2B5EF4-FFF2-40B4-BE49-F238E27FC236}">
                  <a16:creationId xmlns:a16="http://schemas.microsoft.com/office/drawing/2014/main" id="{A237E114-F598-1A0E-95F7-5917BCF262A0}"/>
                </a:ext>
              </a:extLst>
            </p:cNvPr>
            <p:cNvSpPr/>
            <p:nvPr/>
          </p:nvSpPr>
          <p:spPr bwMode="gray">
            <a:xfrm>
              <a:off x="451866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4" name="Forme libre : forme 4653">
              <a:extLst>
                <a:ext uri="{FF2B5EF4-FFF2-40B4-BE49-F238E27FC236}">
                  <a16:creationId xmlns:a16="http://schemas.microsoft.com/office/drawing/2014/main" id="{C06569BC-0904-B7E6-B00F-2B801504A8DB}"/>
                </a:ext>
              </a:extLst>
            </p:cNvPr>
            <p:cNvSpPr/>
            <p:nvPr/>
          </p:nvSpPr>
          <p:spPr bwMode="gray">
            <a:xfrm>
              <a:off x="447040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5" name="Forme libre : forme 4654">
              <a:extLst>
                <a:ext uri="{FF2B5EF4-FFF2-40B4-BE49-F238E27FC236}">
                  <a16:creationId xmlns:a16="http://schemas.microsoft.com/office/drawing/2014/main" id="{22E21DC7-A754-6012-777F-9C0C657144A8}"/>
                </a:ext>
              </a:extLst>
            </p:cNvPr>
            <p:cNvSpPr/>
            <p:nvPr/>
          </p:nvSpPr>
          <p:spPr bwMode="gray">
            <a:xfrm>
              <a:off x="442087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6" name="Forme libre : forme 4655">
              <a:extLst>
                <a:ext uri="{FF2B5EF4-FFF2-40B4-BE49-F238E27FC236}">
                  <a16:creationId xmlns:a16="http://schemas.microsoft.com/office/drawing/2014/main" id="{5BA9E8CA-A934-5B93-6DAD-1CC592AD618D}"/>
                </a:ext>
              </a:extLst>
            </p:cNvPr>
            <p:cNvSpPr/>
            <p:nvPr/>
          </p:nvSpPr>
          <p:spPr bwMode="gray">
            <a:xfrm>
              <a:off x="437261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7" name="Forme libre : forme 4656">
              <a:extLst>
                <a:ext uri="{FF2B5EF4-FFF2-40B4-BE49-F238E27FC236}">
                  <a16:creationId xmlns:a16="http://schemas.microsoft.com/office/drawing/2014/main" id="{7CAF650F-9511-FA45-046C-37CBD38A60F2}"/>
                </a:ext>
              </a:extLst>
            </p:cNvPr>
            <p:cNvSpPr/>
            <p:nvPr/>
          </p:nvSpPr>
          <p:spPr bwMode="gray">
            <a:xfrm>
              <a:off x="432308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8" name="Forme libre : forme 4657">
              <a:extLst>
                <a:ext uri="{FF2B5EF4-FFF2-40B4-BE49-F238E27FC236}">
                  <a16:creationId xmlns:a16="http://schemas.microsoft.com/office/drawing/2014/main" id="{45806AF5-4C6D-018E-94D9-598F1E8DC5C2}"/>
                </a:ext>
              </a:extLst>
            </p:cNvPr>
            <p:cNvSpPr/>
            <p:nvPr/>
          </p:nvSpPr>
          <p:spPr bwMode="gray">
            <a:xfrm>
              <a:off x="427355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59" name="Forme libre : forme 4658">
              <a:extLst>
                <a:ext uri="{FF2B5EF4-FFF2-40B4-BE49-F238E27FC236}">
                  <a16:creationId xmlns:a16="http://schemas.microsoft.com/office/drawing/2014/main" id="{D58B3F55-1628-B61C-E4FA-B5A98D04DAA4}"/>
                </a:ext>
              </a:extLst>
            </p:cNvPr>
            <p:cNvSpPr/>
            <p:nvPr/>
          </p:nvSpPr>
          <p:spPr bwMode="gray">
            <a:xfrm>
              <a:off x="422529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0" name="Forme libre : forme 4659">
              <a:extLst>
                <a:ext uri="{FF2B5EF4-FFF2-40B4-BE49-F238E27FC236}">
                  <a16:creationId xmlns:a16="http://schemas.microsoft.com/office/drawing/2014/main" id="{40794B91-3FC0-803E-D66E-3F22A010059F}"/>
                </a:ext>
              </a:extLst>
            </p:cNvPr>
            <p:cNvSpPr/>
            <p:nvPr/>
          </p:nvSpPr>
          <p:spPr bwMode="gray">
            <a:xfrm>
              <a:off x="417576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1" name="Forme libre : forme 4660">
              <a:extLst>
                <a:ext uri="{FF2B5EF4-FFF2-40B4-BE49-F238E27FC236}">
                  <a16:creationId xmlns:a16="http://schemas.microsoft.com/office/drawing/2014/main" id="{FF04672D-807C-DC16-8A12-959142E9C14A}"/>
                </a:ext>
              </a:extLst>
            </p:cNvPr>
            <p:cNvSpPr/>
            <p:nvPr/>
          </p:nvSpPr>
          <p:spPr bwMode="gray">
            <a:xfrm>
              <a:off x="412750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2" name="Forme libre : forme 4661">
              <a:extLst>
                <a:ext uri="{FF2B5EF4-FFF2-40B4-BE49-F238E27FC236}">
                  <a16:creationId xmlns:a16="http://schemas.microsoft.com/office/drawing/2014/main" id="{E787D68F-1C09-CDCA-1A2D-D8B79D9777E1}"/>
                </a:ext>
              </a:extLst>
            </p:cNvPr>
            <p:cNvSpPr/>
            <p:nvPr/>
          </p:nvSpPr>
          <p:spPr bwMode="gray">
            <a:xfrm>
              <a:off x="285242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3" name="Forme libre : forme 4662">
              <a:extLst>
                <a:ext uri="{FF2B5EF4-FFF2-40B4-BE49-F238E27FC236}">
                  <a16:creationId xmlns:a16="http://schemas.microsoft.com/office/drawing/2014/main" id="{66519C03-74E0-679D-BFA2-0236E70FB2A3}"/>
                </a:ext>
              </a:extLst>
            </p:cNvPr>
            <p:cNvSpPr/>
            <p:nvPr/>
          </p:nvSpPr>
          <p:spPr bwMode="gray">
            <a:xfrm>
              <a:off x="280416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4" name="Forme libre : forme 4663">
              <a:extLst>
                <a:ext uri="{FF2B5EF4-FFF2-40B4-BE49-F238E27FC236}">
                  <a16:creationId xmlns:a16="http://schemas.microsoft.com/office/drawing/2014/main" id="{391F3E7B-9288-3360-88E1-9F26241EA9A1}"/>
                </a:ext>
              </a:extLst>
            </p:cNvPr>
            <p:cNvSpPr/>
            <p:nvPr/>
          </p:nvSpPr>
          <p:spPr bwMode="gray">
            <a:xfrm>
              <a:off x="275463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5" name="Forme libre : forme 4664">
              <a:extLst>
                <a:ext uri="{FF2B5EF4-FFF2-40B4-BE49-F238E27FC236}">
                  <a16:creationId xmlns:a16="http://schemas.microsoft.com/office/drawing/2014/main" id="{657FBAA7-00E3-9009-F604-6FED0D03D091}"/>
                </a:ext>
              </a:extLst>
            </p:cNvPr>
            <p:cNvSpPr/>
            <p:nvPr/>
          </p:nvSpPr>
          <p:spPr bwMode="gray">
            <a:xfrm>
              <a:off x="270510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6" name="Forme libre : forme 4665">
              <a:extLst>
                <a:ext uri="{FF2B5EF4-FFF2-40B4-BE49-F238E27FC236}">
                  <a16:creationId xmlns:a16="http://schemas.microsoft.com/office/drawing/2014/main" id="{DA12ADE8-1EBA-A1C1-AAAC-0E14D3F4C8D7}"/>
                </a:ext>
              </a:extLst>
            </p:cNvPr>
            <p:cNvSpPr/>
            <p:nvPr/>
          </p:nvSpPr>
          <p:spPr bwMode="gray">
            <a:xfrm>
              <a:off x="265684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7" name="Forme libre : forme 4666">
              <a:extLst>
                <a:ext uri="{FF2B5EF4-FFF2-40B4-BE49-F238E27FC236}">
                  <a16:creationId xmlns:a16="http://schemas.microsoft.com/office/drawing/2014/main" id="{83501FB5-C728-CCC0-2804-4573E8CAC5F1}"/>
                </a:ext>
              </a:extLst>
            </p:cNvPr>
            <p:cNvSpPr/>
            <p:nvPr/>
          </p:nvSpPr>
          <p:spPr bwMode="gray">
            <a:xfrm>
              <a:off x="260731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8" name="Forme libre : forme 4667">
              <a:extLst>
                <a:ext uri="{FF2B5EF4-FFF2-40B4-BE49-F238E27FC236}">
                  <a16:creationId xmlns:a16="http://schemas.microsoft.com/office/drawing/2014/main" id="{5C9635C6-2E01-9877-BBB6-7B1D5A9C6ED2}"/>
                </a:ext>
              </a:extLst>
            </p:cNvPr>
            <p:cNvSpPr/>
            <p:nvPr/>
          </p:nvSpPr>
          <p:spPr bwMode="gray">
            <a:xfrm>
              <a:off x="255905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69" name="Forme libre : forme 4668">
              <a:extLst>
                <a:ext uri="{FF2B5EF4-FFF2-40B4-BE49-F238E27FC236}">
                  <a16:creationId xmlns:a16="http://schemas.microsoft.com/office/drawing/2014/main" id="{41599950-B459-BAA0-71E4-DFBEF554569F}"/>
                </a:ext>
              </a:extLst>
            </p:cNvPr>
            <p:cNvSpPr/>
            <p:nvPr/>
          </p:nvSpPr>
          <p:spPr bwMode="gray">
            <a:xfrm>
              <a:off x="250952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0" name="Forme libre : forme 4669">
              <a:extLst>
                <a:ext uri="{FF2B5EF4-FFF2-40B4-BE49-F238E27FC236}">
                  <a16:creationId xmlns:a16="http://schemas.microsoft.com/office/drawing/2014/main" id="{54E2868D-7392-AAE1-CB0B-D76BBE78C5D2}"/>
                </a:ext>
              </a:extLst>
            </p:cNvPr>
            <p:cNvSpPr/>
            <p:nvPr/>
          </p:nvSpPr>
          <p:spPr bwMode="gray">
            <a:xfrm>
              <a:off x="245999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1" name="Forme libre : forme 4670">
              <a:extLst>
                <a:ext uri="{FF2B5EF4-FFF2-40B4-BE49-F238E27FC236}">
                  <a16:creationId xmlns:a16="http://schemas.microsoft.com/office/drawing/2014/main" id="{8B6D27E9-B433-2520-4E84-908EAA3F3F8E}"/>
                </a:ext>
              </a:extLst>
            </p:cNvPr>
            <p:cNvSpPr/>
            <p:nvPr/>
          </p:nvSpPr>
          <p:spPr bwMode="gray">
            <a:xfrm>
              <a:off x="241173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2" name="Forme libre : forme 4671">
              <a:extLst>
                <a:ext uri="{FF2B5EF4-FFF2-40B4-BE49-F238E27FC236}">
                  <a16:creationId xmlns:a16="http://schemas.microsoft.com/office/drawing/2014/main" id="{067FC6DD-37DE-2F9F-C77C-C2BD777952DD}"/>
                </a:ext>
              </a:extLst>
            </p:cNvPr>
            <p:cNvSpPr/>
            <p:nvPr/>
          </p:nvSpPr>
          <p:spPr bwMode="gray">
            <a:xfrm>
              <a:off x="236220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3" name="Forme libre : forme 4672">
              <a:extLst>
                <a:ext uri="{FF2B5EF4-FFF2-40B4-BE49-F238E27FC236}">
                  <a16:creationId xmlns:a16="http://schemas.microsoft.com/office/drawing/2014/main" id="{86A533BE-DF50-FD82-D8BD-101F66D98090}"/>
                </a:ext>
              </a:extLst>
            </p:cNvPr>
            <p:cNvSpPr/>
            <p:nvPr/>
          </p:nvSpPr>
          <p:spPr bwMode="gray">
            <a:xfrm>
              <a:off x="231394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4" name="Forme libre : forme 4673">
              <a:extLst>
                <a:ext uri="{FF2B5EF4-FFF2-40B4-BE49-F238E27FC236}">
                  <a16:creationId xmlns:a16="http://schemas.microsoft.com/office/drawing/2014/main" id="{81B5CCDB-579D-D2E4-98BD-CECF0C29F7A7}"/>
                </a:ext>
              </a:extLst>
            </p:cNvPr>
            <p:cNvSpPr/>
            <p:nvPr/>
          </p:nvSpPr>
          <p:spPr bwMode="gray">
            <a:xfrm>
              <a:off x="226441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5" name="Forme libre : forme 4674">
              <a:extLst>
                <a:ext uri="{FF2B5EF4-FFF2-40B4-BE49-F238E27FC236}">
                  <a16:creationId xmlns:a16="http://schemas.microsoft.com/office/drawing/2014/main" id="{F99DE45E-CFBD-0B1B-192B-5640855CC4BF}"/>
                </a:ext>
              </a:extLst>
            </p:cNvPr>
            <p:cNvSpPr/>
            <p:nvPr/>
          </p:nvSpPr>
          <p:spPr bwMode="gray">
            <a:xfrm>
              <a:off x="221488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6" name="Forme libre : forme 4675">
              <a:extLst>
                <a:ext uri="{FF2B5EF4-FFF2-40B4-BE49-F238E27FC236}">
                  <a16:creationId xmlns:a16="http://schemas.microsoft.com/office/drawing/2014/main" id="{E30222C7-EB63-8DDB-BCE6-44F8C35CA634}"/>
                </a:ext>
              </a:extLst>
            </p:cNvPr>
            <p:cNvSpPr/>
            <p:nvPr/>
          </p:nvSpPr>
          <p:spPr bwMode="gray">
            <a:xfrm>
              <a:off x="216662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7" name="Forme libre : forme 4676">
              <a:extLst>
                <a:ext uri="{FF2B5EF4-FFF2-40B4-BE49-F238E27FC236}">
                  <a16:creationId xmlns:a16="http://schemas.microsoft.com/office/drawing/2014/main" id="{71BB4B07-650B-9FF3-3FAC-796A9866CAC3}"/>
                </a:ext>
              </a:extLst>
            </p:cNvPr>
            <p:cNvSpPr/>
            <p:nvPr/>
          </p:nvSpPr>
          <p:spPr bwMode="gray">
            <a:xfrm>
              <a:off x="211709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8" name="Forme libre : forme 4677">
              <a:extLst>
                <a:ext uri="{FF2B5EF4-FFF2-40B4-BE49-F238E27FC236}">
                  <a16:creationId xmlns:a16="http://schemas.microsoft.com/office/drawing/2014/main" id="{DE4A2558-0B68-DA01-8694-A2DDC06C997C}"/>
                </a:ext>
              </a:extLst>
            </p:cNvPr>
            <p:cNvSpPr/>
            <p:nvPr/>
          </p:nvSpPr>
          <p:spPr bwMode="gray">
            <a:xfrm>
              <a:off x="206883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79" name="Forme libre : forme 4678">
              <a:extLst>
                <a:ext uri="{FF2B5EF4-FFF2-40B4-BE49-F238E27FC236}">
                  <a16:creationId xmlns:a16="http://schemas.microsoft.com/office/drawing/2014/main" id="{0B159CCE-BB41-8110-4F68-E84C877EB127}"/>
                </a:ext>
              </a:extLst>
            </p:cNvPr>
            <p:cNvSpPr/>
            <p:nvPr/>
          </p:nvSpPr>
          <p:spPr bwMode="gray">
            <a:xfrm>
              <a:off x="2019300" y="45948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0" name="Forme libre : forme 4679">
              <a:extLst>
                <a:ext uri="{FF2B5EF4-FFF2-40B4-BE49-F238E27FC236}">
                  <a16:creationId xmlns:a16="http://schemas.microsoft.com/office/drawing/2014/main" id="{69FC144D-2C06-68AE-A55E-B9541C7547D3}"/>
                </a:ext>
              </a:extLst>
            </p:cNvPr>
            <p:cNvSpPr/>
            <p:nvPr/>
          </p:nvSpPr>
          <p:spPr bwMode="gray">
            <a:xfrm>
              <a:off x="7362189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1" name="Forme libre : forme 4680">
              <a:extLst>
                <a:ext uri="{FF2B5EF4-FFF2-40B4-BE49-F238E27FC236}">
                  <a16:creationId xmlns:a16="http://schemas.microsoft.com/office/drawing/2014/main" id="{519EC626-7103-33B7-434E-5BF1A862E1CE}"/>
                </a:ext>
              </a:extLst>
            </p:cNvPr>
            <p:cNvSpPr/>
            <p:nvPr/>
          </p:nvSpPr>
          <p:spPr bwMode="gray">
            <a:xfrm>
              <a:off x="7312659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2" name="Forme libre : forme 4681">
              <a:extLst>
                <a:ext uri="{FF2B5EF4-FFF2-40B4-BE49-F238E27FC236}">
                  <a16:creationId xmlns:a16="http://schemas.microsoft.com/office/drawing/2014/main" id="{5289D0C0-25D7-D614-D573-3F52EDCDCD93}"/>
                </a:ext>
              </a:extLst>
            </p:cNvPr>
            <p:cNvSpPr/>
            <p:nvPr/>
          </p:nvSpPr>
          <p:spPr bwMode="gray">
            <a:xfrm>
              <a:off x="7264400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3" name="Forme libre : forme 4682">
              <a:extLst>
                <a:ext uri="{FF2B5EF4-FFF2-40B4-BE49-F238E27FC236}">
                  <a16:creationId xmlns:a16="http://schemas.microsoft.com/office/drawing/2014/main" id="{7A9EB696-04EF-0C4B-14E5-6EC8C834EB1E}"/>
                </a:ext>
              </a:extLst>
            </p:cNvPr>
            <p:cNvSpPr/>
            <p:nvPr/>
          </p:nvSpPr>
          <p:spPr bwMode="gray">
            <a:xfrm>
              <a:off x="7117080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4" name="Forme libre : forme 4683">
              <a:extLst>
                <a:ext uri="{FF2B5EF4-FFF2-40B4-BE49-F238E27FC236}">
                  <a16:creationId xmlns:a16="http://schemas.microsoft.com/office/drawing/2014/main" id="{F69F5229-5D86-0BB1-C255-9D5E1F311D89}"/>
                </a:ext>
              </a:extLst>
            </p:cNvPr>
            <p:cNvSpPr/>
            <p:nvPr/>
          </p:nvSpPr>
          <p:spPr bwMode="gray">
            <a:xfrm>
              <a:off x="7067550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5" name="Forme libre : forme 4684">
              <a:extLst>
                <a:ext uri="{FF2B5EF4-FFF2-40B4-BE49-F238E27FC236}">
                  <a16:creationId xmlns:a16="http://schemas.microsoft.com/office/drawing/2014/main" id="{5C5CDBC8-135C-F65B-E92C-2A7C88BF3A8A}"/>
                </a:ext>
              </a:extLst>
            </p:cNvPr>
            <p:cNvSpPr/>
            <p:nvPr/>
          </p:nvSpPr>
          <p:spPr bwMode="gray">
            <a:xfrm>
              <a:off x="7019289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6" name="Forme libre : forme 4685">
              <a:extLst>
                <a:ext uri="{FF2B5EF4-FFF2-40B4-BE49-F238E27FC236}">
                  <a16:creationId xmlns:a16="http://schemas.microsoft.com/office/drawing/2014/main" id="{89E1BFF3-5AAD-B90E-FBE5-7C422A157BB9}"/>
                </a:ext>
              </a:extLst>
            </p:cNvPr>
            <p:cNvSpPr/>
            <p:nvPr/>
          </p:nvSpPr>
          <p:spPr bwMode="gray">
            <a:xfrm>
              <a:off x="6969759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7" name="Forme libre : forme 4686">
              <a:extLst>
                <a:ext uri="{FF2B5EF4-FFF2-40B4-BE49-F238E27FC236}">
                  <a16:creationId xmlns:a16="http://schemas.microsoft.com/office/drawing/2014/main" id="{458FAC84-C102-4032-A438-22D2A048546A}"/>
                </a:ext>
              </a:extLst>
            </p:cNvPr>
            <p:cNvSpPr/>
            <p:nvPr/>
          </p:nvSpPr>
          <p:spPr bwMode="gray">
            <a:xfrm>
              <a:off x="6920230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8" name="Forme libre : forme 4687">
              <a:extLst>
                <a:ext uri="{FF2B5EF4-FFF2-40B4-BE49-F238E27FC236}">
                  <a16:creationId xmlns:a16="http://schemas.microsoft.com/office/drawing/2014/main" id="{0FF3A246-03AD-6CE0-3A58-58053D67D949}"/>
                </a:ext>
              </a:extLst>
            </p:cNvPr>
            <p:cNvSpPr/>
            <p:nvPr/>
          </p:nvSpPr>
          <p:spPr bwMode="gray">
            <a:xfrm>
              <a:off x="6871969" y="45453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89" name="Forme libre : forme 4688">
              <a:extLst>
                <a:ext uri="{FF2B5EF4-FFF2-40B4-BE49-F238E27FC236}">
                  <a16:creationId xmlns:a16="http://schemas.microsoft.com/office/drawing/2014/main" id="{CCE2E801-1BCA-7A49-A585-672E2CE1DD27}"/>
                </a:ext>
              </a:extLst>
            </p:cNvPr>
            <p:cNvSpPr/>
            <p:nvPr/>
          </p:nvSpPr>
          <p:spPr bwMode="gray">
            <a:xfrm>
              <a:off x="505841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0" name="Forme libre : forme 4689">
              <a:extLst>
                <a:ext uri="{FF2B5EF4-FFF2-40B4-BE49-F238E27FC236}">
                  <a16:creationId xmlns:a16="http://schemas.microsoft.com/office/drawing/2014/main" id="{53D2ED14-4F39-6577-E1FA-A919122C724D}"/>
                </a:ext>
              </a:extLst>
            </p:cNvPr>
            <p:cNvSpPr/>
            <p:nvPr/>
          </p:nvSpPr>
          <p:spPr bwMode="gray">
            <a:xfrm>
              <a:off x="500888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1" name="Forme libre : forme 4690">
              <a:extLst>
                <a:ext uri="{FF2B5EF4-FFF2-40B4-BE49-F238E27FC236}">
                  <a16:creationId xmlns:a16="http://schemas.microsoft.com/office/drawing/2014/main" id="{0F56F2EE-FA5D-45D8-AADE-DA2AC58C00E0}"/>
                </a:ext>
              </a:extLst>
            </p:cNvPr>
            <p:cNvSpPr/>
            <p:nvPr/>
          </p:nvSpPr>
          <p:spPr bwMode="gray">
            <a:xfrm>
              <a:off x="476377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2" name="Forme libre : forme 4691">
              <a:extLst>
                <a:ext uri="{FF2B5EF4-FFF2-40B4-BE49-F238E27FC236}">
                  <a16:creationId xmlns:a16="http://schemas.microsoft.com/office/drawing/2014/main" id="{32321645-D59D-D7A6-6029-36D6D59E0F12}"/>
                </a:ext>
              </a:extLst>
            </p:cNvPr>
            <p:cNvSpPr/>
            <p:nvPr/>
          </p:nvSpPr>
          <p:spPr bwMode="gray">
            <a:xfrm>
              <a:off x="471551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3" name="Forme libre : forme 4692">
              <a:extLst>
                <a:ext uri="{FF2B5EF4-FFF2-40B4-BE49-F238E27FC236}">
                  <a16:creationId xmlns:a16="http://schemas.microsoft.com/office/drawing/2014/main" id="{3E113A01-D656-8B12-BB18-9BCABA41DC05}"/>
                </a:ext>
              </a:extLst>
            </p:cNvPr>
            <p:cNvSpPr/>
            <p:nvPr/>
          </p:nvSpPr>
          <p:spPr bwMode="gray">
            <a:xfrm>
              <a:off x="466598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4" name="Forme libre : forme 4693">
              <a:extLst>
                <a:ext uri="{FF2B5EF4-FFF2-40B4-BE49-F238E27FC236}">
                  <a16:creationId xmlns:a16="http://schemas.microsoft.com/office/drawing/2014/main" id="{8C07D7FC-1E9A-3FAD-0284-5828EC4F62BA}"/>
                </a:ext>
              </a:extLst>
            </p:cNvPr>
            <p:cNvSpPr/>
            <p:nvPr/>
          </p:nvSpPr>
          <p:spPr bwMode="gray">
            <a:xfrm>
              <a:off x="461772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5" name="Forme libre : forme 4694">
              <a:extLst>
                <a:ext uri="{FF2B5EF4-FFF2-40B4-BE49-F238E27FC236}">
                  <a16:creationId xmlns:a16="http://schemas.microsoft.com/office/drawing/2014/main" id="{88268D11-6A5F-28D7-A36D-D99015A72E32}"/>
                </a:ext>
              </a:extLst>
            </p:cNvPr>
            <p:cNvSpPr/>
            <p:nvPr/>
          </p:nvSpPr>
          <p:spPr bwMode="gray">
            <a:xfrm>
              <a:off x="456819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6" name="Forme libre : forme 4695">
              <a:extLst>
                <a:ext uri="{FF2B5EF4-FFF2-40B4-BE49-F238E27FC236}">
                  <a16:creationId xmlns:a16="http://schemas.microsoft.com/office/drawing/2014/main" id="{0BE04D29-CD44-B377-5289-787CF303C266}"/>
                </a:ext>
              </a:extLst>
            </p:cNvPr>
            <p:cNvSpPr/>
            <p:nvPr/>
          </p:nvSpPr>
          <p:spPr bwMode="gray">
            <a:xfrm>
              <a:off x="451866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7" name="Forme libre : forme 4696">
              <a:extLst>
                <a:ext uri="{FF2B5EF4-FFF2-40B4-BE49-F238E27FC236}">
                  <a16:creationId xmlns:a16="http://schemas.microsoft.com/office/drawing/2014/main" id="{51A9C099-CF0D-151A-4124-143A13C90035}"/>
                </a:ext>
              </a:extLst>
            </p:cNvPr>
            <p:cNvSpPr/>
            <p:nvPr/>
          </p:nvSpPr>
          <p:spPr bwMode="gray">
            <a:xfrm>
              <a:off x="447040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8" name="Forme libre : forme 4697">
              <a:extLst>
                <a:ext uri="{FF2B5EF4-FFF2-40B4-BE49-F238E27FC236}">
                  <a16:creationId xmlns:a16="http://schemas.microsoft.com/office/drawing/2014/main" id="{F736C2C9-8918-3AA5-4AFD-D87A0A5433CC}"/>
                </a:ext>
              </a:extLst>
            </p:cNvPr>
            <p:cNvSpPr/>
            <p:nvPr/>
          </p:nvSpPr>
          <p:spPr bwMode="gray">
            <a:xfrm>
              <a:off x="442087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99" name="Forme libre : forme 4698">
              <a:extLst>
                <a:ext uri="{FF2B5EF4-FFF2-40B4-BE49-F238E27FC236}">
                  <a16:creationId xmlns:a16="http://schemas.microsoft.com/office/drawing/2014/main" id="{2D14AC58-136F-5599-82AD-0AA859C6A3D5}"/>
                </a:ext>
              </a:extLst>
            </p:cNvPr>
            <p:cNvSpPr/>
            <p:nvPr/>
          </p:nvSpPr>
          <p:spPr bwMode="gray">
            <a:xfrm>
              <a:off x="437261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0" name="Forme libre : forme 4699">
              <a:extLst>
                <a:ext uri="{FF2B5EF4-FFF2-40B4-BE49-F238E27FC236}">
                  <a16:creationId xmlns:a16="http://schemas.microsoft.com/office/drawing/2014/main" id="{3239C0D0-018F-1DB4-35B0-B4EA17E7C7F6}"/>
                </a:ext>
              </a:extLst>
            </p:cNvPr>
            <p:cNvSpPr/>
            <p:nvPr/>
          </p:nvSpPr>
          <p:spPr bwMode="gray">
            <a:xfrm>
              <a:off x="432308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1" name="Forme libre : forme 4700">
              <a:extLst>
                <a:ext uri="{FF2B5EF4-FFF2-40B4-BE49-F238E27FC236}">
                  <a16:creationId xmlns:a16="http://schemas.microsoft.com/office/drawing/2014/main" id="{7BFEB4DC-F646-938F-0C9C-B34014B53B55}"/>
                </a:ext>
              </a:extLst>
            </p:cNvPr>
            <p:cNvSpPr/>
            <p:nvPr/>
          </p:nvSpPr>
          <p:spPr bwMode="gray">
            <a:xfrm>
              <a:off x="427355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2" name="Forme libre : forme 4701">
              <a:extLst>
                <a:ext uri="{FF2B5EF4-FFF2-40B4-BE49-F238E27FC236}">
                  <a16:creationId xmlns:a16="http://schemas.microsoft.com/office/drawing/2014/main" id="{B1B9CBEA-6C69-DF42-DC6B-C5B19F5D7927}"/>
                </a:ext>
              </a:extLst>
            </p:cNvPr>
            <p:cNvSpPr/>
            <p:nvPr/>
          </p:nvSpPr>
          <p:spPr bwMode="gray">
            <a:xfrm>
              <a:off x="422529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3" name="Forme libre : forme 4702">
              <a:extLst>
                <a:ext uri="{FF2B5EF4-FFF2-40B4-BE49-F238E27FC236}">
                  <a16:creationId xmlns:a16="http://schemas.microsoft.com/office/drawing/2014/main" id="{FC1634CA-FEB9-97A5-CAF5-B7A8C709DAAC}"/>
                </a:ext>
              </a:extLst>
            </p:cNvPr>
            <p:cNvSpPr/>
            <p:nvPr/>
          </p:nvSpPr>
          <p:spPr bwMode="gray">
            <a:xfrm>
              <a:off x="417576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4" name="Forme libre : forme 4703">
              <a:extLst>
                <a:ext uri="{FF2B5EF4-FFF2-40B4-BE49-F238E27FC236}">
                  <a16:creationId xmlns:a16="http://schemas.microsoft.com/office/drawing/2014/main" id="{6E1CF038-43C0-385D-5A04-45459C08E290}"/>
                </a:ext>
              </a:extLst>
            </p:cNvPr>
            <p:cNvSpPr/>
            <p:nvPr/>
          </p:nvSpPr>
          <p:spPr bwMode="gray">
            <a:xfrm>
              <a:off x="412750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5" name="Forme libre : forme 4704">
              <a:extLst>
                <a:ext uri="{FF2B5EF4-FFF2-40B4-BE49-F238E27FC236}">
                  <a16:creationId xmlns:a16="http://schemas.microsoft.com/office/drawing/2014/main" id="{ACA0F330-4185-E9E5-8EFD-616B9CB98A47}"/>
                </a:ext>
              </a:extLst>
            </p:cNvPr>
            <p:cNvSpPr/>
            <p:nvPr/>
          </p:nvSpPr>
          <p:spPr bwMode="gray">
            <a:xfrm>
              <a:off x="285242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6" name="Forme libre : forme 4705">
              <a:extLst>
                <a:ext uri="{FF2B5EF4-FFF2-40B4-BE49-F238E27FC236}">
                  <a16:creationId xmlns:a16="http://schemas.microsoft.com/office/drawing/2014/main" id="{CB891930-D87D-0C5D-C6BA-C19B49B6B6D6}"/>
                </a:ext>
              </a:extLst>
            </p:cNvPr>
            <p:cNvSpPr/>
            <p:nvPr/>
          </p:nvSpPr>
          <p:spPr bwMode="gray">
            <a:xfrm>
              <a:off x="280416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7" name="Forme libre : forme 4706">
              <a:extLst>
                <a:ext uri="{FF2B5EF4-FFF2-40B4-BE49-F238E27FC236}">
                  <a16:creationId xmlns:a16="http://schemas.microsoft.com/office/drawing/2014/main" id="{496DF1DF-72FD-DA2C-9336-E4A63F889DDA}"/>
                </a:ext>
              </a:extLst>
            </p:cNvPr>
            <p:cNvSpPr/>
            <p:nvPr/>
          </p:nvSpPr>
          <p:spPr bwMode="gray">
            <a:xfrm>
              <a:off x="275463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8" name="Forme libre : forme 4707">
              <a:extLst>
                <a:ext uri="{FF2B5EF4-FFF2-40B4-BE49-F238E27FC236}">
                  <a16:creationId xmlns:a16="http://schemas.microsoft.com/office/drawing/2014/main" id="{FD326A23-578B-E2AA-2F93-0546C82E0E33}"/>
                </a:ext>
              </a:extLst>
            </p:cNvPr>
            <p:cNvSpPr/>
            <p:nvPr/>
          </p:nvSpPr>
          <p:spPr bwMode="gray">
            <a:xfrm>
              <a:off x="270510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09" name="Forme libre : forme 4708">
              <a:extLst>
                <a:ext uri="{FF2B5EF4-FFF2-40B4-BE49-F238E27FC236}">
                  <a16:creationId xmlns:a16="http://schemas.microsoft.com/office/drawing/2014/main" id="{7A536BFC-E445-7D49-879F-BC06C34D2031}"/>
                </a:ext>
              </a:extLst>
            </p:cNvPr>
            <p:cNvSpPr/>
            <p:nvPr/>
          </p:nvSpPr>
          <p:spPr bwMode="gray">
            <a:xfrm>
              <a:off x="265684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0" name="Forme libre : forme 4709">
              <a:extLst>
                <a:ext uri="{FF2B5EF4-FFF2-40B4-BE49-F238E27FC236}">
                  <a16:creationId xmlns:a16="http://schemas.microsoft.com/office/drawing/2014/main" id="{56345120-FAC6-8930-ED17-F34D6341C39D}"/>
                </a:ext>
              </a:extLst>
            </p:cNvPr>
            <p:cNvSpPr/>
            <p:nvPr/>
          </p:nvSpPr>
          <p:spPr bwMode="gray">
            <a:xfrm>
              <a:off x="260731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1" name="Forme libre : forme 4710">
              <a:extLst>
                <a:ext uri="{FF2B5EF4-FFF2-40B4-BE49-F238E27FC236}">
                  <a16:creationId xmlns:a16="http://schemas.microsoft.com/office/drawing/2014/main" id="{E126B2C5-49C1-E48A-0211-992303F1029D}"/>
                </a:ext>
              </a:extLst>
            </p:cNvPr>
            <p:cNvSpPr/>
            <p:nvPr/>
          </p:nvSpPr>
          <p:spPr bwMode="gray">
            <a:xfrm>
              <a:off x="255905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2" name="Forme libre : forme 4711">
              <a:extLst>
                <a:ext uri="{FF2B5EF4-FFF2-40B4-BE49-F238E27FC236}">
                  <a16:creationId xmlns:a16="http://schemas.microsoft.com/office/drawing/2014/main" id="{C62384E2-F140-531D-C1B9-41E7255B6F60}"/>
                </a:ext>
              </a:extLst>
            </p:cNvPr>
            <p:cNvSpPr/>
            <p:nvPr/>
          </p:nvSpPr>
          <p:spPr bwMode="gray">
            <a:xfrm>
              <a:off x="250952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3" name="Forme libre : forme 4712">
              <a:extLst>
                <a:ext uri="{FF2B5EF4-FFF2-40B4-BE49-F238E27FC236}">
                  <a16:creationId xmlns:a16="http://schemas.microsoft.com/office/drawing/2014/main" id="{6F28C7D4-5F3D-B0C9-FF2D-617354122DFD}"/>
                </a:ext>
              </a:extLst>
            </p:cNvPr>
            <p:cNvSpPr/>
            <p:nvPr/>
          </p:nvSpPr>
          <p:spPr bwMode="gray">
            <a:xfrm>
              <a:off x="245999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4" name="Forme libre : forme 4713">
              <a:extLst>
                <a:ext uri="{FF2B5EF4-FFF2-40B4-BE49-F238E27FC236}">
                  <a16:creationId xmlns:a16="http://schemas.microsoft.com/office/drawing/2014/main" id="{8DD3526B-F940-7963-A1D4-BF275055B08E}"/>
                </a:ext>
              </a:extLst>
            </p:cNvPr>
            <p:cNvSpPr/>
            <p:nvPr/>
          </p:nvSpPr>
          <p:spPr bwMode="gray">
            <a:xfrm>
              <a:off x="241173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5" name="Forme libre : forme 4714">
              <a:extLst>
                <a:ext uri="{FF2B5EF4-FFF2-40B4-BE49-F238E27FC236}">
                  <a16:creationId xmlns:a16="http://schemas.microsoft.com/office/drawing/2014/main" id="{FA94A3F8-4B8A-1FA1-6536-40E791360A00}"/>
                </a:ext>
              </a:extLst>
            </p:cNvPr>
            <p:cNvSpPr/>
            <p:nvPr/>
          </p:nvSpPr>
          <p:spPr bwMode="gray">
            <a:xfrm>
              <a:off x="236220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6" name="Forme libre : forme 4715">
              <a:extLst>
                <a:ext uri="{FF2B5EF4-FFF2-40B4-BE49-F238E27FC236}">
                  <a16:creationId xmlns:a16="http://schemas.microsoft.com/office/drawing/2014/main" id="{EB7F16E6-C496-25DB-41B2-55CF338D4C26}"/>
                </a:ext>
              </a:extLst>
            </p:cNvPr>
            <p:cNvSpPr/>
            <p:nvPr/>
          </p:nvSpPr>
          <p:spPr bwMode="gray">
            <a:xfrm>
              <a:off x="231394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7" name="Forme libre : forme 4716">
              <a:extLst>
                <a:ext uri="{FF2B5EF4-FFF2-40B4-BE49-F238E27FC236}">
                  <a16:creationId xmlns:a16="http://schemas.microsoft.com/office/drawing/2014/main" id="{8A60ADC9-B35D-2E4C-4001-906DF4B54E94}"/>
                </a:ext>
              </a:extLst>
            </p:cNvPr>
            <p:cNvSpPr/>
            <p:nvPr/>
          </p:nvSpPr>
          <p:spPr bwMode="gray">
            <a:xfrm>
              <a:off x="226441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8" name="Forme libre : forme 4717">
              <a:extLst>
                <a:ext uri="{FF2B5EF4-FFF2-40B4-BE49-F238E27FC236}">
                  <a16:creationId xmlns:a16="http://schemas.microsoft.com/office/drawing/2014/main" id="{FF4E0C71-8865-19C6-A2C4-ADD39C45D3D3}"/>
                </a:ext>
              </a:extLst>
            </p:cNvPr>
            <p:cNvSpPr/>
            <p:nvPr/>
          </p:nvSpPr>
          <p:spPr bwMode="gray">
            <a:xfrm>
              <a:off x="221488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19" name="Forme libre : forme 4718">
              <a:extLst>
                <a:ext uri="{FF2B5EF4-FFF2-40B4-BE49-F238E27FC236}">
                  <a16:creationId xmlns:a16="http://schemas.microsoft.com/office/drawing/2014/main" id="{C7398BE6-DF6F-0CB2-99AE-4BBA2F73946F}"/>
                </a:ext>
              </a:extLst>
            </p:cNvPr>
            <p:cNvSpPr/>
            <p:nvPr/>
          </p:nvSpPr>
          <p:spPr bwMode="gray">
            <a:xfrm>
              <a:off x="216662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0" name="Forme libre : forme 4719">
              <a:extLst>
                <a:ext uri="{FF2B5EF4-FFF2-40B4-BE49-F238E27FC236}">
                  <a16:creationId xmlns:a16="http://schemas.microsoft.com/office/drawing/2014/main" id="{0EA736C6-F8D7-21F7-D725-A91581AA9577}"/>
                </a:ext>
              </a:extLst>
            </p:cNvPr>
            <p:cNvSpPr/>
            <p:nvPr/>
          </p:nvSpPr>
          <p:spPr bwMode="gray">
            <a:xfrm>
              <a:off x="211709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1" name="Forme libre : forme 4720">
              <a:extLst>
                <a:ext uri="{FF2B5EF4-FFF2-40B4-BE49-F238E27FC236}">
                  <a16:creationId xmlns:a16="http://schemas.microsoft.com/office/drawing/2014/main" id="{A18AC0CC-DD21-06A3-D93D-368AF00E86A9}"/>
                </a:ext>
              </a:extLst>
            </p:cNvPr>
            <p:cNvSpPr/>
            <p:nvPr/>
          </p:nvSpPr>
          <p:spPr bwMode="gray">
            <a:xfrm>
              <a:off x="206883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2" name="Forme libre : forme 4721">
              <a:extLst>
                <a:ext uri="{FF2B5EF4-FFF2-40B4-BE49-F238E27FC236}">
                  <a16:creationId xmlns:a16="http://schemas.microsoft.com/office/drawing/2014/main" id="{9C43E317-2B36-7F90-6312-53707F9752E2}"/>
                </a:ext>
              </a:extLst>
            </p:cNvPr>
            <p:cNvSpPr/>
            <p:nvPr/>
          </p:nvSpPr>
          <p:spPr bwMode="gray">
            <a:xfrm>
              <a:off x="201930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3" name="Forme libre : forme 4722">
              <a:extLst>
                <a:ext uri="{FF2B5EF4-FFF2-40B4-BE49-F238E27FC236}">
                  <a16:creationId xmlns:a16="http://schemas.microsoft.com/office/drawing/2014/main" id="{7201B825-B9AC-C219-AD61-DC80EBF5F95F}"/>
                </a:ext>
              </a:extLst>
            </p:cNvPr>
            <p:cNvSpPr/>
            <p:nvPr/>
          </p:nvSpPr>
          <p:spPr bwMode="gray">
            <a:xfrm>
              <a:off x="1969770" y="45453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4" name="Forme libre : forme 4723">
              <a:extLst>
                <a:ext uri="{FF2B5EF4-FFF2-40B4-BE49-F238E27FC236}">
                  <a16:creationId xmlns:a16="http://schemas.microsoft.com/office/drawing/2014/main" id="{AE5DDE71-F917-4A65-A16D-4A9181293CF7}"/>
                </a:ext>
              </a:extLst>
            </p:cNvPr>
            <p:cNvSpPr/>
            <p:nvPr/>
          </p:nvSpPr>
          <p:spPr bwMode="gray">
            <a:xfrm>
              <a:off x="7312659" y="44958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5" name="Forme libre : forme 4724">
              <a:extLst>
                <a:ext uri="{FF2B5EF4-FFF2-40B4-BE49-F238E27FC236}">
                  <a16:creationId xmlns:a16="http://schemas.microsoft.com/office/drawing/2014/main" id="{BAE0B8E0-F1DD-8EB6-ECBE-16C51FE290A6}"/>
                </a:ext>
              </a:extLst>
            </p:cNvPr>
            <p:cNvSpPr/>
            <p:nvPr/>
          </p:nvSpPr>
          <p:spPr bwMode="gray">
            <a:xfrm>
              <a:off x="7165339" y="44958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6" name="Forme libre : forme 4725">
              <a:extLst>
                <a:ext uri="{FF2B5EF4-FFF2-40B4-BE49-F238E27FC236}">
                  <a16:creationId xmlns:a16="http://schemas.microsoft.com/office/drawing/2014/main" id="{95F509A7-6D1E-24AD-D451-DCA0B44C788C}"/>
                </a:ext>
              </a:extLst>
            </p:cNvPr>
            <p:cNvSpPr/>
            <p:nvPr/>
          </p:nvSpPr>
          <p:spPr bwMode="gray">
            <a:xfrm>
              <a:off x="7117080" y="44958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7" name="Forme libre : forme 4726">
              <a:extLst>
                <a:ext uri="{FF2B5EF4-FFF2-40B4-BE49-F238E27FC236}">
                  <a16:creationId xmlns:a16="http://schemas.microsoft.com/office/drawing/2014/main" id="{8A8A2886-DB25-1FA4-835F-1FD3D1CA7704}"/>
                </a:ext>
              </a:extLst>
            </p:cNvPr>
            <p:cNvSpPr/>
            <p:nvPr/>
          </p:nvSpPr>
          <p:spPr bwMode="gray">
            <a:xfrm>
              <a:off x="7067550" y="44958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8" name="Forme libre : forme 4727">
              <a:extLst>
                <a:ext uri="{FF2B5EF4-FFF2-40B4-BE49-F238E27FC236}">
                  <a16:creationId xmlns:a16="http://schemas.microsoft.com/office/drawing/2014/main" id="{A1BF9A78-2DCB-73E3-C944-89339BB448BC}"/>
                </a:ext>
              </a:extLst>
            </p:cNvPr>
            <p:cNvSpPr/>
            <p:nvPr/>
          </p:nvSpPr>
          <p:spPr bwMode="gray">
            <a:xfrm>
              <a:off x="7019289" y="44958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29" name="Forme libre : forme 4728">
              <a:extLst>
                <a:ext uri="{FF2B5EF4-FFF2-40B4-BE49-F238E27FC236}">
                  <a16:creationId xmlns:a16="http://schemas.microsoft.com/office/drawing/2014/main" id="{F4051B13-34C5-2DD5-BB5A-4D9D54065D49}"/>
                </a:ext>
              </a:extLst>
            </p:cNvPr>
            <p:cNvSpPr/>
            <p:nvPr/>
          </p:nvSpPr>
          <p:spPr bwMode="gray">
            <a:xfrm>
              <a:off x="505841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0" name="Forme libre : forme 4729">
              <a:extLst>
                <a:ext uri="{FF2B5EF4-FFF2-40B4-BE49-F238E27FC236}">
                  <a16:creationId xmlns:a16="http://schemas.microsoft.com/office/drawing/2014/main" id="{8ED3286B-E1E3-B1A9-AB36-730041B83BC1}"/>
                </a:ext>
              </a:extLst>
            </p:cNvPr>
            <p:cNvSpPr/>
            <p:nvPr/>
          </p:nvSpPr>
          <p:spPr bwMode="gray">
            <a:xfrm>
              <a:off x="500888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1" name="Forme libre : forme 4730">
              <a:extLst>
                <a:ext uri="{FF2B5EF4-FFF2-40B4-BE49-F238E27FC236}">
                  <a16:creationId xmlns:a16="http://schemas.microsoft.com/office/drawing/2014/main" id="{52D11B71-CF3C-95AA-F7F9-924D040F1B67}"/>
                </a:ext>
              </a:extLst>
            </p:cNvPr>
            <p:cNvSpPr/>
            <p:nvPr/>
          </p:nvSpPr>
          <p:spPr bwMode="gray">
            <a:xfrm>
              <a:off x="481330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2" name="Forme libre : forme 4731">
              <a:extLst>
                <a:ext uri="{FF2B5EF4-FFF2-40B4-BE49-F238E27FC236}">
                  <a16:creationId xmlns:a16="http://schemas.microsoft.com/office/drawing/2014/main" id="{3501F98D-3BA4-05BA-2B41-462620628B42}"/>
                </a:ext>
              </a:extLst>
            </p:cNvPr>
            <p:cNvSpPr/>
            <p:nvPr/>
          </p:nvSpPr>
          <p:spPr bwMode="gray">
            <a:xfrm>
              <a:off x="476377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3" name="Forme libre : forme 4732">
              <a:extLst>
                <a:ext uri="{FF2B5EF4-FFF2-40B4-BE49-F238E27FC236}">
                  <a16:creationId xmlns:a16="http://schemas.microsoft.com/office/drawing/2014/main" id="{D59E133A-C946-6F0D-127A-4F0E2149462B}"/>
                </a:ext>
              </a:extLst>
            </p:cNvPr>
            <p:cNvSpPr/>
            <p:nvPr/>
          </p:nvSpPr>
          <p:spPr bwMode="gray">
            <a:xfrm>
              <a:off x="471551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4" name="Forme libre : forme 4733">
              <a:extLst>
                <a:ext uri="{FF2B5EF4-FFF2-40B4-BE49-F238E27FC236}">
                  <a16:creationId xmlns:a16="http://schemas.microsoft.com/office/drawing/2014/main" id="{C1E54BE6-47B8-6DEB-8DB4-21EFE52D7884}"/>
                </a:ext>
              </a:extLst>
            </p:cNvPr>
            <p:cNvSpPr/>
            <p:nvPr/>
          </p:nvSpPr>
          <p:spPr bwMode="gray">
            <a:xfrm>
              <a:off x="466598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5" name="Forme libre : forme 4734">
              <a:extLst>
                <a:ext uri="{FF2B5EF4-FFF2-40B4-BE49-F238E27FC236}">
                  <a16:creationId xmlns:a16="http://schemas.microsoft.com/office/drawing/2014/main" id="{ACD1CF6E-F746-C4E4-F510-8E458EF0A100}"/>
                </a:ext>
              </a:extLst>
            </p:cNvPr>
            <p:cNvSpPr/>
            <p:nvPr/>
          </p:nvSpPr>
          <p:spPr bwMode="gray">
            <a:xfrm>
              <a:off x="461772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6" name="Forme libre : forme 4735">
              <a:extLst>
                <a:ext uri="{FF2B5EF4-FFF2-40B4-BE49-F238E27FC236}">
                  <a16:creationId xmlns:a16="http://schemas.microsoft.com/office/drawing/2014/main" id="{E876764A-8439-72FB-E379-5B8DD6034F53}"/>
                </a:ext>
              </a:extLst>
            </p:cNvPr>
            <p:cNvSpPr/>
            <p:nvPr/>
          </p:nvSpPr>
          <p:spPr bwMode="gray">
            <a:xfrm>
              <a:off x="456819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7" name="Forme libre : forme 4736">
              <a:extLst>
                <a:ext uri="{FF2B5EF4-FFF2-40B4-BE49-F238E27FC236}">
                  <a16:creationId xmlns:a16="http://schemas.microsoft.com/office/drawing/2014/main" id="{31CD43CA-DDAE-B3F6-EDC4-11B2003251B3}"/>
                </a:ext>
              </a:extLst>
            </p:cNvPr>
            <p:cNvSpPr/>
            <p:nvPr/>
          </p:nvSpPr>
          <p:spPr bwMode="gray">
            <a:xfrm>
              <a:off x="451866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8" name="Forme libre : forme 4737">
              <a:extLst>
                <a:ext uri="{FF2B5EF4-FFF2-40B4-BE49-F238E27FC236}">
                  <a16:creationId xmlns:a16="http://schemas.microsoft.com/office/drawing/2014/main" id="{CB47E15E-EB40-86EE-70CD-620D03E99793}"/>
                </a:ext>
              </a:extLst>
            </p:cNvPr>
            <p:cNvSpPr/>
            <p:nvPr/>
          </p:nvSpPr>
          <p:spPr bwMode="gray">
            <a:xfrm>
              <a:off x="447040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39" name="Forme libre : forme 4738">
              <a:extLst>
                <a:ext uri="{FF2B5EF4-FFF2-40B4-BE49-F238E27FC236}">
                  <a16:creationId xmlns:a16="http://schemas.microsoft.com/office/drawing/2014/main" id="{F06078FC-FAC9-C04E-EFEE-B0BFF387FEF3}"/>
                </a:ext>
              </a:extLst>
            </p:cNvPr>
            <p:cNvSpPr/>
            <p:nvPr/>
          </p:nvSpPr>
          <p:spPr bwMode="gray">
            <a:xfrm>
              <a:off x="442087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0" name="Forme libre : forme 4739">
              <a:extLst>
                <a:ext uri="{FF2B5EF4-FFF2-40B4-BE49-F238E27FC236}">
                  <a16:creationId xmlns:a16="http://schemas.microsoft.com/office/drawing/2014/main" id="{B4E416F2-CDAD-C8F9-F5E5-243D06F8C7D9}"/>
                </a:ext>
              </a:extLst>
            </p:cNvPr>
            <p:cNvSpPr/>
            <p:nvPr/>
          </p:nvSpPr>
          <p:spPr bwMode="gray">
            <a:xfrm>
              <a:off x="437261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1" name="Forme libre : forme 4740">
              <a:extLst>
                <a:ext uri="{FF2B5EF4-FFF2-40B4-BE49-F238E27FC236}">
                  <a16:creationId xmlns:a16="http://schemas.microsoft.com/office/drawing/2014/main" id="{718DE24E-FB39-5E36-AFD6-763DF060D48E}"/>
                </a:ext>
              </a:extLst>
            </p:cNvPr>
            <p:cNvSpPr/>
            <p:nvPr/>
          </p:nvSpPr>
          <p:spPr bwMode="gray">
            <a:xfrm>
              <a:off x="432308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2" name="Forme libre : forme 4741">
              <a:extLst>
                <a:ext uri="{FF2B5EF4-FFF2-40B4-BE49-F238E27FC236}">
                  <a16:creationId xmlns:a16="http://schemas.microsoft.com/office/drawing/2014/main" id="{9135B891-2129-407C-29F5-0E3D76276791}"/>
                </a:ext>
              </a:extLst>
            </p:cNvPr>
            <p:cNvSpPr/>
            <p:nvPr/>
          </p:nvSpPr>
          <p:spPr bwMode="gray">
            <a:xfrm>
              <a:off x="427355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3" name="Forme libre : forme 4742">
              <a:extLst>
                <a:ext uri="{FF2B5EF4-FFF2-40B4-BE49-F238E27FC236}">
                  <a16:creationId xmlns:a16="http://schemas.microsoft.com/office/drawing/2014/main" id="{AE8A94E5-21B3-CF07-4169-FEC038B8D199}"/>
                </a:ext>
              </a:extLst>
            </p:cNvPr>
            <p:cNvSpPr/>
            <p:nvPr/>
          </p:nvSpPr>
          <p:spPr bwMode="gray">
            <a:xfrm>
              <a:off x="422529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4" name="Forme libre : forme 4743">
              <a:extLst>
                <a:ext uri="{FF2B5EF4-FFF2-40B4-BE49-F238E27FC236}">
                  <a16:creationId xmlns:a16="http://schemas.microsoft.com/office/drawing/2014/main" id="{218F1394-A1C2-13D3-EF18-E7926E6A90F2}"/>
                </a:ext>
              </a:extLst>
            </p:cNvPr>
            <p:cNvSpPr/>
            <p:nvPr/>
          </p:nvSpPr>
          <p:spPr bwMode="gray">
            <a:xfrm>
              <a:off x="417576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5" name="Forme libre : forme 4744">
              <a:extLst>
                <a:ext uri="{FF2B5EF4-FFF2-40B4-BE49-F238E27FC236}">
                  <a16:creationId xmlns:a16="http://schemas.microsoft.com/office/drawing/2014/main" id="{244295D8-2EC0-B3ED-275B-9A6459D493B8}"/>
                </a:ext>
              </a:extLst>
            </p:cNvPr>
            <p:cNvSpPr/>
            <p:nvPr/>
          </p:nvSpPr>
          <p:spPr bwMode="gray">
            <a:xfrm>
              <a:off x="290195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6" name="Forme libre : forme 4745">
              <a:extLst>
                <a:ext uri="{FF2B5EF4-FFF2-40B4-BE49-F238E27FC236}">
                  <a16:creationId xmlns:a16="http://schemas.microsoft.com/office/drawing/2014/main" id="{D95E7AE1-6965-075A-8204-DFF61E281E8C}"/>
                </a:ext>
              </a:extLst>
            </p:cNvPr>
            <p:cNvSpPr/>
            <p:nvPr/>
          </p:nvSpPr>
          <p:spPr bwMode="gray">
            <a:xfrm>
              <a:off x="285242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7" name="Forme libre : forme 4746">
              <a:extLst>
                <a:ext uri="{FF2B5EF4-FFF2-40B4-BE49-F238E27FC236}">
                  <a16:creationId xmlns:a16="http://schemas.microsoft.com/office/drawing/2014/main" id="{3AD62DB0-A9BC-9B2E-26FD-86124CDDD46F}"/>
                </a:ext>
              </a:extLst>
            </p:cNvPr>
            <p:cNvSpPr/>
            <p:nvPr/>
          </p:nvSpPr>
          <p:spPr bwMode="gray">
            <a:xfrm>
              <a:off x="280416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8" name="Forme libre : forme 4747">
              <a:extLst>
                <a:ext uri="{FF2B5EF4-FFF2-40B4-BE49-F238E27FC236}">
                  <a16:creationId xmlns:a16="http://schemas.microsoft.com/office/drawing/2014/main" id="{C218DCC0-E24D-57C4-C65C-97D818CF49DE}"/>
                </a:ext>
              </a:extLst>
            </p:cNvPr>
            <p:cNvSpPr/>
            <p:nvPr/>
          </p:nvSpPr>
          <p:spPr bwMode="gray">
            <a:xfrm>
              <a:off x="275463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49" name="Forme libre : forme 4748">
              <a:extLst>
                <a:ext uri="{FF2B5EF4-FFF2-40B4-BE49-F238E27FC236}">
                  <a16:creationId xmlns:a16="http://schemas.microsoft.com/office/drawing/2014/main" id="{864215CA-1F94-367C-9089-F29EABEEEE94}"/>
                </a:ext>
              </a:extLst>
            </p:cNvPr>
            <p:cNvSpPr/>
            <p:nvPr/>
          </p:nvSpPr>
          <p:spPr bwMode="gray">
            <a:xfrm>
              <a:off x="270510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0" name="Forme libre : forme 4749">
              <a:extLst>
                <a:ext uri="{FF2B5EF4-FFF2-40B4-BE49-F238E27FC236}">
                  <a16:creationId xmlns:a16="http://schemas.microsoft.com/office/drawing/2014/main" id="{3B74450A-73DB-ED2A-D722-0FCF78A3C2D5}"/>
                </a:ext>
              </a:extLst>
            </p:cNvPr>
            <p:cNvSpPr/>
            <p:nvPr/>
          </p:nvSpPr>
          <p:spPr bwMode="gray">
            <a:xfrm>
              <a:off x="265684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1" name="Forme libre : forme 4750">
              <a:extLst>
                <a:ext uri="{FF2B5EF4-FFF2-40B4-BE49-F238E27FC236}">
                  <a16:creationId xmlns:a16="http://schemas.microsoft.com/office/drawing/2014/main" id="{BF131DAE-5A4B-6D8B-C79B-AE391E392462}"/>
                </a:ext>
              </a:extLst>
            </p:cNvPr>
            <p:cNvSpPr/>
            <p:nvPr/>
          </p:nvSpPr>
          <p:spPr bwMode="gray">
            <a:xfrm>
              <a:off x="260731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2" name="Forme libre : forme 4751">
              <a:extLst>
                <a:ext uri="{FF2B5EF4-FFF2-40B4-BE49-F238E27FC236}">
                  <a16:creationId xmlns:a16="http://schemas.microsoft.com/office/drawing/2014/main" id="{64F8EB25-E300-0A50-8534-D65FB285ABF5}"/>
                </a:ext>
              </a:extLst>
            </p:cNvPr>
            <p:cNvSpPr/>
            <p:nvPr/>
          </p:nvSpPr>
          <p:spPr bwMode="gray">
            <a:xfrm>
              <a:off x="255905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3" name="Forme libre : forme 4752">
              <a:extLst>
                <a:ext uri="{FF2B5EF4-FFF2-40B4-BE49-F238E27FC236}">
                  <a16:creationId xmlns:a16="http://schemas.microsoft.com/office/drawing/2014/main" id="{104EE3DD-8CD1-EE48-6571-7EAB997FE02B}"/>
                </a:ext>
              </a:extLst>
            </p:cNvPr>
            <p:cNvSpPr/>
            <p:nvPr/>
          </p:nvSpPr>
          <p:spPr bwMode="gray">
            <a:xfrm>
              <a:off x="250952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4" name="Forme libre : forme 4753">
              <a:extLst>
                <a:ext uri="{FF2B5EF4-FFF2-40B4-BE49-F238E27FC236}">
                  <a16:creationId xmlns:a16="http://schemas.microsoft.com/office/drawing/2014/main" id="{FB645CAB-CDB9-F0C2-C6CA-E92AB46A5D73}"/>
                </a:ext>
              </a:extLst>
            </p:cNvPr>
            <p:cNvSpPr/>
            <p:nvPr/>
          </p:nvSpPr>
          <p:spPr bwMode="gray">
            <a:xfrm>
              <a:off x="245999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5" name="Forme libre : forme 4754">
              <a:extLst>
                <a:ext uri="{FF2B5EF4-FFF2-40B4-BE49-F238E27FC236}">
                  <a16:creationId xmlns:a16="http://schemas.microsoft.com/office/drawing/2014/main" id="{B87F119B-E7C5-3CDF-F558-E410F8E16CCC}"/>
                </a:ext>
              </a:extLst>
            </p:cNvPr>
            <p:cNvSpPr/>
            <p:nvPr/>
          </p:nvSpPr>
          <p:spPr bwMode="gray">
            <a:xfrm>
              <a:off x="241173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6" name="Forme libre : forme 4755">
              <a:extLst>
                <a:ext uri="{FF2B5EF4-FFF2-40B4-BE49-F238E27FC236}">
                  <a16:creationId xmlns:a16="http://schemas.microsoft.com/office/drawing/2014/main" id="{BEE190FF-938E-A230-BC92-3641404059D6}"/>
                </a:ext>
              </a:extLst>
            </p:cNvPr>
            <p:cNvSpPr/>
            <p:nvPr/>
          </p:nvSpPr>
          <p:spPr bwMode="gray">
            <a:xfrm>
              <a:off x="236220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7" name="Forme libre : forme 4756">
              <a:extLst>
                <a:ext uri="{FF2B5EF4-FFF2-40B4-BE49-F238E27FC236}">
                  <a16:creationId xmlns:a16="http://schemas.microsoft.com/office/drawing/2014/main" id="{EDA5169F-ED95-E9C5-A242-A3B6C801D49D}"/>
                </a:ext>
              </a:extLst>
            </p:cNvPr>
            <p:cNvSpPr/>
            <p:nvPr/>
          </p:nvSpPr>
          <p:spPr bwMode="gray">
            <a:xfrm>
              <a:off x="231394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8" name="Forme libre : forme 4757">
              <a:extLst>
                <a:ext uri="{FF2B5EF4-FFF2-40B4-BE49-F238E27FC236}">
                  <a16:creationId xmlns:a16="http://schemas.microsoft.com/office/drawing/2014/main" id="{BFB9BCD6-1F36-117C-6B8E-2A328DAD2B5E}"/>
                </a:ext>
              </a:extLst>
            </p:cNvPr>
            <p:cNvSpPr/>
            <p:nvPr/>
          </p:nvSpPr>
          <p:spPr bwMode="gray">
            <a:xfrm>
              <a:off x="226441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59" name="Forme libre : forme 4758">
              <a:extLst>
                <a:ext uri="{FF2B5EF4-FFF2-40B4-BE49-F238E27FC236}">
                  <a16:creationId xmlns:a16="http://schemas.microsoft.com/office/drawing/2014/main" id="{111DDD6D-196D-C60C-2109-9436E3E40B61}"/>
                </a:ext>
              </a:extLst>
            </p:cNvPr>
            <p:cNvSpPr/>
            <p:nvPr/>
          </p:nvSpPr>
          <p:spPr bwMode="gray">
            <a:xfrm>
              <a:off x="221488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0" name="Forme libre : forme 4759">
              <a:extLst>
                <a:ext uri="{FF2B5EF4-FFF2-40B4-BE49-F238E27FC236}">
                  <a16:creationId xmlns:a16="http://schemas.microsoft.com/office/drawing/2014/main" id="{61E4F466-E6CA-1E8A-BDE4-68D04D0D9734}"/>
                </a:ext>
              </a:extLst>
            </p:cNvPr>
            <p:cNvSpPr/>
            <p:nvPr/>
          </p:nvSpPr>
          <p:spPr bwMode="gray">
            <a:xfrm>
              <a:off x="216662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1" name="Forme libre : forme 4760">
              <a:extLst>
                <a:ext uri="{FF2B5EF4-FFF2-40B4-BE49-F238E27FC236}">
                  <a16:creationId xmlns:a16="http://schemas.microsoft.com/office/drawing/2014/main" id="{240F4038-95B3-B884-4818-888645C4555A}"/>
                </a:ext>
              </a:extLst>
            </p:cNvPr>
            <p:cNvSpPr/>
            <p:nvPr/>
          </p:nvSpPr>
          <p:spPr bwMode="gray">
            <a:xfrm>
              <a:off x="211709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2" name="Forme libre : forme 4761">
              <a:extLst>
                <a:ext uri="{FF2B5EF4-FFF2-40B4-BE49-F238E27FC236}">
                  <a16:creationId xmlns:a16="http://schemas.microsoft.com/office/drawing/2014/main" id="{8BA3C0FE-FB02-A054-D3D7-7DA143F717AC}"/>
                </a:ext>
              </a:extLst>
            </p:cNvPr>
            <p:cNvSpPr/>
            <p:nvPr/>
          </p:nvSpPr>
          <p:spPr bwMode="gray">
            <a:xfrm>
              <a:off x="206883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3" name="Forme libre : forme 4762">
              <a:extLst>
                <a:ext uri="{FF2B5EF4-FFF2-40B4-BE49-F238E27FC236}">
                  <a16:creationId xmlns:a16="http://schemas.microsoft.com/office/drawing/2014/main" id="{9B71C025-A37D-70BF-231B-AD611E08134D}"/>
                </a:ext>
              </a:extLst>
            </p:cNvPr>
            <p:cNvSpPr/>
            <p:nvPr/>
          </p:nvSpPr>
          <p:spPr bwMode="gray">
            <a:xfrm>
              <a:off x="201930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4" name="Forme libre : forme 4763">
              <a:extLst>
                <a:ext uri="{FF2B5EF4-FFF2-40B4-BE49-F238E27FC236}">
                  <a16:creationId xmlns:a16="http://schemas.microsoft.com/office/drawing/2014/main" id="{0F74ABD3-C242-31F5-2E15-31F25C65A1E0}"/>
                </a:ext>
              </a:extLst>
            </p:cNvPr>
            <p:cNvSpPr/>
            <p:nvPr/>
          </p:nvSpPr>
          <p:spPr bwMode="gray">
            <a:xfrm>
              <a:off x="1969770" y="44958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5" name="Forme libre : forme 4764">
              <a:extLst>
                <a:ext uri="{FF2B5EF4-FFF2-40B4-BE49-F238E27FC236}">
                  <a16:creationId xmlns:a16="http://schemas.microsoft.com/office/drawing/2014/main" id="{82D073F3-5691-7FE3-D1B8-007FA83CB5FF}"/>
                </a:ext>
              </a:extLst>
            </p:cNvPr>
            <p:cNvSpPr/>
            <p:nvPr/>
          </p:nvSpPr>
          <p:spPr bwMode="gray">
            <a:xfrm>
              <a:off x="481330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6" name="Forme libre : forme 4765">
              <a:extLst>
                <a:ext uri="{FF2B5EF4-FFF2-40B4-BE49-F238E27FC236}">
                  <a16:creationId xmlns:a16="http://schemas.microsoft.com/office/drawing/2014/main" id="{A3408C06-EA4B-A2B2-EDEA-A2BA3E71D5B0}"/>
                </a:ext>
              </a:extLst>
            </p:cNvPr>
            <p:cNvSpPr/>
            <p:nvPr/>
          </p:nvSpPr>
          <p:spPr bwMode="gray">
            <a:xfrm>
              <a:off x="476377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7" name="Forme libre : forme 4766">
              <a:extLst>
                <a:ext uri="{FF2B5EF4-FFF2-40B4-BE49-F238E27FC236}">
                  <a16:creationId xmlns:a16="http://schemas.microsoft.com/office/drawing/2014/main" id="{A42CF99E-2D5A-5D80-3365-A8119247CDBD}"/>
                </a:ext>
              </a:extLst>
            </p:cNvPr>
            <p:cNvSpPr/>
            <p:nvPr/>
          </p:nvSpPr>
          <p:spPr bwMode="gray">
            <a:xfrm>
              <a:off x="471551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8" name="Forme libre : forme 4767">
              <a:extLst>
                <a:ext uri="{FF2B5EF4-FFF2-40B4-BE49-F238E27FC236}">
                  <a16:creationId xmlns:a16="http://schemas.microsoft.com/office/drawing/2014/main" id="{7FD7EA13-3834-5627-C60B-9FA23576EEE2}"/>
                </a:ext>
              </a:extLst>
            </p:cNvPr>
            <p:cNvSpPr/>
            <p:nvPr/>
          </p:nvSpPr>
          <p:spPr bwMode="gray">
            <a:xfrm>
              <a:off x="466598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69" name="Forme libre : forme 4768">
              <a:extLst>
                <a:ext uri="{FF2B5EF4-FFF2-40B4-BE49-F238E27FC236}">
                  <a16:creationId xmlns:a16="http://schemas.microsoft.com/office/drawing/2014/main" id="{03364DF6-5789-3387-DFD1-8E84B93812C5}"/>
                </a:ext>
              </a:extLst>
            </p:cNvPr>
            <p:cNvSpPr/>
            <p:nvPr/>
          </p:nvSpPr>
          <p:spPr bwMode="gray">
            <a:xfrm>
              <a:off x="461772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0" name="Forme libre : forme 4769">
              <a:extLst>
                <a:ext uri="{FF2B5EF4-FFF2-40B4-BE49-F238E27FC236}">
                  <a16:creationId xmlns:a16="http://schemas.microsoft.com/office/drawing/2014/main" id="{4E40F628-5B4B-C10C-E7C8-2F04CE18F30E}"/>
                </a:ext>
              </a:extLst>
            </p:cNvPr>
            <p:cNvSpPr/>
            <p:nvPr/>
          </p:nvSpPr>
          <p:spPr bwMode="gray">
            <a:xfrm>
              <a:off x="456819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1" name="Forme libre : forme 4770">
              <a:extLst>
                <a:ext uri="{FF2B5EF4-FFF2-40B4-BE49-F238E27FC236}">
                  <a16:creationId xmlns:a16="http://schemas.microsoft.com/office/drawing/2014/main" id="{D0E6B8D8-93B2-B08C-1F74-0EDE18F41D7C}"/>
                </a:ext>
              </a:extLst>
            </p:cNvPr>
            <p:cNvSpPr/>
            <p:nvPr/>
          </p:nvSpPr>
          <p:spPr bwMode="gray">
            <a:xfrm>
              <a:off x="451866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2" name="Forme libre : forme 4771">
              <a:extLst>
                <a:ext uri="{FF2B5EF4-FFF2-40B4-BE49-F238E27FC236}">
                  <a16:creationId xmlns:a16="http://schemas.microsoft.com/office/drawing/2014/main" id="{126CA52F-1C51-7F55-A496-7E0577915104}"/>
                </a:ext>
              </a:extLst>
            </p:cNvPr>
            <p:cNvSpPr/>
            <p:nvPr/>
          </p:nvSpPr>
          <p:spPr bwMode="gray">
            <a:xfrm>
              <a:off x="447040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3" name="Forme libre : forme 4772">
              <a:extLst>
                <a:ext uri="{FF2B5EF4-FFF2-40B4-BE49-F238E27FC236}">
                  <a16:creationId xmlns:a16="http://schemas.microsoft.com/office/drawing/2014/main" id="{CF0B6826-7E92-0C70-958F-EF5CF8891B96}"/>
                </a:ext>
              </a:extLst>
            </p:cNvPr>
            <p:cNvSpPr/>
            <p:nvPr/>
          </p:nvSpPr>
          <p:spPr bwMode="gray">
            <a:xfrm>
              <a:off x="442087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4" name="Forme libre : forme 4773">
              <a:extLst>
                <a:ext uri="{FF2B5EF4-FFF2-40B4-BE49-F238E27FC236}">
                  <a16:creationId xmlns:a16="http://schemas.microsoft.com/office/drawing/2014/main" id="{F0F36CB5-8D64-AF02-2DA0-E87D3E5DB169}"/>
                </a:ext>
              </a:extLst>
            </p:cNvPr>
            <p:cNvSpPr/>
            <p:nvPr/>
          </p:nvSpPr>
          <p:spPr bwMode="gray">
            <a:xfrm>
              <a:off x="437261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5" name="Forme libre : forme 4774">
              <a:extLst>
                <a:ext uri="{FF2B5EF4-FFF2-40B4-BE49-F238E27FC236}">
                  <a16:creationId xmlns:a16="http://schemas.microsoft.com/office/drawing/2014/main" id="{CF72A267-4978-87D8-17D3-62BA42BC0CB5}"/>
                </a:ext>
              </a:extLst>
            </p:cNvPr>
            <p:cNvSpPr/>
            <p:nvPr/>
          </p:nvSpPr>
          <p:spPr bwMode="gray">
            <a:xfrm>
              <a:off x="432308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6" name="Forme libre : forme 4775">
              <a:extLst>
                <a:ext uri="{FF2B5EF4-FFF2-40B4-BE49-F238E27FC236}">
                  <a16:creationId xmlns:a16="http://schemas.microsoft.com/office/drawing/2014/main" id="{FD80224B-36FE-F7FA-BA33-DE8F5CA2EAC4}"/>
                </a:ext>
              </a:extLst>
            </p:cNvPr>
            <p:cNvSpPr/>
            <p:nvPr/>
          </p:nvSpPr>
          <p:spPr bwMode="gray">
            <a:xfrm>
              <a:off x="427355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7" name="Forme libre : forme 4776">
              <a:extLst>
                <a:ext uri="{FF2B5EF4-FFF2-40B4-BE49-F238E27FC236}">
                  <a16:creationId xmlns:a16="http://schemas.microsoft.com/office/drawing/2014/main" id="{C1D9C077-D0EE-7968-58F0-39ED422ED8F2}"/>
                </a:ext>
              </a:extLst>
            </p:cNvPr>
            <p:cNvSpPr/>
            <p:nvPr/>
          </p:nvSpPr>
          <p:spPr bwMode="gray">
            <a:xfrm>
              <a:off x="422529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8" name="Forme libre : forme 4777">
              <a:extLst>
                <a:ext uri="{FF2B5EF4-FFF2-40B4-BE49-F238E27FC236}">
                  <a16:creationId xmlns:a16="http://schemas.microsoft.com/office/drawing/2014/main" id="{04F91380-89AC-0C1E-9E92-040DAEB26EA2}"/>
                </a:ext>
              </a:extLst>
            </p:cNvPr>
            <p:cNvSpPr/>
            <p:nvPr/>
          </p:nvSpPr>
          <p:spPr bwMode="gray">
            <a:xfrm>
              <a:off x="417576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79" name="Forme libre : forme 4778">
              <a:extLst>
                <a:ext uri="{FF2B5EF4-FFF2-40B4-BE49-F238E27FC236}">
                  <a16:creationId xmlns:a16="http://schemas.microsoft.com/office/drawing/2014/main" id="{E563CB1D-D95D-251A-D04D-1BB14CE9DB56}"/>
                </a:ext>
              </a:extLst>
            </p:cNvPr>
            <p:cNvSpPr/>
            <p:nvPr/>
          </p:nvSpPr>
          <p:spPr bwMode="gray">
            <a:xfrm>
              <a:off x="290195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0" name="Forme libre : forme 4779">
              <a:extLst>
                <a:ext uri="{FF2B5EF4-FFF2-40B4-BE49-F238E27FC236}">
                  <a16:creationId xmlns:a16="http://schemas.microsoft.com/office/drawing/2014/main" id="{8FCF8DFE-F699-F33B-398C-22CF832296FE}"/>
                </a:ext>
              </a:extLst>
            </p:cNvPr>
            <p:cNvSpPr/>
            <p:nvPr/>
          </p:nvSpPr>
          <p:spPr bwMode="gray">
            <a:xfrm>
              <a:off x="285242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1" name="Forme libre : forme 4780">
              <a:extLst>
                <a:ext uri="{FF2B5EF4-FFF2-40B4-BE49-F238E27FC236}">
                  <a16:creationId xmlns:a16="http://schemas.microsoft.com/office/drawing/2014/main" id="{5FC54F70-B99D-431F-69C4-62FC31D5F1ED}"/>
                </a:ext>
              </a:extLst>
            </p:cNvPr>
            <p:cNvSpPr/>
            <p:nvPr/>
          </p:nvSpPr>
          <p:spPr bwMode="gray">
            <a:xfrm>
              <a:off x="280416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2" name="Forme libre : forme 4781">
              <a:extLst>
                <a:ext uri="{FF2B5EF4-FFF2-40B4-BE49-F238E27FC236}">
                  <a16:creationId xmlns:a16="http://schemas.microsoft.com/office/drawing/2014/main" id="{FD2F86E7-7B7C-2D03-295D-EA0C60ADBF6C}"/>
                </a:ext>
              </a:extLst>
            </p:cNvPr>
            <p:cNvSpPr/>
            <p:nvPr/>
          </p:nvSpPr>
          <p:spPr bwMode="gray">
            <a:xfrm>
              <a:off x="275463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3" name="Forme libre : forme 4782">
              <a:extLst>
                <a:ext uri="{FF2B5EF4-FFF2-40B4-BE49-F238E27FC236}">
                  <a16:creationId xmlns:a16="http://schemas.microsoft.com/office/drawing/2014/main" id="{BAE56F07-1AFD-6FC5-0AA0-B7439C0D4785}"/>
                </a:ext>
              </a:extLst>
            </p:cNvPr>
            <p:cNvSpPr/>
            <p:nvPr/>
          </p:nvSpPr>
          <p:spPr bwMode="gray">
            <a:xfrm>
              <a:off x="270510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4" name="Forme libre : forme 4783">
              <a:extLst>
                <a:ext uri="{FF2B5EF4-FFF2-40B4-BE49-F238E27FC236}">
                  <a16:creationId xmlns:a16="http://schemas.microsoft.com/office/drawing/2014/main" id="{29357DA3-29CE-63B2-0319-1F0B8A2774E4}"/>
                </a:ext>
              </a:extLst>
            </p:cNvPr>
            <p:cNvSpPr/>
            <p:nvPr/>
          </p:nvSpPr>
          <p:spPr bwMode="gray">
            <a:xfrm>
              <a:off x="265684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5" name="Forme libre : forme 4784">
              <a:extLst>
                <a:ext uri="{FF2B5EF4-FFF2-40B4-BE49-F238E27FC236}">
                  <a16:creationId xmlns:a16="http://schemas.microsoft.com/office/drawing/2014/main" id="{2C4B252F-9530-B8D3-474B-DF59982D1A37}"/>
                </a:ext>
              </a:extLst>
            </p:cNvPr>
            <p:cNvSpPr/>
            <p:nvPr/>
          </p:nvSpPr>
          <p:spPr bwMode="gray">
            <a:xfrm>
              <a:off x="260731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6" name="Forme libre : forme 4785">
              <a:extLst>
                <a:ext uri="{FF2B5EF4-FFF2-40B4-BE49-F238E27FC236}">
                  <a16:creationId xmlns:a16="http://schemas.microsoft.com/office/drawing/2014/main" id="{A7FF865E-E15A-FF18-85D0-89DCEC7FCA5A}"/>
                </a:ext>
              </a:extLst>
            </p:cNvPr>
            <p:cNvSpPr/>
            <p:nvPr/>
          </p:nvSpPr>
          <p:spPr bwMode="gray">
            <a:xfrm>
              <a:off x="255905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7" name="Forme libre : forme 4786">
              <a:extLst>
                <a:ext uri="{FF2B5EF4-FFF2-40B4-BE49-F238E27FC236}">
                  <a16:creationId xmlns:a16="http://schemas.microsoft.com/office/drawing/2014/main" id="{1903D9F5-487C-1FA5-C414-F53D4E6C142D}"/>
                </a:ext>
              </a:extLst>
            </p:cNvPr>
            <p:cNvSpPr/>
            <p:nvPr/>
          </p:nvSpPr>
          <p:spPr bwMode="gray">
            <a:xfrm>
              <a:off x="250952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8" name="Forme libre : forme 4787">
              <a:extLst>
                <a:ext uri="{FF2B5EF4-FFF2-40B4-BE49-F238E27FC236}">
                  <a16:creationId xmlns:a16="http://schemas.microsoft.com/office/drawing/2014/main" id="{6C72D881-1806-B6B3-8450-19516B982C48}"/>
                </a:ext>
              </a:extLst>
            </p:cNvPr>
            <p:cNvSpPr/>
            <p:nvPr/>
          </p:nvSpPr>
          <p:spPr bwMode="gray">
            <a:xfrm>
              <a:off x="245999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89" name="Forme libre : forme 4788">
              <a:extLst>
                <a:ext uri="{FF2B5EF4-FFF2-40B4-BE49-F238E27FC236}">
                  <a16:creationId xmlns:a16="http://schemas.microsoft.com/office/drawing/2014/main" id="{FB0F9A6B-DFF8-AF8D-89CE-B8B5CBE9F92A}"/>
                </a:ext>
              </a:extLst>
            </p:cNvPr>
            <p:cNvSpPr/>
            <p:nvPr/>
          </p:nvSpPr>
          <p:spPr bwMode="gray">
            <a:xfrm>
              <a:off x="241173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0" name="Forme libre : forme 4789">
              <a:extLst>
                <a:ext uri="{FF2B5EF4-FFF2-40B4-BE49-F238E27FC236}">
                  <a16:creationId xmlns:a16="http://schemas.microsoft.com/office/drawing/2014/main" id="{AAB84943-C5E1-CB09-0004-3A4266DF1435}"/>
                </a:ext>
              </a:extLst>
            </p:cNvPr>
            <p:cNvSpPr/>
            <p:nvPr/>
          </p:nvSpPr>
          <p:spPr bwMode="gray">
            <a:xfrm>
              <a:off x="236220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1" name="Forme libre : forme 4790">
              <a:extLst>
                <a:ext uri="{FF2B5EF4-FFF2-40B4-BE49-F238E27FC236}">
                  <a16:creationId xmlns:a16="http://schemas.microsoft.com/office/drawing/2014/main" id="{305447E6-A181-2A36-ED5B-C134215DFB62}"/>
                </a:ext>
              </a:extLst>
            </p:cNvPr>
            <p:cNvSpPr/>
            <p:nvPr/>
          </p:nvSpPr>
          <p:spPr bwMode="gray">
            <a:xfrm>
              <a:off x="231394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2" name="Forme libre : forme 4791">
              <a:extLst>
                <a:ext uri="{FF2B5EF4-FFF2-40B4-BE49-F238E27FC236}">
                  <a16:creationId xmlns:a16="http://schemas.microsoft.com/office/drawing/2014/main" id="{54906867-365C-CEB2-F775-37169C47BF3C}"/>
                </a:ext>
              </a:extLst>
            </p:cNvPr>
            <p:cNvSpPr/>
            <p:nvPr/>
          </p:nvSpPr>
          <p:spPr bwMode="gray">
            <a:xfrm>
              <a:off x="226441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3" name="Forme libre : forme 4792">
              <a:extLst>
                <a:ext uri="{FF2B5EF4-FFF2-40B4-BE49-F238E27FC236}">
                  <a16:creationId xmlns:a16="http://schemas.microsoft.com/office/drawing/2014/main" id="{73752656-8512-5E20-8614-D0DFC4D3C412}"/>
                </a:ext>
              </a:extLst>
            </p:cNvPr>
            <p:cNvSpPr/>
            <p:nvPr/>
          </p:nvSpPr>
          <p:spPr bwMode="gray">
            <a:xfrm>
              <a:off x="221488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4" name="Forme libre : forme 4793">
              <a:extLst>
                <a:ext uri="{FF2B5EF4-FFF2-40B4-BE49-F238E27FC236}">
                  <a16:creationId xmlns:a16="http://schemas.microsoft.com/office/drawing/2014/main" id="{9E0ADC53-EFB3-A5A5-4A96-8D968335D30B}"/>
                </a:ext>
              </a:extLst>
            </p:cNvPr>
            <p:cNvSpPr/>
            <p:nvPr/>
          </p:nvSpPr>
          <p:spPr bwMode="gray">
            <a:xfrm>
              <a:off x="216662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5" name="Forme libre : forme 4794">
              <a:extLst>
                <a:ext uri="{FF2B5EF4-FFF2-40B4-BE49-F238E27FC236}">
                  <a16:creationId xmlns:a16="http://schemas.microsoft.com/office/drawing/2014/main" id="{C52737F9-DFD8-2315-1C2C-203E0C958028}"/>
                </a:ext>
              </a:extLst>
            </p:cNvPr>
            <p:cNvSpPr/>
            <p:nvPr/>
          </p:nvSpPr>
          <p:spPr bwMode="gray">
            <a:xfrm>
              <a:off x="211709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6" name="Forme libre : forme 4795">
              <a:extLst>
                <a:ext uri="{FF2B5EF4-FFF2-40B4-BE49-F238E27FC236}">
                  <a16:creationId xmlns:a16="http://schemas.microsoft.com/office/drawing/2014/main" id="{371AA8A8-F5E1-D929-0338-E10CF61A7AD3}"/>
                </a:ext>
              </a:extLst>
            </p:cNvPr>
            <p:cNvSpPr/>
            <p:nvPr/>
          </p:nvSpPr>
          <p:spPr bwMode="gray">
            <a:xfrm>
              <a:off x="206883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7" name="Forme libre : forme 4796">
              <a:extLst>
                <a:ext uri="{FF2B5EF4-FFF2-40B4-BE49-F238E27FC236}">
                  <a16:creationId xmlns:a16="http://schemas.microsoft.com/office/drawing/2014/main" id="{AD638860-30E4-ACE8-122D-5D4DA694E852}"/>
                </a:ext>
              </a:extLst>
            </p:cNvPr>
            <p:cNvSpPr/>
            <p:nvPr/>
          </p:nvSpPr>
          <p:spPr bwMode="gray">
            <a:xfrm>
              <a:off x="201930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8" name="Forme libre : forme 4797">
              <a:extLst>
                <a:ext uri="{FF2B5EF4-FFF2-40B4-BE49-F238E27FC236}">
                  <a16:creationId xmlns:a16="http://schemas.microsoft.com/office/drawing/2014/main" id="{9A06FC50-BA60-4701-D34B-991DBA1FC422}"/>
                </a:ext>
              </a:extLst>
            </p:cNvPr>
            <p:cNvSpPr/>
            <p:nvPr/>
          </p:nvSpPr>
          <p:spPr bwMode="gray">
            <a:xfrm>
              <a:off x="196977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799" name="Forme libre : forme 4798">
              <a:extLst>
                <a:ext uri="{FF2B5EF4-FFF2-40B4-BE49-F238E27FC236}">
                  <a16:creationId xmlns:a16="http://schemas.microsoft.com/office/drawing/2014/main" id="{2862B548-A134-22E2-3913-C7CF015827F5}"/>
                </a:ext>
              </a:extLst>
            </p:cNvPr>
            <p:cNvSpPr/>
            <p:nvPr/>
          </p:nvSpPr>
          <p:spPr bwMode="gray">
            <a:xfrm>
              <a:off x="1921510" y="4446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0" name="Forme libre : forme 4799">
              <a:extLst>
                <a:ext uri="{FF2B5EF4-FFF2-40B4-BE49-F238E27FC236}">
                  <a16:creationId xmlns:a16="http://schemas.microsoft.com/office/drawing/2014/main" id="{53603A71-D58D-856C-C05A-E5596A0F706B}"/>
                </a:ext>
              </a:extLst>
            </p:cNvPr>
            <p:cNvSpPr/>
            <p:nvPr/>
          </p:nvSpPr>
          <p:spPr bwMode="gray">
            <a:xfrm>
              <a:off x="7459980" y="43980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1" name="Forme libre : forme 4800">
              <a:extLst>
                <a:ext uri="{FF2B5EF4-FFF2-40B4-BE49-F238E27FC236}">
                  <a16:creationId xmlns:a16="http://schemas.microsoft.com/office/drawing/2014/main" id="{6B025CA6-7E47-D56D-72AB-913031483B18}"/>
                </a:ext>
              </a:extLst>
            </p:cNvPr>
            <p:cNvSpPr/>
            <p:nvPr/>
          </p:nvSpPr>
          <p:spPr bwMode="gray">
            <a:xfrm>
              <a:off x="7410450" y="43980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2" name="Forme libre : forme 4801">
              <a:extLst>
                <a:ext uri="{FF2B5EF4-FFF2-40B4-BE49-F238E27FC236}">
                  <a16:creationId xmlns:a16="http://schemas.microsoft.com/office/drawing/2014/main" id="{56A491A2-657F-7A42-6F78-CB94736674A8}"/>
                </a:ext>
              </a:extLst>
            </p:cNvPr>
            <p:cNvSpPr/>
            <p:nvPr/>
          </p:nvSpPr>
          <p:spPr bwMode="gray">
            <a:xfrm>
              <a:off x="7312659" y="43980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3" name="Forme libre : forme 4802">
              <a:extLst>
                <a:ext uri="{FF2B5EF4-FFF2-40B4-BE49-F238E27FC236}">
                  <a16:creationId xmlns:a16="http://schemas.microsoft.com/office/drawing/2014/main" id="{5D95DBA8-94A7-5018-E848-0D2CBF3E29D3}"/>
                </a:ext>
              </a:extLst>
            </p:cNvPr>
            <p:cNvSpPr/>
            <p:nvPr/>
          </p:nvSpPr>
          <p:spPr bwMode="gray">
            <a:xfrm>
              <a:off x="7264400" y="43980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4" name="Forme libre : forme 4803">
              <a:extLst>
                <a:ext uri="{FF2B5EF4-FFF2-40B4-BE49-F238E27FC236}">
                  <a16:creationId xmlns:a16="http://schemas.microsoft.com/office/drawing/2014/main" id="{A6B8CCFA-24B4-6AF4-24F0-BA259E0A8E59}"/>
                </a:ext>
              </a:extLst>
            </p:cNvPr>
            <p:cNvSpPr/>
            <p:nvPr/>
          </p:nvSpPr>
          <p:spPr bwMode="gray">
            <a:xfrm>
              <a:off x="476377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5" name="Forme libre : forme 4804">
              <a:extLst>
                <a:ext uri="{FF2B5EF4-FFF2-40B4-BE49-F238E27FC236}">
                  <a16:creationId xmlns:a16="http://schemas.microsoft.com/office/drawing/2014/main" id="{3C3A160B-2346-B4ED-7D60-CBEA030B70C6}"/>
                </a:ext>
              </a:extLst>
            </p:cNvPr>
            <p:cNvSpPr/>
            <p:nvPr/>
          </p:nvSpPr>
          <p:spPr bwMode="gray">
            <a:xfrm>
              <a:off x="47155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6" name="Forme libre : forme 4805">
              <a:extLst>
                <a:ext uri="{FF2B5EF4-FFF2-40B4-BE49-F238E27FC236}">
                  <a16:creationId xmlns:a16="http://schemas.microsoft.com/office/drawing/2014/main" id="{33D3A160-F056-AEA5-8EEA-2300DD8C5054}"/>
                </a:ext>
              </a:extLst>
            </p:cNvPr>
            <p:cNvSpPr/>
            <p:nvPr/>
          </p:nvSpPr>
          <p:spPr bwMode="gray">
            <a:xfrm>
              <a:off x="466598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7" name="Forme libre : forme 4806">
              <a:extLst>
                <a:ext uri="{FF2B5EF4-FFF2-40B4-BE49-F238E27FC236}">
                  <a16:creationId xmlns:a16="http://schemas.microsoft.com/office/drawing/2014/main" id="{3693F4EF-7CA9-50DD-E998-23CDA4BA8C72}"/>
                </a:ext>
              </a:extLst>
            </p:cNvPr>
            <p:cNvSpPr/>
            <p:nvPr/>
          </p:nvSpPr>
          <p:spPr bwMode="gray">
            <a:xfrm>
              <a:off x="461772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8" name="Forme libre : forme 4807">
              <a:extLst>
                <a:ext uri="{FF2B5EF4-FFF2-40B4-BE49-F238E27FC236}">
                  <a16:creationId xmlns:a16="http://schemas.microsoft.com/office/drawing/2014/main" id="{579AB88C-F1DE-F4CF-6BA9-8BF0D9B93576}"/>
                </a:ext>
              </a:extLst>
            </p:cNvPr>
            <p:cNvSpPr/>
            <p:nvPr/>
          </p:nvSpPr>
          <p:spPr bwMode="gray">
            <a:xfrm>
              <a:off x="456819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09" name="Forme libre : forme 4808">
              <a:extLst>
                <a:ext uri="{FF2B5EF4-FFF2-40B4-BE49-F238E27FC236}">
                  <a16:creationId xmlns:a16="http://schemas.microsoft.com/office/drawing/2014/main" id="{A3CD0618-50CD-5B02-270D-2F34F78FB5FA}"/>
                </a:ext>
              </a:extLst>
            </p:cNvPr>
            <p:cNvSpPr/>
            <p:nvPr/>
          </p:nvSpPr>
          <p:spPr bwMode="gray">
            <a:xfrm>
              <a:off x="451866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0" name="Forme libre : forme 4809">
              <a:extLst>
                <a:ext uri="{FF2B5EF4-FFF2-40B4-BE49-F238E27FC236}">
                  <a16:creationId xmlns:a16="http://schemas.microsoft.com/office/drawing/2014/main" id="{0FF2B40B-7DB3-27AC-1FB2-F1D572FFB8F0}"/>
                </a:ext>
              </a:extLst>
            </p:cNvPr>
            <p:cNvSpPr/>
            <p:nvPr/>
          </p:nvSpPr>
          <p:spPr bwMode="gray">
            <a:xfrm>
              <a:off x="447040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1" name="Forme libre : forme 4810">
              <a:extLst>
                <a:ext uri="{FF2B5EF4-FFF2-40B4-BE49-F238E27FC236}">
                  <a16:creationId xmlns:a16="http://schemas.microsoft.com/office/drawing/2014/main" id="{0A12598A-77E7-ABEE-91DA-0FF4CE1DFB61}"/>
                </a:ext>
              </a:extLst>
            </p:cNvPr>
            <p:cNvSpPr/>
            <p:nvPr/>
          </p:nvSpPr>
          <p:spPr bwMode="gray">
            <a:xfrm>
              <a:off x="442087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2" name="Forme libre : forme 4811">
              <a:extLst>
                <a:ext uri="{FF2B5EF4-FFF2-40B4-BE49-F238E27FC236}">
                  <a16:creationId xmlns:a16="http://schemas.microsoft.com/office/drawing/2014/main" id="{0AD2916F-BF1B-A4D6-3FD8-40E788322783}"/>
                </a:ext>
              </a:extLst>
            </p:cNvPr>
            <p:cNvSpPr/>
            <p:nvPr/>
          </p:nvSpPr>
          <p:spPr bwMode="gray">
            <a:xfrm>
              <a:off x="43726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3" name="Forme libre : forme 4812">
              <a:extLst>
                <a:ext uri="{FF2B5EF4-FFF2-40B4-BE49-F238E27FC236}">
                  <a16:creationId xmlns:a16="http://schemas.microsoft.com/office/drawing/2014/main" id="{DF180AFF-18B1-CBE3-8EE3-F93D34C0A0D2}"/>
                </a:ext>
              </a:extLst>
            </p:cNvPr>
            <p:cNvSpPr/>
            <p:nvPr/>
          </p:nvSpPr>
          <p:spPr bwMode="gray">
            <a:xfrm>
              <a:off x="432308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4" name="Forme libre : forme 4813">
              <a:extLst>
                <a:ext uri="{FF2B5EF4-FFF2-40B4-BE49-F238E27FC236}">
                  <a16:creationId xmlns:a16="http://schemas.microsoft.com/office/drawing/2014/main" id="{20DA903B-9960-9FC6-DD61-3DE4A1D0EB44}"/>
                </a:ext>
              </a:extLst>
            </p:cNvPr>
            <p:cNvSpPr/>
            <p:nvPr/>
          </p:nvSpPr>
          <p:spPr bwMode="gray">
            <a:xfrm>
              <a:off x="427355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5" name="Forme libre : forme 4814">
              <a:extLst>
                <a:ext uri="{FF2B5EF4-FFF2-40B4-BE49-F238E27FC236}">
                  <a16:creationId xmlns:a16="http://schemas.microsoft.com/office/drawing/2014/main" id="{AF6884A8-814F-B094-7E44-7848328AB90B}"/>
                </a:ext>
              </a:extLst>
            </p:cNvPr>
            <p:cNvSpPr/>
            <p:nvPr/>
          </p:nvSpPr>
          <p:spPr bwMode="gray">
            <a:xfrm>
              <a:off x="422529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6" name="Forme libre : forme 4815">
              <a:extLst>
                <a:ext uri="{FF2B5EF4-FFF2-40B4-BE49-F238E27FC236}">
                  <a16:creationId xmlns:a16="http://schemas.microsoft.com/office/drawing/2014/main" id="{5979B4A6-4A6A-55E9-884F-BFEFC2DAD323}"/>
                </a:ext>
              </a:extLst>
            </p:cNvPr>
            <p:cNvSpPr/>
            <p:nvPr/>
          </p:nvSpPr>
          <p:spPr bwMode="gray">
            <a:xfrm>
              <a:off x="417576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7" name="Forme libre : forme 4816">
              <a:extLst>
                <a:ext uri="{FF2B5EF4-FFF2-40B4-BE49-F238E27FC236}">
                  <a16:creationId xmlns:a16="http://schemas.microsoft.com/office/drawing/2014/main" id="{6EF55F30-1C68-5205-ED53-197E7183A223}"/>
                </a:ext>
              </a:extLst>
            </p:cNvPr>
            <p:cNvSpPr/>
            <p:nvPr/>
          </p:nvSpPr>
          <p:spPr bwMode="gray">
            <a:xfrm>
              <a:off x="29502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8" name="Forme libre : forme 4817">
              <a:extLst>
                <a:ext uri="{FF2B5EF4-FFF2-40B4-BE49-F238E27FC236}">
                  <a16:creationId xmlns:a16="http://schemas.microsoft.com/office/drawing/2014/main" id="{79469299-545D-73E6-55C7-AFD25008A010}"/>
                </a:ext>
              </a:extLst>
            </p:cNvPr>
            <p:cNvSpPr/>
            <p:nvPr/>
          </p:nvSpPr>
          <p:spPr bwMode="gray">
            <a:xfrm>
              <a:off x="290195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19" name="Forme libre : forme 4818">
              <a:extLst>
                <a:ext uri="{FF2B5EF4-FFF2-40B4-BE49-F238E27FC236}">
                  <a16:creationId xmlns:a16="http://schemas.microsoft.com/office/drawing/2014/main" id="{6F6681F9-39E1-1829-F6F2-087E7B211DAB}"/>
                </a:ext>
              </a:extLst>
            </p:cNvPr>
            <p:cNvSpPr/>
            <p:nvPr/>
          </p:nvSpPr>
          <p:spPr bwMode="gray">
            <a:xfrm>
              <a:off x="285242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0" name="Forme libre : forme 4819">
              <a:extLst>
                <a:ext uri="{FF2B5EF4-FFF2-40B4-BE49-F238E27FC236}">
                  <a16:creationId xmlns:a16="http://schemas.microsoft.com/office/drawing/2014/main" id="{0007279F-A8D4-F54B-478A-206A3989203D}"/>
                </a:ext>
              </a:extLst>
            </p:cNvPr>
            <p:cNvSpPr/>
            <p:nvPr/>
          </p:nvSpPr>
          <p:spPr bwMode="gray">
            <a:xfrm>
              <a:off x="280416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1" name="Forme libre : forme 4820">
              <a:extLst>
                <a:ext uri="{FF2B5EF4-FFF2-40B4-BE49-F238E27FC236}">
                  <a16:creationId xmlns:a16="http://schemas.microsoft.com/office/drawing/2014/main" id="{0E463B26-50B1-2AC0-BD91-BE39B01373AC}"/>
                </a:ext>
              </a:extLst>
            </p:cNvPr>
            <p:cNvSpPr/>
            <p:nvPr/>
          </p:nvSpPr>
          <p:spPr bwMode="gray">
            <a:xfrm>
              <a:off x="275463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2" name="Forme libre : forme 4821">
              <a:extLst>
                <a:ext uri="{FF2B5EF4-FFF2-40B4-BE49-F238E27FC236}">
                  <a16:creationId xmlns:a16="http://schemas.microsoft.com/office/drawing/2014/main" id="{F86D1120-6A03-CE29-FEBF-5CDB5937C115}"/>
                </a:ext>
              </a:extLst>
            </p:cNvPr>
            <p:cNvSpPr/>
            <p:nvPr/>
          </p:nvSpPr>
          <p:spPr bwMode="gray">
            <a:xfrm>
              <a:off x="270510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3" name="Forme libre : forme 4822">
              <a:extLst>
                <a:ext uri="{FF2B5EF4-FFF2-40B4-BE49-F238E27FC236}">
                  <a16:creationId xmlns:a16="http://schemas.microsoft.com/office/drawing/2014/main" id="{6FCCA2A6-8A51-2289-AC6F-44AE403A67A3}"/>
                </a:ext>
              </a:extLst>
            </p:cNvPr>
            <p:cNvSpPr/>
            <p:nvPr/>
          </p:nvSpPr>
          <p:spPr bwMode="gray">
            <a:xfrm>
              <a:off x="265684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4" name="Forme libre : forme 4823">
              <a:extLst>
                <a:ext uri="{FF2B5EF4-FFF2-40B4-BE49-F238E27FC236}">
                  <a16:creationId xmlns:a16="http://schemas.microsoft.com/office/drawing/2014/main" id="{74CD071A-D50C-24F4-04D0-94CBC452CA48}"/>
                </a:ext>
              </a:extLst>
            </p:cNvPr>
            <p:cNvSpPr/>
            <p:nvPr/>
          </p:nvSpPr>
          <p:spPr bwMode="gray">
            <a:xfrm>
              <a:off x="26073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5" name="Forme libre : forme 4824">
              <a:extLst>
                <a:ext uri="{FF2B5EF4-FFF2-40B4-BE49-F238E27FC236}">
                  <a16:creationId xmlns:a16="http://schemas.microsoft.com/office/drawing/2014/main" id="{60A22B7D-3E12-E9FE-FE31-3E7F11BB43C3}"/>
                </a:ext>
              </a:extLst>
            </p:cNvPr>
            <p:cNvSpPr/>
            <p:nvPr/>
          </p:nvSpPr>
          <p:spPr bwMode="gray">
            <a:xfrm>
              <a:off x="255905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6" name="Forme libre : forme 4825">
              <a:extLst>
                <a:ext uri="{FF2B5EF4-FFF2-40B4-BE49-F238E27FC236}">
                  <a16:creationId xmlns:a16="http://schemas.microsoft.com/office/drawing/2014/main" id="{3A48BE61-5A3B-151C-B255-A818EFB3CE17}"/>
                </a:ext>
              </a:extLst>
            </p:cNvPr>
            <p:cNvSpPr/>
            <p:nvPr/>
          </p:nvSpPr>
          <p:spPr bwMode="gray">
            <a:xfrm>
              <a:off x="250952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7" name="Forme libre : forme 4826">
              <a:extLst>
                <a:ext uri="{FF2B5EF4-FFF2-40B4-BE49-F238E27FC236}">
                  <a16:creationId xmlns:a16="http://schemas.microsoft.com/office/drawing/2014/main" id="{DCC89641-B6EF-4319-238D-D54E5DF3A0D5}"/>
                </a:ext>
              </a:extLst>
            </p:cNvPr>
            <p:cNvSpPr/>
            <p:nvPr/>
          </p:nvSpPr>
          <p:spPr bwMode="gray">
            <a:xfrm>
              <a:off x="245999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8" name="Forme libre : forme 4827">
              <a:extLst>
                <a:ext uri="{FF2B5EF4-FFF2-40B4-BE49-F238E27FC236}">
                  <a16:creationId xmlns:a16="http://schemas.microsoft.com/office/drawing/2014/main" id="{C4CAF06C-E475-633F-3CA8-1F5DE8AB1541}"/>
                </a:ext>
              </a:extLst>
            </p:cNvPr>
            <p:cNvSpPr/>
            <p:nvPr/>
          </p:nvSpPr>
          <p:spPr bwMode="gray">
            <a:xfrm>
              <a:off x="241173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29" name="Forme libre : forme 4828">
              <a:extLst>
                <a:ext uri="{FF2B5EF4-FFF2-40B4-BE49-F238E27FC236}">
                  <a16:creationId xmlns:a16="http://schemas.microsoft.com/office/drawing/2014/main" id="{EA7CAE83-AC05-0884-4888-FB26F444A89D}"/>
                </a:ext>
              </a:extLst>
            </p:cNvPr>
            <p:cNvSpPr/>
            <p:nvPr/>
          </p:nvSpPr>
          <p:spPr bwMode="gray">
            <a:xfrm>
              <a:off x="236220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0" name="Forme libre : forme 4829">
              <a:extLst>
                <a:ext uri="{FF2B5EF4-FFF2-40B4-BE49-F238E27FC236}">
                  <a16:creationId xmlns:a16="http://schemas.microsoft.com/office/drawing/2014/main" id="{B948C7A3-75E2-0BEB-B1A3-66BCDE0DCF68}"/>
                </a:ext>
              </a:extLst>
            </p:cNvPr>
            <p:cNvSpPr/>
            <p:nvPr/>
          </p:nvSpPr>
          <p:spPr bwMode="gray">
            <a:xfrm>
              <a:off x="231394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1" name="Forme libre : forme 4830">
              <a:extLst>
                <a:ext uri="{FF2B5EF4-FFF2-40B4-BE49-F238E27FC236}">
                  <a16:creationId xmlns:a16="http://schemas.microsoft.com/office/drawing/2014/main" id="{89793C23-4EDD-3426-8D6D-413FFB2599C7}"/>
                </a:ext>
              </a:extLst>
            </p:cNvPr>
            <p:cNvSpPr/>
            <p:nvPr/>
          </p:nvSpPr>
          <p:spPr bwMode="gray">
            <a:xfrm>
              <a:off x="22644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2" name="Forme libre : forme 4831">
              <a:extLst>
                <a:ext uri="{FF2B5EF4-FFF2-40B4-BE49-F238E27FC236}">
                  <a16:creationId xmlns:a16="http://schemas.microsoft.com/office/drawing/2014/main" id="{03D8E1C2-B8DF-DA2F-72C2-A736C73F547B}"/>
                </a:ext>
              </a:extLst>
            </p:cNvPr>
            <p:cNvSpPr/>
            <p:nvPr/>
          </p:nvSpPr>
          <p:spPr bwMode="gray">
            <a:xfrm>
              <a:off x="221488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3" name="Forme libre : forme 4832">
              <a:extLst>
                <a:ext uri="{FF2B5EF4-FFF2-40B4-BE49-F238E27FC236}">
                  <a16:creationId xmlns:a16="http://schemas.microsoft.com/office/drawing/2014/main" id="{30EE4894-B436-73C6-41EF-0F9D5E25F485}"/>
                </a:ext>
              </a:extLst>
            </p:cNvPr>
            <p:cNvSpPr/>
            <p:nvPr/>
          </p:nvSpPr>
          <p:spPr bwMode="gray">
            <a:xfrm>
              <a:off x="216662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4" name="Forme libre : forme 4833">
              <a:extLst>
                <a:ext uri="{FF2B5EF4-FFF2-40B4-BE49-F238E27FC236}">
                  <a16:creationId xmlns:a16="http://schemas.microsoft.com/office/drawing/2014/main" id="{39F77675-C4B0-30B3-59FC-BA5D32F8089D}"/>
                </a:ext>
              </a:extLst>
            </p:cNvPr>
            <p:cNvSpPr/>
            <p:nvPr/>
          </p:nvSpPr>
          <p:spPr bwMode="gray">
            <a:xfrm>
              <a:off x="211709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5" name="Forme libre : forme 4834">
              <a:extLst>
                <a:ext uri="{FF2B5EF4-FFF2-40B4-BE49-F238E27FC236}">
                  <a16:creationId xmlns:a16="http://schemas.microsoft.com/office/drawing/2014/main" id="{028647F5-DC41-2F8F-B6F7-C37FA761469D}"/>
                </a:ext>
              </a:extLst>
            </p:cNvPr>
            <p:cNvSpPr/>
            <p:nvPr/>
          </p:nvSpPr>
          <p:spPr bwMode="gray">
            <a:xfrm>
              <a:off x="206883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6" name="Forme libre : forme 4835">
              <a:extLst>
                <a:ext uri="{FF2B5EF4-FFF2-40B4-BE49-F238E27FC236}">
                  <a16:creationId xmlns:a16="http://schemas.microsoft.com/office/drawing/2014/main" id="{CE2570EC-41FD-718B-ABF2-FA6FA40724CA}"/>
                </a:ext>
              </a:extLst>
            </p:cNvPr>
            <p:cNvSpPr/>
            <p:nvPr/>
          </p:nvSpPr>
          <p:spPr bwMode="gray">
            <a:xfrm>
              <a:off x="201930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7" name="Forme libre : forme 4836">
              <a:extLst>
                <a:ext uri="{FF2B5EF4-FFF2-40B4-BE49-F238E27FC236}">
                  <a16:creationId xmlns:a16="http://schemas.microsoft.com/office/drawing/2014/main" id="{3B0B7B8E-09EE-1103-2946-BC1225B347E1}"/>
                </a:ext>
              </a:extLst>
            </p:cNvPr>
            <p:cNvSpPr/>
            <p:nvPr/>
          </p:nvSpPr>
          <p:spPr bwMode="gray">
            <a:xfrm>
              <a:off x="196977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8" name="Forme libre : forme 4837">
              <a:extLst>
                <a:ext uri="{FF2B5EF4-FFF2-40B4-BE49-F238E27FC236}">
                  <a16:creationId xmlns:a16="http://schemas.microsoft.com/office/drawing/2014/main" id="{1179BA4E-BEB0-E7E2-CC8F-3DB3B0B9137F}"/>
                </a:ext>
              </a:extLst>
            </p:cNvPr>
            <p:cNvSpPr/>
            <p:nvPr/>
          </p:nvSpPr>
          <p:spPr bwMode="gray">
            <a:xfrm>
              <a:off x="1921510" y="43980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39" name="Forme libre : forme 4838">
              <a:extLst>
                <a:ext uri="{FF2B5EF4-FFF2-40B4-BE49-F238E27FC236}">
                  <a16:creationId xmlns:a16="http://schemas.microsoft.com/office/drawing/2014/main" id="{32294D52-2D8E-8A8B-9A80-F588831868E8}"/>
                </a:ext>
              </a:extLst>
            </p:cNvPr>
            <p:cNvSpPr/>
            <p:nvPr/>
          </p:nvSpPr>
          <p:spPr bwMode="gray">
            <a:xfrm>
              <a:off x="7459980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0" name="Forme libre : forme 4839">
              <a:extLst>
                <a:ext uri="{FF2B5EF4-FFF2-40B4-BE49-F238E27FC236}">
                  <a16:creationId xmlns:a16="http://schemas.microsoft.com/office/drawing/2014/main" id="{592FED8A-F0C5-30C7-36F5-C29583277134}"/>
                </a:ext>
              </a:extLst>
            </p:cNvPr>
            <p:cNvSpPr/>
            <p:nvPr/>
          </p:nvSpPr>
          <p:spPr bwMode="gray">
            <a:xfrm>
              <a:off x="7410450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1" name="Forme libre : forme 4840">
              <a:extLst>
                <a:ext uri="{FF2B5EF4-FFF2-40B4-BE49-F238E27FC236}">
                  <a16:creationId xmlns:a16="http://schemas.microsoft.com/office/drawing/2014/main" id="{7CC62BBB-7561-2A58-FA80-393FC0F8071F}"/>
                </a:ext>
              </a:extLst>
            </p:cNvPr>
            <p:cNvSpPr/>
            <p:nvPr/>
          </p:nvSpPr>
          <p:spPr bwMode="gray">
            <a:xfrm>
              <a:off x="7362189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2" name="Forme libre : forme 4841">
              <a:extLst>
                <a:ext uri="{FF2B5EF4-FFF2-40B4-BE49-F238E27FC236}">
                  <a16:creationId xmlns:a16="http://schemas.microsoft.com/office/drawing/2014/main" id="{9AA672C2-8D10-8A44-B11A-A6ED71C9F596}"/>
                </a:ext>
              </a:extLst>
            </p:cNvPr>
            <p:cNvSpPr/>
            <p:nvPr/>
          </p:nvSpPr>
          <p:spPr bwMode="gray">
            <a:xfrm>
              <a:off x="7312659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3" name="Forme libre : forme 4842">
              <a:extLst>
                <a:ext uri="{FF2B5EF4-FFF2-40B4-BE49-F238E27FC236}">
                  <a16:creationId xmlns:a16="http://schemas.microsoft.com/office/drawing/2014/main" id="{3256BB7F-92E1-07BE-D55E-4A2333F1C4B5}"/>
                </a:ext>
              </a:extLst>
            </p:cNvPr>
            <p:cNvSpPr/>
            <p:nvPr/>
          </p:nvSpPr>
          <p:spPr bwMode="gray">
            <a:xfrm>
              <a:off x="7264400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4" name="Forme libre : forme 4843">
              <a:extLst>
                <a:ext uri="{FF2B5EF4-FFF2-40B4-BE49-F238E27FC236}">
                  <a16:creationId xmlns:a16="http://schemas.microsoft.com/office/drawing/2014/main" id="{1324DA68-E632-6ECB-0EE9-086A8F9B98A6}"/>
                </a:ext>
              </a:extLst>
            </p:cNvPr>
            <p:cNvSpPr/>
            <p:nvPr/>
          </p:nvSpPr>
          <p:spPr bwMode="gray">
            <a:xfrm>
              <a:off x="7214869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5" name="Forme libre : forme 4844">
              <a:extLst>
                <a:ext uri="{FF2B5EF4-FFF2-40B4-BE49-F238E27FC236}">
                  <a16:creationId xmlns:a16="http://schemas.microsoft.com/office/drawing/2014/main" id="{7673E6CA-FD75-91A8-D52C-393001D74AC5}"/>
                </a:ext>
              </a:extLst>
            </p:cNvPr>
            <p:cNvSpPr/>
            <p:nvPr/>
          </p:nvSpPr>
          <p:spPr bwMode="gray">
            <a:xfrm>
              <a:off x="6626859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6" name="Forme libre : forme 4845">
              <a:extLst>
                <a:ext uri="{FF2B5EF4-FFF2-40B4-BE49-F238E27FC236}">
                  <a16:creationId xmlns:a16="http://schemas.microsoft.com/office/drawing/2014/main" id="{6F335BE4-5F9E-6222-8FEF-B9596F4D9C1B}"/>
                </a:ext>
              </a:extLst>
            </p:cNvPr>
            <p:cNvSpPr/>
            <p:nvPr/>
          </p:nvSpPr>
          <p:spPr bwMode="gray">
            <a:xfrm>
              <a:off x="6577330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7" name="Forme libre : forme 4846">
              <a:extLst>
                <a:ext uri="{FF2B5EF4-FFF2-40B4-BE49-F238E27FC236}">
                  <a16:creationId xmlns:a16="http://schemas.microsoft.com/office/drawing/2014/main" id="{2272BBD9-CAD0-3611-8205-0C4603B50796}"/>
                </a:ext>
              </a:extLst>
            </p:cNvPr>
            <p:cNvSpPr/>
            <p:nvPr/>
          </p:nvSpPr>
          <p:spPr bwMode="gray">
            <a:xfrm>
              <a:off x="6529069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8" name="Forme libre : forme 4847">
              <a:extLst>
                <a:ext uri="{FF2B5EF4-FFF2-40B4-BE49-F238E27FC236}">
                  <a16:creationId xmlns:a16="http://schemas.microsoft.com/office/drawing/2014/main" id="{3F7AA4F6-4657-5B60-AD64-7403B1A44F54}"/>
                </a:ext>
              </a:extLst>
            </p:cNvPr>
            <p:cNvSpPr/>
            <p:nvPr/>
          </p:nvSpPr>
          <p:spPr bwMode="gray">
            <a:xfrm>
              <a:off x="6479540" y="43484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49" name="Forme libre : forme 4848">
              <a:extLst>
                <a:ext uri="{FF2B5EF4-FFF2-40B4-BE49-F238E27FC236}">
                  <a16:creationId xmlns:a16="http://schemas.microsoft.com/office/drawing/2014/main" id="{91A1991B-ED0E-C876-E625-70E76E44959E}"/>
                </a:ext>
              </a:extLst>
            </p:cNvPr>
            <p:cNvSpPr/>
            <p:nvPr/>
          </p:nvSpPr>
          <p:spPr bwMode="gray">
            <a:xfrm>
              <a:off x="64300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0" name="Forme libre : forme 4849">
              <a:extLst>
                <a:ext uri="{FF2B5EF4-FFF2-40B4-BE49-F238E27FC236}">
                  <a16:creationId xmlns:a16="http://schemas.microsoft.com/office/drawing/2014/main" id="{13D91061-EBA4-82FF-1B8F-4C3E55CED6E9}"/>
                </a:ext>
              </a:extLst>
            </p:cNvPr>
            <p:cNvSpPr/>
            <p:nvPr/>
          </p:nvSpPr>
          <p:spPr bwMode="gray">
            <a:xfrm>
              <a:off x="476377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1" name="Forme libre : forme 4850">
              <a:extLst>
                <a:ext uri="{FF2B5EF4-FFF2-40B4-BE49-F238E27FC236}">
                  <a16:creationId xmlns:a16="http://schemas.microsoft.com/office/drawing/2014/main" id="{92EE1ED1-6097-836F-0C73-12AACA6DB64E}"/>
                </a:ext>
              </a:extLst>
            </p:cNvPr>
            <p:cNvSpPr/>
            <p:nvPr/>
          </p:nvSpPr>
          <p:spPr bwMode="gray">
            <a:xfrm>
              <a:off x="47155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2" name="Forme libre : forme 4851">
              <a:extLst>
                <a:ext uri="{FF2B5EF4-FFF2-40B4-BE49-F238E27FC236}">
                  <a16:creationId xmlns:a16="http://schemas.microsoft.com/office/drawing/2014/main" id="{BED4BE3D-9ACD-EC57-81FE-895B27687DE8}"/>
                </a:ext>
              </a:extLst>
            </p:cNvPr>
            <p:cNvSpPr/>
            <p:nvPr/>
          </p:nvSpPr>
          <p:spPr bwMode="gray">
            <a:xfrm>
              <a:off x="466598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3" name="Forme libre : forme 4852">
              <a:extLst>
                <a:ext uri="{FF2B5EF4-FFF2-40B4-BE49-F238E27FC236}">
                  <a16:creationId xmlns:a16="http://schemas.microsoft.com/office/drawing/2014/main" id="{0A11FD09-4012-9A91-1E04-48703290FBE9}"/>
                </a:ext>
              </a:extLst>
            </p:cNvPr>
            <p:cNvSpPr/>
            <p:nvPr/>
          </p:nvSpPr>
          <p:spPr bwMode="gray">
            <a:xfrm>
              <a:off x="461772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4" name="Forme libre : forme 4853">
              <a:extLst>
                <a:ext uri="{FF2B5EF4-FFF2-40B4-BE49-F238E27FC236}">
                  <a16:creationId xmlns:a16="http://schemas.microsoft.com/office/drawing/2014/main" id="{4576DF8F-5C92-36BE-96DC-FA84349357C9}"/>
                </a:ext>
              </a:extLst>
            </p:cNvPr>
            <p:cNvSpPr/>
            <p:nvPr/>
          </p:nvSpPr>
          <p:spPr bwMode="gray">
            <a:xfrm>
              <a:off x="456819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5" name="Forme libre : forme 4854">
              <a:extLst>
                <a:ext uri="{FF2B5EF4-FFF2-40B4-BE49-F238E27FC236}">
                  <a16:creationId xmlns:a16="http://schemas.microsoft.com/office/drawing/2014/main" id="{ED081CAE-ECA4-2DF6-77AC-BEF7730E7AEE}"/>
                </a:ext>
              </a:extLst>
            </p:cNvPr>
            <p:cNvSpPr/>
            <p:nvPr/>
          </p:nvSpPr>
          <p:spPr bwMode="gray">
            <a:xfrm>
              <a:off x="451866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6" name="Forme libre : forme 4855">
              <a:extLst>
                <a:ext uri="{FF2B5EF4-FFF2-40B4-BE49-F238E27FC236}">
                  <a16:creationId xmlns:a16="http://schemas.microsoft.com/office/drawing/2014/main" id="{9DBF65EF-553E-8886-9ADD-4F6334107C1B}"/>
                </a:ext>
              </a:extLst>
            </p:cNvPr>
            <p:cNvSpPr/>
            <p:nvPr/>
          </p:nvSpPr>
          <p:spPr bwMode="gray">
            <a:xfrm>
              <a:off x="447040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7" name="Forme libre : forme 4856">
              <a:extLst>
                <a:ext uri="{FF2B5EF4-FFF2-40B4-BE49-F238E27FC236}">
                  <a16:creationId xmlns:a16="http://schemas.microsoft.com/office/drawing/2014/main" id="{634A9351-5851-35EF-BF36-0B91B08F59E3}"/>
                </a:ext>
              </a:extLst>
            </p:cNvPr>
            <p:cNvSpPr/>
            <p:nvPr/>
          </p:nvSpPr>
          <p:spPr bwMode="gray">
            <a:xfrm>
              <a:off x="442087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8" name="Forme libre : forme 4857">
              <a:extLst>
                <a:ext uri="{FF2B5EF4-FFF2-40B4-BE49-F238E27FC236}">
                  <a16:creationId xmlns:a16="http://schemas.microsoft.com/office/drawing/2014/main" id="{E064DEA0-443A-62D8-C5E2-37F94AC6C485}"/>
                </a:ext>
              </a:extLst>
            </p:cNvPr>
            <p:cNvSpPr/>
            <p:nvPr/>
          </p:nvSpPr>
          <p:spPr bwMode="gray">
            <a:xfrm>
              <a:off x="43726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59" name="Forme libre : forme 4858">
              <a:extLst>
                <a:ext uri="{FF2B5EF4-FFF2-40B4-BE49-F238E27FC236}">
                  <a16:creationId xmlns:a16="http://schemas.microsoft.com/office/drawing/2014/main" id="{A9BF544B-A205-2D16-0142-5DEBBDC492A4}"/>
                </a:ext>
              </a:extLst>
            </p:cNvPr>
            <p:cNvSpPr/>
            <p:nvPr/>
          </p:nvSpPr>
          <p:spPr bwMode="gray">
            <a:xfrm>
              <a:off x="432308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0" name="Forme libre : forme 4859">
              <a:extLst>
                <a:ext uri="{FF2B5EF4-FFF2-40B4-BE49-F238E27FC236}">
                  <a16:creationId xmlns:a16="http://schemas.microsoft.com/office/drawing/2014/main" id="{EE5A7CE3-1915-02F4-4452-18F3C7D123B6}"/>
                </a:ext>
              </a:extLst>
            </p:cNvPr>
            <p:cNvSpPr/>
            <p:nvPr/>
          </p:nvSpPr>
          <p:spPr bwMode="gray">
            <a:xfrm>
              <a:off x="427355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1" name="Forme libre : forme 4860">
              <a:extLst>
                <a:ext uri="{FF2B5EF4-FFF2-40B4-BE49-F238E27FC236}">
                  <a16:creationId xmlns:a16="http://schemas.microsoft.com/office/drawing/2014/main" id="{12F36BFE-9837-EACD-8840-26420DB2B42E}"/>
                </a:ext>
              </a:extLst>
            </p:cNvPr>
            <p:cNvSpPr/>
            <p:nvPr/>
          </p:nvSpPr>
          <p:spPr bwMode="gray">
            <a:xfrm>
              <a:off x="422529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2" name="Forme libre : forme 4861">
              <a:extLst>
                <a:ext uri="{FF2B5EF4-FFF2-40B4-BE49-F238E27FC236}">
                  <a16:creationId xmlns:a16="http://schemas.microsoft.com/office/drawing/2014/main" id="{42793575-CC72-8EF7-626F-671CEA8D6A92}"/>
                </a:ext>
              </a:extLst>
            </p:cNvPr>
            <p:cNvSpPr/>
            <p:nvPr/>
          </p:nvSpPr>
          <p:spPr bwMode="gray">
            <a:xfrm>
              <a:off x="417576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3" name="Forme libre : forme 4862">
              <a:extLst>
                <a:ext uri="{FF2B5EF4-FFF2-40B4-BE49-F238E27FC236}">
                  <a16:creationId xmlns:a16="http://schemas.microsoft.com/office/drawing/2014/main" id="{F5E78425-CB68-ED7F-84E2-F927255771F6}"/>
                </a:ext>
              </a:extLst>
            </p:cNvPr>
            <p:cNvSpPr/>
            <p:nvPr/>
          </p:nvSpPr>
          <p:spPr bwMode="gray">
            <a:xfrm>
              <a:off x="29502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4" name="Forme libre : forme 4863">
              <a:extLst>
                <a:ext uri="{FF2B5EF4-FFF2-40B4-BE49-F238E27FC236}">
                  <a16:creationId xmlns:a16="http://schemas.microsoft.com/office/drawing/2014/main" id="{2FC1C2E7-7D98-97F2-BD51-409EFEC3F839}"/>
                </a:ext>
              </a:extLst>
            </p:cNvPr>
            <p:cNvSpPr/>
            <p:nvPr/>
          </p:nvSpPr>
          <p:spPr bwMode="gray">
            <a:xfrm>
              <a:off x="290195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5" name="Forme libre : forme 4864">
              <a:extLst>
                <a:ext uri="{FF2B5EF4-FFF2-40B4-BE49-F238E27FC236}">
                  <a16:creationId xmlns:a16="http://schemas.microsoft.com/office/drawing/2014/main" id="{BB5E7842-0850-57E7-6879-D71EB6F4A883}"/>
                </a:ext>
              </a:extLst>
            </p:cNvPr>
            <p:cNvSpPr/>
            <p:nvPr/>
          </p:nvSpPr>
          <p:spPr bwMode="gray">
            <a:xfrm>
              <a:off x="285242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6" name="Forme libre : forme 4865">
              <a:extLst>
                <a:ext uri="{FF2B5EF4-FFF2-40B4-BE49-F238E27FC236}">
                  <a16:creationId xmlns:a16="http://schemas.microsoft.com/office/drawing/2014/main" id="{C3C92996-65AA-C52F-8C07-60E19A92BD09}"/>
                </a:ext>
              </a:extLst>
            </p:cNvPr>
            <p:cNvSpPr/>
            <p:nvPr/>
          </p:nvSpPr>
          <p:spPr bwMode="gray">
            <a:xfrm>
              <a:off x="280416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7" name="Forme libre : forme 4866">
              <a:extLst>
                <a:ext uri="{FF2B5EF4-FFF2-40B4-BE49-F238E27FC236}">
                  <a16:creationId xmlns:a16="http://schemas.microsoft.com/office/drawing/2014/main" id="{2DAFFA4F-D305-3081-B917-CA960ECAA1E6}"/>
                </a:ext>
              </a:extLst>
            </p:cNvPr>
            <p:cNvSpPr/>
            <p:nvPr/>
          </p:nvSpPr>
          <p:spPr bwMode="gray">
            <a:xfrm>
              <a:off x="275463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8" name="Forme libre : forme 4867">
              <a:extLst>
                <a:ext uri="{FF2B5EF4-FFF2-40B4-BE49-F238E27FC236}">
                  <a16:creationId xmlns:a16="http://schemas.microsoft.com/office/drawing/2014/main" id="{4DD11EFE-3FFC-D3DD-28B6-DC96AB1938A0}"/>
                </a:ext>
              </a:extLst>
            </p:cNvPr>
            <p:cNvSpPr/>
            <p:nvPr/>
          </p:nvSpPr>
          <p:spPr bwMode="gray">
            <a:xfrm>
              <a:off x="270510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69" name="Forme libre : forme 4868">
              <a:extLst>
                <a:ext uri="{FF2B5EF4-FFF2-40B4-BE49-F238E27FC236}">
                  <a16:creationId xmlns:a16="http://schemas.microsoft.com/office/drawing/2014/main" id="{80B44653-6625-854B-1230-AFCADA77B0FC}"/>
                </a:ext>
              </a:extLst>
            </p:cNvPr>
            <p:cNvSpPr/>
            <p:nvPr/>
          </p:nvSpPr>
          <p:spPr bwMode="gray">
            <a:xfrm>
              <a:off x="265684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0" name="Forme libre : forme 4869">
              <a:extLst>
                <a:ext uri="{FF2B5EF4-FFF2-40B4-BE49-F238E27FC236}">
                  <a16:creationId xmlns:a16="http://schemas.microsoft.com/office/drawing/2014/main" id="{C8B8B1C2-EE4D-1B5B-4154-04DB5CFDD74D}"/>
                </a:ext>
              </a:extLst>
            </p:cNvPr>
            <p:cNvSpPr/>
            <p:nvPr/>
          </p:nvSpPr>
          <p:spPr bwMode="gray">
            <a:xfrm>
              <a:off x="26073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1" name="Forme libre : forme 4870">
              <a:extLst>
                <a:ext uri="{FF2B5EF4-FFF2-40B4-BE49-F238E27FC236}">
                  <a16:creationId xmlns:a16="http://schemas.microsoft.com/office/drawing/2014/main" id="{34ACE81D-F1A2-B077-8ACE-B74341048F1F}"/>
                </a:ext>
              </a:extLst>
            </p:cNvPr>
            <p:cNvSpPr/>
            <p:nvPr/>
          </p:nvSpPr>
          <p:spPr bwMode="gray">
            <a:xfrm>
              <a:off x="255905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2" name="Forme libre : forme 4871">
              <a:extLst>
                <a:ext uri="{FF2B5EF4-FFF2-40B4-BE49-F238E27FC236}">
                  <a16:creationId xmlns:a16="http://schemas.microsoft.com/office/drawing/2014/main" id="{77DB3E88-8AC3-C7F0-CDE9-6A848D1B04F1}"/>
                </a:ext>
              </a:extLst>
            </p:cNvPr>
            <p:cNvSpPr/>
            <p:nvPr/>
          </p:nvSpPr>
          <p:spPr bwMode="gray">
            <a:xfrm>
              <a:off x="250952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3" name="Forme libre : forme 4872">
              <a:extLst>
                <a:ext uri="{FF2B5EF4-FFF2-40B4-BE49-F238E27FC236}">
                  <a16:creationId xmlns:a16="http://schemas.microsoft.com/office/drawing/2014/main" id="{109D1A2A-CC95-1AAB-7605-99E02D99E6F9}"/>
                </a:ext>
              </a:extLst>
            </p:cNvPr>
            <p:cNvSpPr/>
            <p:nvPr/>
          </p:nvSpPr>
          <p:spPr bwMode="gray">
            <a:xfrm>
              <a:off x="245999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4" name="Forme libre : forme 4873">
              <a:extLst>
                <a:ext uri="{FF2B5EF4-FFF2-40B4-BE49-F238E27FC236}">
                  <a16:creationId xmlns:a16="http://schemas.microsoft.com/office/drawing/2014/main" id="{53E630A1-3E6D-6C0C-9D1A-627A1ECFB57B}"/>
                </a:ext>
              </a:extLst>
            </p:cNvPr>
            <p:cNvSpPr/>
            <p:nvPr/>
          </p:nvSpPr>
          <p:spPr bwMode="gray">
            <a:xfrm>
              <a:off x="241173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5" name="Forme libre : forme 4874">
              <a:extLst>
                <a:ext uri="{FF2B5EF4-FFF2-40B4-BE49-F238E27FC236}">
                  <a16:creationId xmlns:a16="http://schemas.microsoft.com/office/drawing/2014/main" id="{D79504FD-F1D0-F45F-A2E6-54036925D291}"/>
                </a:ext>
              </a:extLst>
            </p:cNvPr>
            <p:cNvSpPr/>
            <p:nvPr/>
          </p:nvSpPr>
          <p:spPr bwMode="gray">
            <a:xfrm>
              <a:off x="236220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6" name="Forme libre : forme 4875">
              <a:extLst>
                <a:ext uri="{FF2B5EF4-FFF2-40B4-BE49-F238E27FC236}">
                  <a16:creationId xmlns:a16="http://schemas.microsoft.com/office/drawing/2014/main" id="{F7E95354-6170-9961-2AEE-E4184651CD8B}"/>
                </a:ext>
              </a:extLst>
            </p:cNvPr>
            <p:cNvSpPr/>
            <p:nvPr/>
          </p:nvSpPr>
          <p:spPr bwMode="gray">
            <a:xfrm>
              <a:off x="231394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7" name="Forme libre : forme 4876">
              <a:extLst>
                <a:ext uri="{FF2B5EF4-FFF2-40B4-BE49-F238E27FC236}">
                  <a16:creationId xmlns:a16="http://schemas.microsoft.com/office/drawing/2014/main" id="{373F671C-07C0-6CA6-5E03-5A715BC57529}"/>
                </a:ext>
              </a:extLst>
            </p:cNvPr>
            <p:cNvSpPr/>
            <p:nvPr/>
          </p:nvSpPr>
          <p:spPr bwMode="gray">
            <a:xfrm>
              <a:off x="22644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8" name="Forme libre : forme 4877">
              <a:extLst>
                <a:ext uri="{FF2B5EF4-FFF2-40B4-BE49-F238E27FC236}">
                  <a16:creationId xmlns:a16="http://schemas.microsoft.com/office/drawing/2014/main" id="{74FAA54F-1EDB-68C1-DE9C-D005F4A56B50}"/>
                </a:ext>
              </a:extLst>
            </p:cNvPr>
            <p:cNvSpPr/>
            <p:nvPr/>
          </p:nvSpPr>
          <p:spPr bwMode="gray">
            <a:xfrm>
              <a:off x="221488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79" name="Forme libre : forme 4878">
              <a:extLst>
                <a:ext uri="{FF2B5EF4-FFF2-40B4-BE49-F238E27FC236}">
                  <a16:creationId xmlns:a16="http://schemas.microsoft.com/office/drawing/2014/main" id="{81CA03F6-BA5B-2838-1F98-FFD7CE4F7E30}"/>
                </a:ext>
              </a:extLst>
            </p:cNvPr>
            <p:cNvSpPr/>
            <p:nvPr/>
          </p:nvSpPr>
          <p:spPr bwMode="gray">
            <a:xfrm>
              <a:off x="216662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0" name="Forme libre : forme 4879">
              <a:extLst>
                <a:ext uri="{FF2B5EF4-FFF2-40B4-BE49-F238E27FC236}">
                  <a16:creationId xmlns:a16="http://schemas.microsoft.com/office/drawing/2014/main" id="{B65DC9CF-11AD-C5A8-BA35-BF0C5F7886F2}"/>
                </a:ext>
              </a:extLst>
            </p:cNvPr>
            <p:cNvSpPr/>
            <p:nvPr/>
          </p:nvSpPr>
          <p:spPr bwMode="gray">
            <a:xfrm>
              <a:off x="211709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1" name="Forme libre : forme 4880">
              <a:extLst>
                <a:ext uri="{FF2B5EF4-FFF2-40B4-BE49-F238E27FC236}">
                  <a16:creationId xmlns:a16="http://schemas.microsoft.com/office/drawing/2014/main" id="{8D2A1004-0BED-925C-BBDC-9C8DC86B1C8F}"/>
                </a:ext>
              </a:extLst>
            </p:cNvPr>
            <p:cNvSpPr/>
            <p:nvPr/>
          </p:nvSpPr>
          <p:spPr bwMode="gray">
            <a:xfrm>
              <a:off x="206883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2" name="Forme libre : forme 4881">
              <a:extLst>
                <a:ext uri="{FF2B5EF4-FFF2-40B4-BE49-F238E27FC236}">
                  <a16:creationId xmlns:a16="http://schemas.microsoft.com/office/drawing/2014/main" id="{421A8247-A34D-ADBF-969B-8BB5FE77909C}"/>
                </a:ext>
              </a:extLst>
            </p:cNvPr>
            <p:cNvSpPr/>
            <p:nvPr/>
          </p:nvSpPr>
          <p:spPr bwMode="gray">
            <a:xfrm>
              <a:off x="201930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3" name="Forme libre : forme 4882">
              <a:extLst>
                <a:ext uri="{FF2B5EF4-FFF2-40B4-BE49-F238E27FC236}">
                  <a16:creationId xmlns:a16="http://schemas.microsoft.com/office/drawing/2014/main" id="{6EDB4799-72BB-C052-A4B1-E1E4EF9C97A2}"/>
                </a:ext>
              </a:extLst>
            </p:cNvPr>
            <p:cNvSpPr/>
            <p:nvPr/>
          </p:nvSpPr>
          <p:spPr bwMode="gray">
            <a:xfrm>
              <a:off x="196977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4" name="Forme libre : forme 4883">
              <a:extLst>
                <a:ext uri="{FF2B5EF4-FFF2-40B4-BE49-F238E27FC236}">
                  <a16:creationId xmlns:a16="http://schemas.microsoft.com/office/drawing/2014/main" id="{21B86150-CC3B-4566-3059-DFF0571EC417}"/>
                </a:ext>
              </a:extLst>
            </p:cNvPr>
            <p:cNvSpPr/>
            <p:nvPr/>
          </p:nvSpPr>
          <p:spPr bwMode="gray">
            <a:xfrm>
              <a:off x="192151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5" name="Forme libre : forme 4884">
              <a:extLst>
                <a:ext uri="{FF2B5EF4-FFF2-40B4-BE49-F238E27FC236}">
                  <a16:creationId xmlns:a16="http://schemas.microsoft.com/office/drawing/2014/main" id="{8A52D07C-5BB1-0422-9C01-C04D8C76145D}"/>
                </a:ext>
              </a:extLst>
            </p:cNvPr>
            <p:cNvSpPr/>
            <p:nvPr/>
          </p:nvSpPr>
          <p:spPr bwMode="gray">
            <a:xfrm>
              <a:off x="1871980" y="43484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6" name="Forme libre : forme 4885">
              <a:extLst>
                <a:ext uri="{FF2B5EF4-FFF2-40B4-BE49-F238E27FC236}">
                  <a16:creationId xmlns:a16="http://schemas.microsoft.com/office/drawing/2014/main" id="{A917ED0C-5E3C-A9A8-930C-C159F9CD8528}"/>
                </a:ext>
              </a:extLst>
            </p:cNvPr>
            <p:cNvSpPr/>
            <p:nvPr/>
          </p:nvSpPr>
          <p:spPr bwMode="gray">
            <a:xfrm>
              <a:off x="7410450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7" name="Forme libre : forme 4886">
              <a:extLst>
                <a:ext uri="{FF2B5EF4-FFF2-40B4-BE49-F238E27FC236}">
                  <a16:creationId xmlns:a16="http://schemas.microsoft.com/office/drawing/2014/main" id="{E2F1DBC1-D3CE-DA9B-9702-6D2394E0BD32}"/>
                </a:ext>
              </a:extLst>
            </p:cNvPr>
            <p:cNvSpPr/>
            <p:nvPr/>
          </p:nvSpPr>
          <p:spPr bwMode="gray">
            <a:xfrm>
              <a:off x="7362189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8" name="Forme libre : forme 4887">
              <a:extLst>
                <a:ext uri="{FF2B5EF4-FFF2-40B4-BE49-F238E27FC236}">
                  <a16:creationId xmlns:a16="http://schemas.microsoft.com/office/drawing/2014/main" id="{9A2E7986-13D1-7A5A-FD62-654EA204923F}"/>
                </a:ext>
              </a:extLst>
            </p:cNvPr>
            <p:cNvSpPr/>
            <p:nvPr/>
          </p:nvSpPr>
          <p:spPr bwMode="gray">
            <a:xfrm>
              <a:off x="7312659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89" name="Forme libre : forme 4888">
              <a:extLst>
                <a:ext uri="{FF2B5EF4-FFF2-40B4-BE49-F238E27FC236}">
                  <a16:creationId xmlns:a16="http://schemas.microsoft.com/office/drawing/2014/main" id="{01E7ECB9-5D7E-A57D-544F-9E3B2A892BE7}"/>
                </a:ext>
              </a:extLst>
            </p:cNvPr>
            <p:cNvSpPr/>
            <p:nvPr/>
          </p:nvSpPr>
          <p:spPr bwMode="gray">
            <a:xfrm>
              <a:off x="7264400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0" name="Forme libre : forme 4889">
              <a:extLst>
                <a:ext uri="{FF2B5EF4-FFF2-40B4-BE49-F238E27FC236}">
                  <a16:creationId xmlns:a16="http://schemas.microsoft.com/office/drawing/2014/main" id="{3D29E3C4-4FE7-845D-FC17-9C1156942D1E}"/>
                </a:ext>
              </a:extLst>
            </p:cNvPr>
            <p:cNvSpPr/>
            <p:nvPr/>
          </p:nvSpPr>
          <p:spPr bwMode="gray">
            <a:xfrm>
              <a:off x="7214869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1" name="Forme libre : forme 4890">
              <a:extLst>
                <a:ext uri="{FF2B5EF4-FFF2-40B4-BE49-F238E27FC236}">
                  <a16:creationId xmlns:a16="http://schemas.microsoft.com/office/drawing/2014/main" id="{DC1B1ED1-5B2C-0BB0-02D5-9E1C8723F26D}"/>
                </a:ext>
              </a:extLst>
            </p:cNvPr>
            <p:cNvSpPr/>
            <p:nvPr/>
          </p:nvSpPr>
          <p:spPr bwMode="gray">
            <a:xfrm>
              <a:off x="6822439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2" name="Forme libre : forme 4891">
              <a:extLst>
                <a:ext uri="{FF2B5EF4-FFF2-40B4-BE49-F238E27FC236}">
                  <a16:creationId xmlns:a16="http://schemas.microsoft.com/office/drawing/2014/main" id="{69728AB6-7582-BAB6-1315-058C6DFF0927}"/>
                </a:ext>
              </a:extLst>
            </p:cNvPr>
            <p:cNvSpPr/>
            <p:nvPr/>
          </p:nvSpPr>
          <p:spPr bwMode="gray">
            <a:xfrm>
              <a:off x="6774180" y="4298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3" name="Forme libre : forme 4892">
              <a:extLst>
                <a:ext uri="{FF2B5EF4-FFF2-40B4-BE49-F238E27FC236}">
                  <a16:creationId xmlns:a16="http://schemas.microsoft.com/office/drawing/2014/main" id="{2A4B1686-FF24-3A43-0033-BC9B74627899}"/>
                </a:ext>
              </a:extLst>
            </p:cNvPr>
            <p:cNvSpPr/>
            <p:nvPr/>
          </p:nvSpPr>
          <p:spPr bwMode="gray">
            <a:xfrm>
              <a:off x="64300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4" name="Forme libre : forme 4893">
              <a:extLst>
                <a:ext uri="{FF2B5EF4-FFF2-40B4-BE49-F238E27FC236}">
                  <a16:creationId xmlns:a16="http://schemas.microsoft.com/office/drawing/2014/main" id="{B4C92D0F-8CE7-568E-69B8-BCBA800D50CF}"/>
                </a:ext>
              </a:extLst>
            </p:cNvPr>
            <p:cNvSpPr/>
            <p:nvPr/>
          </p:nvSpPr>
          <p:spPr bwMode="gray">
            <a:xfrm>
              <a:off x="638175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5" name="Forme libre : forme 4894">
              <a:extLst>
                <a:ext uri="{FF2B5EF4-FFF2-40B4-BE49-F238E27FC236}">
                  <a16:creationId xmlns:a16="http://schemas.microsoft.com/office/drawing/2014/main" id="{67FFFD36-5732-2FF1-FE26-A24E0E9213A6}"/>
                </a:ext>
              </a:extLst>
            </p:cNvPr>
            <p:cNvSpPr/>
            <p:nvPr/>
          </p:nvSpPr>
          <p:spPr bwMode="gray">
            <a:xfrm>
              <a:off x="476377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6" name="Forme libre : forme 4895">
              <a:extLst>
                <a:ext uri="{FF2B5EF4-FFF2-40B4-BE49-F238E27FC236}">
                  <a16:creationId xmlns:a16="http://schemas.microsoft.com/office/drawing/2014/main" id="{58964567-BAC4-7252-ECC0-13735AE9666D}"/>
                </a:ext>
              </a:extLst>
            </p:cNvPr>
            <p:cNvSpPr/>
            <p:nvPr/>
          </p:nvSpPr>
          <p:spPr bwMode="gray">
            <a:xfrm>
              <a:off x="47155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7" name="Forme libre : forme 4896">
              <a:extLst>
                <a:ext uri="{FF2B5EF4-FFF2-40B4-BE49-F238E27FC236}">
                  <a16:creationId xmlns:a16="http://schemas.microsoft.com/office/drawing/2014/main" id="{91572BB4-8F74-0119-9A09-DAA3940BFF2C}"/>
                </a:ext>
              </a:extLst>
            </p:cNvPr>
            <p:cNvSpPr/>
            <p:nvPr/>
          </p:nvSpPr>
          <p:spPr bwMode="gray">
            <a:xfrm>
              <a:off x="466598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8" name="Forme libre : forme 4897">
              <a:extLst>
                <a:ext uri="{FF2B5EF4-FFF2-40B4-BE49-F238E27FC236}">
                  <a16:creationId xmlns:a16="http://schemas.microsoft.com/office/drawing/2014/main" id="{D9B4CB3C-E670-FC67-F99C-76868A586AC9}"/>
                </a:ext>
              </a:extLst>
            </p:cNvPr>
            <p:cNvSpPr/>
            <p:nvPr/>
          </p:nvSpPr>
          <p:spPr bwMode="gray">
            <a:xfrm>
              <a:off x="461772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899" name="Forme libre : forme 4898">
              <a:extLst>
                <a:ext uri="{FF2B5EF4-FFF2-40B4-BE49-F238E27FC236}">
                  <a16:creationId xmlns:a16="http://schemas.microsoft.com/office/drawing/2014/main" id="{C429C4E3-063A-1BCF-1F35-44E92EE9A9C5}"/>
                </a:ext>
              </a:extLst>
            </p:cNvPr>
            <p:cNvSpPr/>
            <p:nvPr/>
          </p:nvSpPr>
          <p:spPr bwMode="gray">
            <a:xfrm>
              <a:off x="456819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0" name="Forme libre : forme 4899">
              <a:extLst>
                <a:ext uri="{FF2B5EF4-FFF2-40B4-BE49-F238E27FC236}">
                  <a16:creationId xmlns:a16="http://schemas.microsoft.com/office/drawing/2014/main" id="{924CD85E-E2F5-E341-2D13-A55CE0A8DA3A}"/>
                </a:ext>
              </a:extLst>
            </p:cNvPr>
            <p:cNvSpPr/>
            <p:nvPr/>
          </p:nvSpPr>
          <p:spPr bwMode="gray">
            <a:xfrm>
              <a:off x="451866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1" name="Forme libre : forme 4900">
              <a:extLst>
                <a:ext uri="{FF2B5EF4-FFF2-40B4-BE49-F238E27FC236}">
                  <a16:creationId xmlns:a16="http://schemas.microsoft.com/office/drawing/2014/main" id="{2E156E76-3DF5-98EC-DBB7-14981105DE25}"/>
                </a:ext>
              </a:extLst>
            </p:cNvPr>
            <p:cNvSpPr/>
            <p:nvPr/>
          </p:nvSpPr>
          <p:spPr bwMode="gray">
            <a:xfrm>
              <a:off x="447040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2" name="Forme libre : forme 4901">
              <a:extLst>
                <a:ext uri="{FF2B5EF4-FFF2-40B4-BE49-F238E27FC236}">
                  <a16:creationId xmlns:a16="http://schemas.microsoft.com/office/drawing/2014/main" id="{311F429F-C7F5-E1E5-49B6-09B441F3A861}"/>
                </a:ext>
              </a:extLst>
            </p:cNvPr>
            <p:cNvSpPr/>
            <p:nvPr/>
          </p:nvSpPr>
          <p:spPr bwMode="gray">
            <a:xfrm>
              <a:off x="442087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3" name="Forme libre : forme 4902">
              <a:extLst>
                <a:ext uri="{FF2B5EF4-FFF2-40B4-BE49-F238E27FC236}">
                  <a16:creationId xmlns:a16="http://schemas.microsoft.com/office/drawing/2014/main" id="{E608A4D0-A4EA-C455-364C-9E1A95FF3532}"/>
                </a:ext>
              </a:extLst>
            </p:cNvPr>
            <p:cNvSpPr/>
            <p:nvPr/>
          </p:nvSpPr>
          <p:spPr bwMode="gray">
            <a:xfrm>
              <a:off x="43726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4" name="Forme libre : forme 4903">
              <a:extLst>
                <a:ext uri="{FF2B5EF4-FFF2-40B4-BE49-F238E27FC236}">
                  <a16:creationId xmlns:a16="http://schemas.microsoft.com/office/drawing/2014/main" id="{58A3A77E-C51F-ACE5-A51C-2679796AEFDD}"/>
                </a:ext>
              </a:extLst>
            </p:cNvPr>
            <p:cNvSpPr/>
            <p:nvPr/>
          </p:nvSpPr>
          <p:spPr bwMode="gray">
            <a:xfrm>
              <a:off x="432308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5" name="Forme libre : forme 4904">
              <a:extLst>
                <a:ext uri="{FF2B5EF4-FFF2-40B4-BE49-F238E27FC236}">
                  <a16:creationId xmlns:a16="http://schemas.microsoft.com/office/drawing/2014/main" id="{252CC340-A2DA-36DB-82A7-57C29724FC0B}"/>
                </a:ext>
              </a:extLst>
            </p:cNvPr>
            <p:cNvSpPr/>
            <p:nvPr/>
          </p:nvSpPr>
          <p:spPr bwMode="gray">
            <a:xfrm>
              <a:off x="427355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6" name="Forme libre : forme 4905">
              <a:extLst>
                <a:ext uri="{FF2B5EF4-FFF2-40B4-BE49-F238E27FC236}">
                  <a16:creationId xmlns:a16="http://schemas.microsoft.com/office/drawing/2014/main" id="{8E822452-8595-C8C9-DAFD-F3ABA0B2A889}"/>
                </a:ext>
              </a:extLst>
            </p:cNvPr>
            <p:cNvSpPr/>
            <p:nvPr/>
          </p:nvSpPr>
          <p:spPr bwMode="gray">
            <a:xfrm>
              <a:off x="422529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7" name="Forme libre : forme 4906">
              <a:extLst>
                <a:ext uri="{FF2B5EF4-FFF2-40B4-BE49-F238E27FC236}">
                  <a16:creationId xmlns:a16="http://schemas.microsoft.com/office/drawing/2014/main" id="{4CC3F656-BCC9-1229-4F3B-031EC5CEA2B1}"/>
                </a:ext>
              </a:extLst>
            </p:cNvPr>
            <p:cNvSpPr/>
            <p:nvPr/>
          </p:nvSpPr>
          <p:spPr bwMode="gray">
            <a:xfrm>
              <a:off x="417576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8" name="Forme libre : forme 4907">
              <a:extLst>
                <a:ext uri="{FF2B5EF4-FFF2-40B4-BE49-F238E27FC236}">
                  <a16:creationId xmlns:a16="http://schemas.microsoft.com/office/drawing/2014/main" id="{362E0955-C7B6-7492-0FF2-073770CD3E06}"/>
                </a:ext>
              </a:extLst>
            </p:cNvPr>
            <p:cNvSpPr/>
            <p:nvPr/>
          </p:nvSpPr>
          <p:spPr bwMode="gray">
            <a:xfrm>
              <a:off x="412750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09" name="Forme libre : forme 4908">
              <a:extLst>
                <a:ext uri="{FF2B5EF4-FFF2-40B4-BE49-F238E27FC236}">
                  <a16:creationId xmlns:a16="http://schemas.microsoft.com/office/drawing/2014/main" id="{871F8C99-FFC3-5E75-F4AB-09521DC493C3}"/>
                </a:ext>
              </a:extLst>
            </p:cNvPr>
            <p:cNvSpPr/>
            <p:nvPr/>
          </p:nvSpPr>
          <p:spPr bwMode="gray">
            <a:xfrm>
              <a:off x="29502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0" name="Forme libre : forme 4909">
              <a:extLst>
                <a:ext uri="{FF2B5EF4-FFF2-40B4-BE49-F238E27FC236}">
                  <a16:creationId xmlns:a16="http://schemas.microsoft.com/office/drawing/2014/main" id="{180516F1-FDED-1114-44A0-37B8F864BF1F}"/>
                </a:ext>
              </a:extLst>
            </p:cNvPr>
            <p:cNvSpPr/>
            <p:nvPr/>
          </p:nvSpPr>
          <p:spPr bwMode="gray">
            <a:xfrm>
              <a:off x="290195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1" name="Forme libre : forme 4910">
              <a:extLst>
                <a:ext uri="{FF2B5EF4-FFF2-40B4-BE49-F238E27FC236}">
                  <a16:creationId xmlns:a16="http://schemas.microsoft.com/office/drawing/2014/main" id="{5626AFD6-1CEF-9850-A2E6-BAD817DCEC79}"/>
                </a:ext>
              </a:extLst>
            </p:cNvPr>
            <p:cNvSpPr/>
            <p:nvPr/>
          </p:nvSpPr>
          <p:spPr bwMode="gray">
            <a:xfrm>
              <a:off x="285242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2" name="Forme libre : forme 4911">
              <a:extLst>
                <a:ext uri="{FF2B5EF4-FFF2-40B4-BE49-F238E27FC236}">
                  <a16:creationId xmlns:a16="http://schemas.microsoft.com/office/drawing/2014/main" id="{1DE86B06-4C90-13F5-23CE-781F6AEA6498}"/>
                </a:ext>
              </a:extLst>
            </p:cNvPr>
            <p:cNvSpPr/>
            <p:nvPr/>
          </p:nvSpPr>
          <p:spPr bwMode="gray">
            <a:xfrm>
              <a:off x="280416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3" name="Forme libre : forme 4912">
              <a:extLst>
                <a:ext uri="{FF2B5EF4-FFF2-40B4-BE49-F238E27FC236}">
                  <a16:creationId xmlns:a16="http://schemas.microsoft.com/office/drawing/2014/main" id="{22C5A549-A6E1-117C-A882-0B83C3D1886C}"/>
                </a:ext>
              </a:extLst>
            </p:cNvPr>
            <p:cNvSpPr/>
            <p:nvPr/>
          </p:nvSpPr>
          <p:spPr bwMode="gray">
            <a:xfrm>
              <a:off x="275463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4" name="Forme libre : forme 4913">
              <a:extLst>
                <a:ext uri="{FF2B5EF4-FFF2-40B4-BE49-F238E27FC236}">
                  <a16:creationId xmlns:a16="http://schemas.microsoft.com/office/drawing/2014/main" id="{36552A03-2505-8600-2665-4DF392019D85}"/>
                </a:ext>
              </a:extLst>
            </p:cNvPr>
            <p:cNvSpPr/>
            <p:nvPr/>
          </p:nvSpPr>
          <p:spPr bwMode="gray">
            <a:xfrm>
              <a:off x="270510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5" name="Forme libre : forme 4914">
              <a:extLst>
                <a:ext uri="{FF2B5EF4-FFF2-40B4-BE49-F238E27FC236}">
                  <a16:creationId xmlns:a16="http://schemas.microsoft.com/office/drawing/2014/main" id="{D2FBC994-A3E3-815D-31DD-5225BC38457C}"/>
                </a:ext>
              </a:extLst>
            </p:cNvPr>
            <p:cNvSpPr/>
            <p:nvPr/>
          </p:nvSpPr>
          <p:spPr bwMode="gray">
            <a:xfrm>
              <a:off x="265684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6" name="Forme libre : forme 4915">
              <a:extLst>
                <a:ext uri="{FF2B5EF4-FFF2-40B4-BE49-F238E27FC236}">
                  <a16:creationId xmlns:a16="http://schemas.microsoft.com/office/drawing/2014/main" id="{521B9300-8E1C-5CAC-70B9-F9F43BFDE681}"/>
                </a:ext>
              </a:extLst>
            </p:cNvPr>
            <p:cNvSpPr/>
            <p:nvPr/>
          </p:nvSpPr>
          <p:spPr bwMode="gray">
            <a:xfrm>
              <a:off x="26073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7" name="Forme libre : forme 4916">
              <a:extLst>
                <a:ext uri="{FF2B5EF4-FFF2-40B4-BE49-F238E27FC236}">
                  <a16:creationId xmlns:a16="http://schemas.microsoft.com/office/drawing/2014/main" id="{94A530FF-135C-D02C-7D6A-7FBD12F7A521}"/>
                </a:ext>
              </a:extLst>
            </p:cNvPr>
            <p:cNvSpPr/>
            <p:nvPr/>
          </p:nvSpPr>
          <p:spPr bwMode="gray">
            <a:xfrm>
              <a:off x="255905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8" name="Forme libre : forme 4917">
              <a:extLst>
                <a:ext uri="{FF2B5EF4-FFF2-40B4-BE49-F238E27FC236}">
                  <a16:creationId xmlns:a16="http://schemas.microsoft.com/office/drawing/2014/main" id="{A8C5211B-97BF-19C9-F589-67270C8CD1B7}"/>
                </a:ext>
              </a:extLst>
            </p:cNvPr>
            <p:cNvSpPr/>
            <p:nvPr/>
          </p:nvSpPr>
          <p:spPr bwMode="gray">
            <a:xfrm>
              <a:off x="250952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19" name="Forme libre : forme 4918">
              <a:extLst>
                <a:ext uri="{FF2B5EF4-FFF2-40B4-BE49-F238E27FC236}">
                  <a16:creationId xmlns:a16="http://schemas.microsoft.com/office/drawing/2014/main" id="{03AD1404-5291-6EEC-57DA-01C222BDDF90}"/>
                </a:ext>
              </a:extLst>
            </p:cNvPr>
            <p:cNvSpPr/>
            <p:nvPr/>
          </p:nvSpPr>
          <p:spPr bwMode="gray">
            <a:xfrm>
              <a:off x="245999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0" name="Forme libre : forme 4919">
              <a:extLst>
                <a:ext uri="{FF2B5EF4-FFF2-40B4-BE49-F238E27FC236}">
                  <a16:creationId xmlns:a16="http://schemas.microsoft.com/office/drawing/2014/main" id="{EB87DB16-D3D5-C4E5-338C-E5EA1C214FD2}"/>
                </a:ext>
              </a:extLst>
            </p:cNvPr>
            <p:cNvSpPr/>
            <p:nvPr/>
          </p:nvSpPr>
          <p:spPr bwMode="gray">
            <a:xfrm>
              <a:off x="241173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1" name="Forme libre : forme 4920">
              <a:extLst>
                <a:ext uri="{FF2B5EF4-FFF2-40B4-BE49-F238E27FC236}">
                  <a16:creationId xmlns:a16="http://schemas.microsoft.com/office/drawing/2014/main" id="{CE6B7CA5-2671-068D-48C2-E805CDBB1CED}"/>
                </a:ext>
              </a:extLst>
            </p:cNvPr>
            <p:cNvSpPr/>
            <p:nvPr/>
          </p:nvSpPr>
          <p:spPr bwMode="gray">
            <a:xfrm>
              <a:off x="236220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2" name="Forme libre : forme 4921">
              <a:extLst>
                <a:ext uri="{FF2B5EF4-FFF2-40B4-BE49-F238E27FC236}">
                  <a16:creationId xmlns:a16="http://schemas.microsoft.com/office/drawing/2014/main" id="{0E816833-F0C6-7C6D-820B-6917F01A4427}"/>
                </a:ext>
              </a:extLst>
            </p:cNvPr>
            <p:cNvSpPr/>
            <p:nvPr/>
          </p:nvSpPr>
          <p:spPr bwMode="gray">
            <a:xfrm>
              <a:off x="231394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3" name="Forme libre : forme 4922">
              <a:extLst>
                <a:ext uri="{FF2B5EF4-FFF2-40B4-BE49-F238E27FC236}">
                  <a16:creationId xmlns:a16="http://schemas.microsoft.com/office/drawing/2014/main" id="{B40CF2DF-AAAA-3BAC-65E6-A0085306B977}"/>
                </a:ext>
              </a:extLst>
            </p:cNvPr>
            <p:cNvSpPr/>
            <p:nvPr/>
          </p:nvSpPr>
          <p:spPr bwMode="gray">
            <a:xfrm>
              <a:off x="22644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4" name="Forme libre : forme 4923">
              <a:extLst>
                <a:ext uri="{FF2B5EF4-FFF2-40B4-BE49-F238E27FC236}">
                  <a16:creationId xmlns:a16="http://schemas.microsoft.com/office/drawing/2014/main" id="{DFBECB67-773A-81E4-E0B6-0CCA1ADC7130}"/>
                </a:ext>
              </a:extLst>
            </p:cNvPr>
            <p:cNvSpPr/>
            <p:nvPr/>
          </p:nvSpPr>
          <p:spPr bwMode="gray">
            <a:xfrm>
              <a:off x="221488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5" name="Forme libre : forme 4924">
              <a:extLst>
                <a:ext uri="{FF2B5EF4-FFF2-40B4-BE49-F238E27FC236}">
                  <a16:creationId xmlns:a16="http://schemas.microsoft.com/office/drawing/2014/main" id="{C547EF9E-7FC0-544F-CBE0-9203664FB9EF}"/>
                </a:ext>
              </a:extLst>
            </p:cNvPr>
            <p:cNvSpPr/>
            <p:nvPr/>
          </p:nvSpPr>
          <p:spPr bwMode="gray">
            <a:xfrm>
              <a:off x="216662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6" name="Forme libre : forme 4925">
              <a:extLst>
                <a:ext uri="{FF2B5EF4-FFF2-40B4-BE49-F238E27FC236}">
                  <a16:creationId xmlns:a16="http://schemas.microsoft.com/office/drawing/2014/main" id="{15F4AC23-D9F9-D6C8-58D7-616E4C28952A}"/>
                </a:ext>
              </a:extLst>
            </p:cNvPr>
            <p:cNvSpPr/>
            <p:nvPr/>
          </p:nvSpPr>
          <p:spPr bwMode="gray">
            <a:xfrm>
              <a:off x="211709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7" name="Forme libre : forme 4926">
              <a:extLst>
                <a:ext uri="{FF2B5EF4-FFF2-40B4-BE49-F238E27FC236}">
                  <a16:creationId xmlns:a16="http://schemas.microsoft.com/office/drawing/2014/main" id="{065259A0-1FFD-12D2-EA1E-BFB49870C8DB}"/>
                </a:ext>
              </a:extLst>
            </p:cNvPr>
            <p:cNvSpPr/>
            <p:nvPr/>
          </p:nvSpPr>
          <p:spPr bwMode="gray">
            <a:xfrm>
              <a:off x="206883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8" name="Forme libre : forme 4927">
              <a:extLst>
                <a:ext uri="{FF2B5EF4-FFF2-40B4-BE49-F238E27FC236}">
                  <a16:creationId xmlns:a16="http://schemas.microsoft.com/office/drawing/2014/main" id="{7FDB2A70-C316-8796-80C4-4AB47766F7CA}"/>
                </a:ext>
              </a:extLst>
            </p:cNvPr>
            <p:cNvSpPr/>
            <p:nvPr/>
          </p:nvSpPr>
          <p:spPr bwMode="gray">
            <a:xfrm>
              <a:off x="201930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29" name="Forme libre : forme 4928">
              <a:extLst>
                <a:ext uri="{FF2B5EF4-FFF2-40B4-BE49-F238E27FC236}">
                  <a16:creationId xmlns:a16="http://schemas.microsoft.com/office/drawing/2014/main" id="{EC81BFE4-2C2F-BF56-67E1-4A689384EC38}"/>
                </a:ext>
              </a:extLst>
            </p:cNvPr>
            <p:cNvSpPr/>
            <p:nvPr/>
          </p:nvSpPr>
          <p:spPr bwMode="gray">
            <a:xfrm>
              <a:off x="196977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0" name="Forme libre : forme 4929">
              <a:extLst>
                <a:ext uri="{FF2B5EF4-FFF2-40B4-BE49-F238E27FC236}">
                  <a16:creationId xmlns:a16="http://schemas.microsoft.com/office/drawing/2014/main" id="{8B9A5D37-2F82-3A2A-1163-EE7BC681FEF1}"/>
                </a:ext>
              </a:extLst>
            </p:cNvPr>
            <p:cNvSpPr/>
            <p:nvPr/>
          </p:nvSpPr>
          <p:spPr bwMode="gray">
            <a:xfrm>
              <a:off x="192151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1" name="Forme libre : forme 4930">
              <a:extLst>
                <a:ext uri="{FF2B5EF4-FFF2-40B4-BE49-F238E27FC236}">
                  <a16:creationId xmlns:a16="http://schemas.microsoft.com/office/drawing/2014/main" id="{914A1E3D-808E-9B9B-EFE4-6AC9653BCA95}"/>
                </a:ext>
              </a:extLst>
            </p:cNvPr>
            <p:cNvSpPr/>
            <p:nvPr/>
          </p:nvSpPr>
          <p:spPr bwMode="gray">
            <a:xfrm>
              <a:off x="187198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2" name="Forme libre : forme 4931">
              <a:extLst>
                <a:ext uri="{FF2B5EF4-FFF2-40B4-BE49-F238E27FC236}">
                  <a16:creationId xmlns:a16="http://schemas.microsoft.com/office/drawing/2014/main" id="{6BDD00B2-62B7-1226-5B9E-96EC7398173A}"/>
                </a:ext>
              </a:extLst>
            </p:cNvPr>
            <p:cNvSpPr/>
            <p:nvPr/>
          </p:nvSpPr>
          <p:spPr bwMode="gray">
            <a:xfrm>
              <a:off x="1823720" y="4298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3" name="Forme libre : forme 4932">
              <a:extLst>
                <a:ext uri="{FF2B5EF4-FFF2-40B4-BE49-F238E27FC236}">
                  <a16:creationId xmlns:a16="http://schemas.microsoft.com/office/drawing/2014/main" id="{31ACF292-CB96-AA8A-7B48-FB3CD476E469}"/>
                </a:ext>
              </a:extLst>
            </p:cNvPr>
            <p:cNvSpPr/>
            <p:nvPr/>
          </p:nvSpPr>
          <p:spPr bwMode="gray">
            <a:xfrm>
              <a:off x="736218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4" name="Forme libre : forme 4933">
              <a:extLst>
                <a:ext uri="{FF2B5EF4-FFF2-40B4-BE49-F238E27FC236}">
                  <a16:creationId xmlns:a16="http://schemas.microsoft.com/office/drawing/2014/main" id="{1BE0299A-3168-BB11-8C1B-73CAC2942CFE}"/>
                </a:ext>
              </a:extLst>
            </p:cNvPr>
            <p:cNvSpPr/>
            <p:nvPr/>
          </p:nvSpPr>
          <p:spPr bwMode="gray">
            <a:xfrm>
              <a:off x="731265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5" name="Forme libre : forme 4934">
              <a:extLst>
                <a:ext uri="{FF2B5EF4-FFF2-40B4-BE49-F238E27FC236}">
                  <a16:creationId xmlns:a16="http://schemas.microsoft.com/office/drawing/2014/main" id="{94E2DFBB-BF5D-6855-1F79-117CEF70CCFC}"/>
                </a:ext>
              </a:extLst>
            </p:cNvPr>
            <p:cNvSpPr/>
            <p:nvPr/>
          </p:nvSpPr>
          <p:spPr bwMode="gray">
            <a:xfrm>
              <a:off x="7264400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6" name="Forme libre : forme 4935">
              <a:extLst>
                <a:ext uri="{FF2B5EF4-FFF2-40B4-BE49-F238E27FC236}">
                  <a16:creationId xmlns:a16="http://schemas.microsoft.com/office/drawing/2014/main" id="{50F2F079-0BA1-BF62-5826-29EE8EDF2070}"/>
                </a:ext>
              </a:extLst>
            </p:cNvPr>
            <p:cNvSpPr/>
            <p:nvPr/>
          </p:nvSpPr>
          <p:spPr bwMode="gray">
            <a:xfrm>
              <a:off x="721486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7" name="Forme libre : forme 4936">
              <a:extLst>
                <a:ext uri="{FF2B5EF4-FFF2-40B4-BE49-F238E27FC236}">
                  <a16:creationId xmlns:a16="http://schemas.microsoft.com/office/drawing/2014/main" id="{925D9906-7792-27E7-5E27-C699EA478552}"/>
                </a:ext>
              </a:extLst>
            </p:cNvPr>
            <p:cNvSpPr/>
            <p:nvPr/>
          </p:nvSpPr>
          <p:spPr bwMode="gray">
            <a:xfrm>
              <a:off x="716533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8" name="Forme libre : forme 4937">
              <a:extLst>
                <a:ext uri="{FF2B5EF4-FFF2-40B4-BE49-F238E27FC236}">
                  <a16:creationId xmlns:a16="http://schemas.microsoft.com/office/drawing/2014/main" id="{25262E90-B6D1-8CF3-BEAB-D2C030CE29BA}"/>
                </a:ext>
              </a:extLst>
            </p:cNvPr>
            <p:cNvSpPr/>
            <p:nvPr/>
          </p:nvSpPr>
          <p:spPr bwMode="gray">
            <a:xfrm>
              <a:off x="7117080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39" name="Forme libre : forme 4938">
              <a:extLst>
                <a:ext uri="{FF2B5EF4-FFF2-40B4-BE49-F238E27FC236}">
                  <a16:creationId xmlns:a16="http://schemas.microsoft.com/office/drawing/2014/main" id="{D31C34F4-734F-EB16-187B-F58D3300045D}"/>
                </a:ext>
              </a:extLst>
            </p:cNvPr>
            <p:cNvSpPr/>
            <p:nvPr/>
          </p:nvSpPr>
          <p:spPr bwMode="gray">
            <a:xfrm>
              <a:off x="682243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0" name="Forme libre : forme 4939">
              <a:extLst>
                <a:ext uri="{FF2B5EF4-FFF2-40B4-BE49-F238E27FC236}">
                  <a16:creationId xmlns:a16="http://schemas.microsoft.com/office/drawing/2014/main" id="{DB5FF6FC-7DA2-97CF-7064-086CD80FCEBA}"/>
                </a:ext>
              </a:extLst>
            </p:cNvPr>
            <p:cNvSpPr/>
            <p:nvPr/>
          </p:nvSpPr>
          <p:spPr bwMode="gray">
            <a:xfrm>
              <a:off x="6774180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1" name="Forme libre : forme 4940">
              <a:extLst>
                <a:ext uri="{FF2B5EF4-FFF2-40B4-BE49-F238E27FC236}">
                  <a16:creationId xmlns:a16="http://schemas.microsoft.com/office/drawing/2014/main" id="{64111F01-57E9-76B0-C8C7-18EBB69D4768}"/>
                </a:ext>
              </a:extLst>
            </p:cNvPr>
            <p:cNvSpPr/>
            <p:nvPr/>
          </p:nvSpPr>
          <p:spPr bwMode="gray">
            <a:xfrm>
              <a:off x="667511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2" name="Forme libre : forme 4941">
              <a:extLst>
                <a:ext uri="{FF2B5EF4-FFF2-40B4-BE49-F238E27FC236}">
                  <a16:creationId xmlns:a16="http://schemas.microsoft.com/office/drawing/2014/main" id="{8AE7C2DC-10CC-3574-69DD-BDB8B44020F9}"/>
                </a:ext>
              </a:extLst>
            </p:cNvPr>
            <p:cNvSpPr/>
            <p:nvPr/>
          </p:nvSpPr>
          <p:spPr bwMode="gray">
            <a:xfrm>
              <a:off x="6626859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3" name="Forme libre : forme 4942">
              <a:extLst>
                <a:ext uri="{FF2B5EF4-FFF2-40B4-BE49-F238E27FC236}">
                  <a16:creationId xmlns:a16="http://schemas.microsoft.com/office/drawing/2014/main" id="{4281E0D2-22EA-984F-1BF7-4D6F91678982}"/>
                </a:ext>
              </a:extLst>
            </p:cNvPr>
            <p:cNvSpPr/>
            <p:nvPr/>
          </p:nvSpPr>
          <p:spPr bwMode="gray">
            <a:xfrm>
              <a:off x="6577330" y="4249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4" name="Forme libre : forme 4943">
              <a:extLst>
                <a:ext uri="{FF2B5EF4-FFF2-40B4-BE49-F238E27FC236}">
                  <a16:creationId xmlns:a16="http://schemas.microsoft.com/office/drawing/2014/main" id="{2EE9D0E2-3F2F-01C2-EF3F-1C4F2BA04BCD}"/>
                </a:ext>
              </a:extLst>
            </p:cNvPr>
            <p:cNvSpPr/>
            <p:nvPr/>
          </p:nvSpPr>
          <p:spPr bwMode="gray">
            <a:xfrm>
              <a:off x="64300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5" name="Forme libre : forme 4944">
              <a:extLst>
                <a:ext uri="{FF2B5EF4-FFF2-40B4-BE49-F238E27FC236}">
                  <a16:creationId xmlns:a16="http://schemas.microsoft.com/office/drawing/2014/main" id="{084D12F8-E85C-C91F-4C7E-26A4BD64F775}"/>
                </a:ext>
              </a:extLst>
            </p:cNvPr>
            <p:cNvSpPr/>
            <p:nvPr/>
          </p:nvSpPr>
          <p:spPr bwMode="gray">
            <a:xfrm>
              <a:off x="638175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6" name="Forme libre : forme 4945">
              <a:extLst>
                <a:ext uri="{FF2B5EF4-FFF2-40B4-BE49-F238E27FC236}">
                  <a16:creationId xmlns:a16="http://schemas.microsoft.com/office/drawing/2014/main" id="{2435B59D-6098-C25A-6238-379B5D84A7F5}"/>
                </a:ext>
              </a:extLst>
            </p:cNvPr>
            <p:cNvSpPr/>
            <p:nvPr/>
          </p:nvSpPr>
          <p:spPr bwMode="gray">
            <a:xfrm>
              <a:off x="476377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7" name="Forme libre : forme 4946">
              <a:extLst>
                <a:ext uri="{FF2B5EF4-FFF2-40B4-BE49-F238E27FC236}">
                  <a16:creationId xmlns:a16="http://schemas.microsoft.com/office/drawing/2014/main" id="{E73B4D95-0842-AF46-447B-B1EE82E3F176}"/>
                </a:ext>
              </a:extLst>
            </p:cNvPr>
            <p:cNvSpPr/>
            <p:nvPr/>
          </p:nvSpPr>
          <p:spPr bwMode="gray">
            <a:xfrm>
              <a:off x="47155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8" name="Forme libre : forme 4947">
              <a:extLst>
                <a:ext uri="{FF2B5EF4-FFF2-40B4-BE49-F238E27FC236}">
                  <a16:creationId xmlns:a16="http://schemas.microsoft.com/office/drawing/2014/main" id="{0B005C02-7FC1-933E-73B4-157BC6A76B42}"/>
                </a:ext>
              </a:extLst>
            </p:cNvPr>
            <p:cNvSpPr/>
            <p:nvPr/>
          </p:nvSpPr>
          <p:spPr bwMode="gray">
            <a:xfrm>
              <a:off x="466598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49" name="Forme libre : forme 4948">
              <a:extLst>
                <a:ext uri="{FF2B5EF4-FFF2-40B4-BE49-F238E27FC236}">
                  <a16:creationId xmlns:a16="http://schemas.microsoft.com/office/drawing/2014/main" id="{D21CDA05-FE7A-D562-5859-8A207DD1AB0A}"/>
                </a:ext>
              </a:extLst>
            </p:cNvPr>
            <p:cNvSpPr/>
            <p:nvPr/>
          </p:nvSpPr>
          <p:spPr bwMode="gray">
            <a:xfrm>
              <a:off x="461772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0" name="Forme libre : forme 4949">
              <a:extLst>
                <a:ext uri="{FF2B5EF4-FFF2-40B4-BE49-F238E27FC236}">
                  <a16:creationId xmlns:a16="http://schemas.microsoft.com/office/drawing/2014/main" id="{7751BA68-A083-ECAD-257C-E57C72592DD9}"/>
                </a:ext>
              </a:extLst>
            </p:cNvPr>
            <p:cNvSpPr/>
            <p:nvPr/>
          </p:nvSpPr>
          <p:spPr bwMode="gray">
            <a:xfrm>
              <a:off x="456819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1" name="Forme libre : forme 4950">
              <a:extLst>
                <a:ext uri="{FF2B5EF4-FFF2-40B4-BE49-F238E27FC236}">
                  <a16:creationId xmlns:a16="http://schemas.microsoft.com/office/drawing/2014/main" id="{7EFE4C70-F0D8-1C3F-46D2-6EBAF61C89DD}"/>
                </a:ext>
              </a:extLst>
            </p:cNvPr>
            <p:cNvSpPr/>
            <p:nvPr/>
          </p:nvSpPr>
          <p:spPr bwMode="gray">
            <a:xfrm>
              <a:off x="451866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2" name="Forme libre : forme 4951">
              <a:extLst>
                <a:ext uri="{FF2B5EF4-FFF2-40B4-BE49-F238E27FC236}">
                  <a16:creationId xmlns:a16="http://schemas.microsoft.com/office/drawing/2014/main" id="{53B50005-1729-5233-443A-91C3D66F8FA6}"/>
                </a:ext>
              </a:extLst>
            </p:cNvPr>
            <p:cNvSpPr/>
            <p:nvPr/>
          </p:nvSpPr>
          <p:spPr bwMode="gray">
            <a:xfrm>
              <a:off x="447040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3" name="Forme libre : forme 4952">
              <a:extLst>
                <a:ext uri="{FF2B5EF4-FFF2-40B4-BE49-F238E27FC236}">
                  <a16:creationId xmlns:a16="http://schemas.microsoft.com/office/drawing/2014/main" id="{B0C27AAF-572F-A7E5-ACC1-19063692B9F1}"/>
                </a:ext>
              </a:extLst>
            </p:cNvPr>
            <p:cNvSpPr/>
            <p:nvPr/>
          </p:nvSpPr>
          <p:spPr bwMode="gray">
            <a:xfrm>
              <a:off x="442087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4" name="Forme libre : forme 4953">
              <a:extLst>
                <a:ext uri="{FF2B5EF4-FFF2-40B4-BE49-F238E27FC236}">
                  <a16:creationId xmlns:a16="http://schemas.microsoft.com/office/drawing/2014/main" id="{65BBD0C8-CC92-735E-738D-DFE8C4855960}"/>
                </a:ext>
              </a:extLst>
            </p:cNvPr>
            <p:cNvSpPr/>
            <p:nvPr/>
          </p:nvSpPr>
          <p:spPr bwMode="gray">
            <a:xfrm>
              <a:off x="43726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5" name="Forme libre : forme 4954">
              <a:extLst>
                <a:ext uri="{FF2B5EF4-FFF2-40B4-BE49-F238E27FC236}">
                  <a16:creationId xmlns:a16="http://schemas.microsoft.com/office/drawing/2014/main" id="{6B6D004A-9EEA-4BD7-A649-B9859109C986}"/>
                </a:ext>
              </a:extLst>
            </p:cNvPr>
            <p:cNvSpPr/>
            <p:nvPr/>
          </p:nvSpPr>
          <p:spPr bwMode="gray">
            <a:xfrm>
              <a:off x="432308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6" name="Forme libre : forme 4955">
              <a:extLst>
                <a:ext uri="{FF2B5EF4-FFF2-40B4-BE49-F238E27FC236}">
                  <a16:creationId xmlns:a16="http://schemas.microsoft.com/office/drawing/2014/main" id="{D74B962F-9668-70FE-5B68-F1556E4E0A54}"/>
                </a:ext>
              </a:extLst>
            </p:cNvPr>
            <p:cNvSpPr/>
            <p:nvPr/>
          </p:nvSpPr>
          <p:spPr bwMode="gray">
            <a:xfrm>
              <a:off x="427355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7" name="Forme libre : forme 4956">
              <a:extLst>
                <a:ext uri="{FF2B5EF4-FFF2-40B4-BE49-F238E27FC236}">
                  <a16:creationId xmlns:a16="http://schemas.microsoft.com/office/drawing/2014/main" id="{880CBDC6-541E-0861-8F8D-0A7C52465771}"/>
                </a:ext>
              </a:extLst>
            </p:cNvPr>
            <p:cNvSpPr/>
            <p:nvPr/>
          </p:nvSpPr>
          <p:spPr bwMode="gray">
            <a:xfrm>
              <a:off x="422529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8" name="Forme libre : forme 4957">
              <a:extLst>
                <a:ext uri="{FF2B5EF4-FFF2-40B4-BE49-F238E27FC236}">
                  <a16:creationId xmlns:a16="http://schemas.microsoft.com/office/drawing/2014/main" id="{BEBF72E9-B2C4-6CAC-5D1A-5F94FA1EAAFF}"/>
                </a:ext>
              </a:extLst>
            </p:cNvPr>
            <p:cNvSpPr/>
            <p:nvPr/>
          </p:nvSpPr>
          <p:spPr bwMode="gray">
            <a:xfrm>
              <a:off x="417576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59" name="Forme libre : forme 4958">
              <a:extLst>
                <a:ext uri="{FF2B5EF4-FFF2-40B4-BE49-F238E27FC236}">
                  <a16:creationId xmlns:a16="http://schemas.microsoft.com/office/drawing/2014/main" id="{C714C2C8-A8C6-73F0-1624-B3250567802F}"/>
                </a:ext>
              </a:extLst>
            </p:cNvPr>
            <p:cNvSpPr/>
            <p:nvPr/>
          </p:nvSpPr>
          <p:spPr bwMode="gray">
            <a:xfrm>
              <a:off x="412750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0" name="Forme libre : forme 4959">
              <a:extLst>
                <a:ext uri="{FF2B5EF4-FFF2-40B4-BE49-F238E27FC236}">
                  <a16:creationId xmlns:a16="http://schemas.microsoft.com/office/drawing/2014/main" id="{D2D60EA0-396F-28D5-FFFD-FEBE56424CE3}"/>
                </a:ext>
              </a:extLst>
            </p:cNvPr>
            <p:cNvSpPr/>
            <p:nvPr/>
          </p:nvSpPr>
          <p:spPr bwMode="gray">
            <a:xfrm>
              <a:off x="290195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1" name="Forme libre : forme 4960">
              <a:extLst>
                <a:ext uri="{FF2B5EF4-FFF2-40B4-BE49-F238E27FC236}">
                  <a16:creationId xmlns:a16="http://schemas.microsoft.com/office/drawing/2014/main" id="{E09C229D-691A-A1FD-5471-5B5023444C50}"/>
                </a:ext>
              </a:extLst>
            </p:cNvPr>
            <p:cNvSpPr/>
            <p:nvPr/>
          </p:nvSpPr>
          <p:spPr bwMode="gray">
            <a:xfrm>
              <a:off x="285242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2" name="Forme libre : forme 4961">
              <a:extLst>
                <a:ext uri="{FF2B5EF4-FFF2-40B4-BE49-F238E27FC236}">
                  <a16:creationId xmlns:a16="http://schemas.microsoft.com/office/drawing/2014/main" id="{AB715673-1073-6C4B-AE2A-B40C7BF4B9E0}"/>
                </a:ext>
              </a:extLst>
            </p:cNvPr>
            <p:cNvSpPr/>
            <p:nvPr/>
          </p:nvSpPr>
          <p:spPr bwMode="gray">
            <a:xfrm>
              <a:off x="280416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3" name="Forme libre : forme 4962">
              <a:extLst>
                <a:ext uri="{FF2B5EF4-FFF2-40B4-BE49-F238E27FC236}">
                  <a16:creationId xmlns:a16="http://schemas.microsoft.com/office/drawing/2014/main" id="{46EA81EA-6CF7-9D7A-0DE3-B99D65AA4DA5}"/>
                </a:ext>
              </a:extLst>
            </p:cNvPr>
            <p:cNvSpPr/>
            <p:nvPr/>
          </p:nvSpPr>
          <p:spPr bwMode="gray">
            <a:xfrm>
              <a:off x="275463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4" name="Forme libre : forme 4963">
              <a:extLst>
                <a:ext uri="{FF2B5EF4-FFF2-40B4-BE49-F238E27FC236}">
                  <a16:creationId xmlns:a16="http://schemas.microsoft.com/office/drawing/2014/main" id="{17C2145E-17C0-3DE5-576F-7EA31001F8FE}"/>
                </a:ext>
              </a:extLst>
            </p:cNvPr>
            <p:cNvSpPr/>
            <p:nvPr/>
          </p:nvSpPr>
          <p:spPr bwMode="gray">
            <a:xfrm>
              <a:off x="270510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5" name="Forme libre : forme 4964">
              <a:extLst>
                <a:ext uri="{FF2B5EF4-FFF2-40B4-BE49-F238E27FC236}">
                  <a16:creationId xmlns:a16="http://schemas.microsoft.com/office/drawing/2014/main" id="{087037A1-6BBB-7BEE-93AD-FDE7FF69F26C}"/>
                </a:ext>
              </a:extLst>
            </p:cNvPr>
            <p:cNvSpPr/>
            <p:nvPr/>
          </p:nvSpPr>
          <p:spPr bwMode="gray">
            <a:xfrm>
              <a:off x="265684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6" name="Forme libre : forme 4965">
              <a:extLst>
                <a:ext uri="{FF2B5EF4-FFF2-40B4-BE49-F238E27FC236}">
                  <a16:creationId xmlns:a16="http://schemas.microsoft.com/office/drawing/2014/main" id="{D5E52CDE-6EB6-4445-6F5A-BC29EE20B166}"/>
                </a:ext>
              </a:extLst>
            </p:cNvPr>
            <p:cNvSpPr/>
            <p:nvPr/>
          </p:nvSpPr>
          <p:spPr bwMode="gray">
            <a:xfrm>
              <a:off x="26073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7" name="Forme libre : forme 4966">
              <a:extLst>
                <a:ext uri="{FF2B5EF4-FFF2-40B4-BE49-F238E27FC236}">
                  <a16:creationId xmlns:a16="http://schemas.microsoft.com/office/drawing/2014/main" id="{9AFA8A48-DE74-6345-BD16-49F609FEBF49}"/>
                </a:ext>
              </a:extLst>
            </p:cNvPr>
            <p:cNvSpPr/>
            <p:nvPr/>
          </p:nvSpPr>
          <p:spPr bwMode="gray">
            <a:xfrm>
              <a:off x="255905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8" name="Forme libre : forme 4967">
              <a:extLst>
                <a:ext uri="{FF2B5EF4-FFF2-40B4-BE49-F238E27FC236}">
                  <a16:creationId xmlns:a16="http://schemas.microsoft.com/office/drawing/2014/main" id="{D8965689-1DC2-EBD3-0B48-19AF563815C2}"/>
                </a:ext>
              </a:extLst>
            </p:cNvPr>
            <p:cNvSpPr/>
            <p:nvPr/>
          </p:nvSpPr>
          <p:spPr bwMode="gray">
            <a:xfrm>
              <a:off x="250952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69" name="Forme libre : forme 4968">
              <a:extLst>
                <a:ext uri="{FF2B5EF4-FFF2-40B4-BE49-F238E27FC236}">
                  <a16:creationId xmlns:a16="http://schemas.microsoft.com/office/drawing/2014/main" id="{448808E9-2CB7-09CD-57A6-D85F4150D878}"/>
                </a:ext>
              </a:extLst>
            </p:cNvPr>
            <p:cNvSpPr/>
            <p:nvPr/>
          </p:nvSpPr>
          <p:spPr bwMode="gray">
            <a:xfrm>
              <a:off x="245999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0" name="Forme libre : forme 4969">
              <a:extLst>
                <a:ext uri="{FF2B5EF4-FFF2-40B4-BE49-F238E27FC236}">
                  <a16:creationId xmlns:a16="http://schemas.microsoft.com/office/drawing/2014/main" id="{69364AA5-FFFD-1E4B-1903-36B40A56EEEA}"/>
                </a:ext>
              </a:extLst>
            </p:cNvPr>
            <p:cNvSpPr/>
            <p:nvPr/>
          </p:nvSpPr>
          <p:spPr bwMode="gray">
            <a:xfrm>
              <a:off x="241173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1" name="Forme libre : forme 4970">
              <a:extLst>
                <a:ext uri="{FF2B5EF4-FFF2-40B4-BE49-F238E27FC236}">
                  <a16:creationId xmlns:a16="http://schemas.microsoft.com/office/drawing/2014/main" id="{8989A907-4517-31D8-ED06-A289681A2452}"/>
                </a:ext>
              </a:extLst>
            </p:cNvPr>
            <p:cNvSpPr/>
            <p:nvPr/>
          </p:nvSpPr>
          <p:spPr bwMode="gray">
            <a:xfrm>
              <a:off x="236220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2" name="Forme libre : forme 4971">
              <a:extLst>
                <a:ext uri="{FF2B5EF4-FFF2-40B4-BE49-F238E27FC236}">
                  <a16:creationId xmlns:a16="http://schemas.microsoft.com/office/drawing/2014/main" id="{72E4CCD9-65FE-182D-16C3-460E6E14439B}"/>
                </a:ext>
              </a:extLst>
            </p:cNvPr>
            <p:cNvSpPr/>
            <p:nvPr/>
          </p:nvSpPr>
          <p:spPr bwMode="gray">
            <a:xfrm>
              <a:off x="231394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3" name="Forme libre : forme 4972">
              <a:extLst>
                <a:ext uri="{FF2B5EF4-FFF2-40B4-BE49-F238E27FC236}">
                  <a16:creationId xmlns:a16="http://schemas.microsoft.com/office/drawing/2014/main" id="{7D2DCDBD-DBA9-0732-F2E0-7D7D8C5478AD}"/>
                </a:ext>
              </a:extLst>
            </p:cNvPr>
            <p:cNvSpPr/>
            <p:nvPr/>
          </p:nvSpPr>
          <p:spPr bwMode="gray">
            <a:xfrm>
              <a:off x="22644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4" name="Forme libre : forme 4973">
              <a:extLst>
                <a:ext uri="{FF2B5EF4-FFF2-40B4-BE49-F238E27FC236}">
                  <a16:creationId xmlns:a16="http://schemas.microsoft.com/office/drawing/2014/main" id="{053EA5C5-7FB9-22F5-DF36-2DADAD92E725}"/>
                </a:ext>
              </a:extLst>
            </p:cNvPr>
            <p:cNvSpPr/>
            <p:nvPr/>
          </p:nvSpPr>
          <p:spPr bwMode="gray">
            <a:xfrm>
              <a:off x="221488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5" name="Forme libre : forme 4974">
              <a:extLst>
                <a:ext uri="{FF2B5EF4-FFF2-40B4-BE49-F238E27FC236}">
                  <a16:creationId xmlns:a16="http://schemas.microsoft.com/office/drawing/2014/main" id="{4F332E7C-943B-6C42-47C9-572E963C3E5E}"/>
                </a:ext>
              </a:extLst>
            </p:cNvPr>
            <p:cNvSpPr/>
            <p:nvPr/>
          </p:nvSpPr>
          <p:spPr bwMode="gray">
            <a:xfrm>
              <a:off x="216662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6" name="Forme libre : forme 4975">
              <a:extLst>
                <a:ext uri="{FF2B5EF4-FFF2-40B4-BE49-F238E27FC236}">
                  <a16:creationId xmlns:a16="http://schemas.microsoft.com/office/drawing/2014/main" id="{FFA801B2-E377-9494-4002-48E5229A80D8}"/>
                </a:ext>
              </a:extLst>
            </p:cNvPr>
            <p:cNvSpPr/>
            <p:nvPr/>
          </p:nvSpPr>
          <p:spPr bwMode="gray">
            <a:xfrm>
              <a:off x="211709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7" name="Forme libre : forme 4976">
              <a:extLst>
                <a:ext uri="{FF2B5EF4-FFF2-40B4-BE49-F238E27FC236}">
                  <a16:creationId xmlns:a16="http://schemas.microsoft.com/office/drawing/2014/main" id="{F9AA5B0C-0696-EAF8-429E-4B569F9DEAC2}"/>
                </a:ext>
              </a:extLst>
            </p:cNvPr>
            <p:cNvSpPr/>
            <p:nvPr/>
          </p:nvSpPr>
          <p:spPr bwMode="gray">
            <a:xfrm>
              <a:off x="206883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8" name="Forme libre : forme 4977">
              <a:extLst>
                <a:ext uri="{FF2B5EF4-FFF2-40B4-BE49-F238E27FC236}">
                  <a16:creationId xmlns:a16="http://schemas.microsoft.com/office/drawing/2014/main" id="{E0982994-E2BB-BEF9-A82D-99BA5CAC0E29}"/>
                </a:ext>
              </a:extLst>
            </p:cNvPr>
            <p:cNvSpPr/>
            <p:nvPr/>
          </p:nvSpPr>
          <p:spPr bwMode="gray">
            <a:xfrm>
              <a:off x="201930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79" name="Forme libre : forme 4978">
              <a:extLst>
                <a:ext uri="{FF2B5EF4-FFF2-40B4-BE49-F238E27FC236}">
                  <a16:creationId xmlns:a16="http://schemas.microsoft.com/office/drawing/2014/main" id="{058D806C-AC4C-EE5A-587B-62AEAE25FB62}"/>
                </a:ext>
              </a:extLst>
            </p:cNvPr>
            <p:cNvSpPr/>
            <p:nvPr/>
          </p:nvSpPr>
          <p:spPr bwMode="gray">
            <a:xfrm>
              <a:off x="196977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0" name="Forme libre : forme 4979">
              <a:extLst>
                <a:ext uri="{FF2B5EF4-FFF2-40B4-BE49-F238E27FC236}">
                  <a16:creationId xmlns:a16="http://schemas.microsoft.com/office/drawing/2014/main" id="{AF25704D-7786-708A-7070-751049C83879}"/>
                </a:ext>
              </a:extLst>
            </p:cNvPr>
            <p:cNvSpPr/>
            <p:nvPr/>
          </p:nvSpPr>
          <p:spPr bwMode="gray">
            <a:xfrm>
              <a:off x="192151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1" name="Forme libre : forme 4980">
              <a:extLst>
                <a:ext uri="{FF2B5EF4-FFF2-40B4-BE49-F238E27FC236}">
                  <a16:creationId xmlns:a16="http://schemas.microsoft.com/office/drawing/2014/main" id="{F96DA757-D6E3-C32A-8B84-4E92CB22301D}"/>
                </a:ext>
              </a:extLst>
            </p:cNvPr>
            <p:cNvSpPr/>
            <p:nvPr/>
          </p:nvSpPr>
          <p:spPr bwMode="gray">
            <a:xfrm>
              <a:off x="1871980" y="4249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2" name="Forme libre : forme 4981">
              <a:extLst>
                <a:ext uri="{FF2B5EF4-FFF2-40B4-BE49-F238E27FC236}">
                  <a16:creationId xmlns:a16="http://schemas.microsoft.com/office/drawing/2014/main" id="{426DB85B-A9F5-C63E-2D09-B4A33072A651}"/>
                </a:ext>
              </a:extLst>
            </p:cNvPr>
            <p:cNvSpPr/>
            <p:nvPr/>
          </p:nvSpPr>
          <p:spPr bwMode="gray">
            <a:xfrm>
              <a:off x="7264400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3" name="Forme libre : forme 4982">
              <a:extLst>
                <a:ext uri="{FF2B5EF4-FFF2-40B4-BE49-F238E27FC236}">
                  <a16:creationId xmlns:a16="http://schemas.microsoft.com/office/drawing/2014/main" id="{6010CF6D-D473-D5DB-D8E4-257534C1B077}"/>
                </a:ext>
              </a:extLst>
            </p:cNvPr>
            <p:cNvSpPr/>
            <p:nvPr/>
          </p:nvSpPr>
          <p:spPr bwMode="gray">
            <a:xfrm>
              <a:off x="721486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4" name="Forme libre : forme 4983">
              <a:extLst>
                <a:ext uri="{FF2B5EF4-FFF2-40B4-BE49-F238E27FC236}">
                  <a16:creationId xmlns:a16="http://schemas.microsoft.com/office/drawing/2014/main" id="{3E641CC6-83B8-2D8C-14ED-69B8EB174210}"/>
                </a:ext>
              </a:extLst>
            </p:cNvPr>
            <p:cNvSpPr/>
            <p:nvPr/>
          </p:nvSpPr>
          <p:spPr bwMode="gray">
            <a:xfrm>
              <a:off x="716533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5" name="Forme libre : forme 4984">
              <a:extLst>
                <a:ext uri="{FF2B5EF4-FFF2-40B4-BE49-F238E27FC236}">
                  <a16:creationId xmlns:a16="http://schemas.microsoft.com/office/drawing/2014/main" id="{D2BA716A-91BE-0713-2D11-F741C0353EC0}"/>
                </a:ext>
              </a:extLst>
            </p:cNvPr>
            <p:cNvSpPr/>
            <p:nvPr/>
          </p:nvSpPr>
          <p:spPr bwMode="gray">
            <a:xfrm>
              <a:off x="7117080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6" name="Forme libre : forme 4985">
              <a:extLst>
                <a:ext uri="{FF2B5EF4-FFF2-40B4-BE49-F238E27FC236}">
                  <a16:creationId xmlns:a16="http://schemas.microsoft.com/office/drawing/2014/main" id="{76C4F12A-4108-629B-39BB-13BF70B6C40A}"/>
                </a:ext>
              </a:extLst>
            </p:cNvPr>
            <p:cNvSpPr/>
            <p:nvPr/>
          </p:nvSpPr>
          <p:spPr bwMode="gray">
            <a:xfrm>
              <a:off x="7067550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7" name="Forme libre : forme 4986">
              <a:extLst>
                <a:ext uri="{FF2B5EF4-FFF2-40B4-BE49-F238E27FC236}">
                  <a16:creationId xmlns:a16="http://schemas.microsoft.com/office/drawing/2014/main" id="{B4493468-EC78-414E-746C-4371DE0DA7FE}"/>
                </a:ext>
              </a:extLst>
            </p:cNvPr>
            <p:cNvSpPr/>
            <p:nvPr/>
          </p:nvSpPr>
          <p:spPr bwMode="gray">
            <a:xfrm>
              <a:off x="682243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8" name="Forme libre : forme 4987">
              <a:extLst>
                <a:ext uri="{FF2B5EF4-FFF2-40B4-BE49-F238E27FC236}">
                  <a16:creationId xmlns:a16="http://schemas.microsoft.com/office/drawing/2014/main" id="{35E9A299-F6E4-3B02-38C6-C8D9D3D100D7}"/>
                </a:ext>
              </a:extLst>
            </p:cNvPr>
            <p:cNvSpPr/>
            <p:nvPr/>
          </p:nvSpPr>
          <p:spPr bwMode="gray">
            <a:xfrm>
              <a:off x="6774180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89" name="Forme libre : forme 4988">
              <a:extLst>
                <a:ext uri="{FF2B5EF4-FFF2-40B4-BE49-F238E27FC236}">
                  <a16:creationId xmlns:a16="http://schemas.microsoft.com/office/drawing/2014/main" id="{EF9005DC-357E-A9CB-395F-EB13FA5E0A72}"/>
                </a:ext>
              </a:extLst>
            </p:cNvPr>
            <p:cNvSpPr/>
            <p:nvPr/>
          </p:nvSpPr>
          <p:spPr bwMode="gray">
            <a:xfrm>
              <a:off x="667511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0" name="Forme libre : forme 4989">
              <a:extLst>
                <a:ext uri="{FF2B5EF4-FFF2-40B4-BE49-F238E27FC236}">
                  <a16:creationId xmlns:a16="http://schemas.microsoft.com/office/drawing/2014/main" id="{865E3FDC-DF0D-FA49-BB89-962060410580}"/>
                </a:ext>
              </a:extLst>
            </p:cNvPr>
            <p:cNvSpPr/>
            <p:nvPr/>
          </p:nvSpPr>
          <p:spPr bwMode="gray">
            <a:xfrm>
              <a:off x="662685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1" name="Forme libre : forme 4990">
              <a:extLst>
                <a:ext uri="{FF2B5EF4-FFF2-40B4-BE49-F238E27FC236}">
                  <a16:creationId xmlns:a16="http://schemas.microsoft.com/office/drawing/2014/main" id="{F93643B1-B055-BB4A-B782-A1F9E584AB73}"/>
                </a:ext>
              </a:extLst>
            </p:cNvPr>
            <p:cNvSpPr/>
            <p:nvPr/>
          </p:nvSpPr>
          <p:spPr bwMode="gray">
            <a:xfrm>
              <a:off x="6577330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2" name="Forme libre : forme 4991">
              <a:extLst>
                <a:ext uri="{FF2B5EF4-FFF2-40B4-BE49-F238E27FC236}">
                  <a16:creationId xmlns:a16="http://schemas.microsoft.com/office/drawing/2014/main" id="{D73F6BFF-DAAC-5231-35B3-55A46B3CE26C}"/>
                </a:ext>
              </a:extLst>
            </p:cNvPr>
            <p:cNvSpPr/>
            <p:nvPr/>
          </p:nvSpPr>
          <p:spPr bwMode="gray">
            <a:xfrm>
              <a:off x="6529069" y="42011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3" name="Forme libre : forme 4992">
              <a:extLst>
                <a:ext uri="{FF2B5EF4-FFF2-40B4-BE49-F238E27FC236}">
                  <a16:creationId xmlns:a16="http://schemas.microsoft.com/office/drawing/2014/main" id="{C9038D3C-49D5-5058-4234-5DBB91588D88}"/>
                </a:ext>
              </a:extLst>
            </p:cNvPr>
            <p:cNvSpPr/>
            <p:nvPr/>
          </p:nvSpPr>
          <p:spPr bwMode="gray">
            <a:xfrm>
              <a:off x="638175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4" name="Forme libre : forme 4993">
              <a:extLst>
                <a:ext uri="{FF2B5EF4-FFF2-40B4-BE49-F238E27FC236}">
                  <a16:creationId xmlns:a16="http://schemas.microsoft.com/office/drawing/2014/main" id="{AB0020C3-F8B5-8F68-BFE3-5C6D0853037E}"/>
                </a:ext>
              </a:extLst>
            </p:cNvPr>
            <p:cNvSpPr/>
            <p:nvPr/>
          </p:nvSpPr>
          <p:spPr bwMode="gray">
            <a:xfrm>
              <a:off x="633222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5" name="Forme libre : forme 4994">
              <a:extLst>
                <a:ext uri="{FF2B5EF4-FFF2-40B4-BE49-F238E27FC236}">
                  <a16:creationId xmlns:a16="http://schemas.microsoft.com/office/drawing/2014/main" id="{ADDDB68F-73C2-54F3-4845-82EA351C19C1}"/>
                </a:ext>
              </a:extLst>
            </p:cNvPr>
            <p:cNvSpPr/>
            <p:nvPr/>
          </p:nvSpPr>
          <p:spPr bwMode="gray">
            <a:xfrm>
              <a:off x="476377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6" name="Forme libre : forme 4995">
              <a:extLst>
                <a:ext uri="{FF2B5EF4-FFF2-40B4-BE49-F238E27FC236}">
                  <a16:creationId xmlns:a16="http://schemas.microsoft.com/office/drawing/2014/main" id="{754B23A0-F8E9-A76E-FD9C-29BF542C38DB}"/>
                </a:ext>
              </a:extLst>
            </p:cNvPr>
            <p:cNvSpPr/>
            <p:nvPr/>
          </p:nvSpPr>
          <p:spPr bwMode="gray">
            <a:xfrm>
              <a:off x="471551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7" name="Forme libre : forme 4996">
              <a:extLst>
                <a:ext uri="{FF2B5EF4-FFF2-40B4-BE49-F238E27FC236}">
                  <a16:creationId xmlns:a16="http://schemas.microsoft.com/office/drawing/2014/main" id="{2273E15B-43E4-1AC6-1688-6E48C5201F9A}"/>
                </a:ext>
              </a:extLst>
            </p:cNvPr>
            <p:cNvSpPr/>
            <p:nvPr/>
          </p:nvSpPr>
          <p:spPr bwMode="gray">
            <a:xfrm>
              <a:off x="466598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8" name="Forme libre : forme 4997">
              <a:extLst>
                <a:ext uri="{FF2B5EF4-FFF2-40B4-BE49-F238E27FC236}">
                  <a16:creationId xmlns:a16="http://schemas.microsoft.com/office/drawing/2014/main" id="{81F54D39-1208-37C2-FA0F-ABC272BA5933}"/>
                </a:ext>
              </a:extLst>
            </p:cNvPr>
            <p:cNvSpPr/>
            <p:nvPr/>
          </p:nvSpPr>
          <p:spPr bwMode="gray">
            <a:xfrm>
              <a:off x="461772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999" name="Forme libre : forme 4998">
              <a:extLst>
                <a:ext uri="{FF2B5EF4-FFF2-40B4-BE49-F238E27FC236}">
                  <a16:creationId xmlns:a16="http://schemas.microsoft.com/office/drawing/2014/main" id="{A8406ECE-CCAC-083D-7114-9B8F18293B55}"/>
                </a:ext>
              </a:extLst>
            </p:cNvPr>
            <p:cNvSpPr/>
            <p:nvPr/>
          </p:nvSpPr>
          <p:spPr bwMode="gray">
            <a:xfrm>
              <a:off x="456819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0" name="Forme libre : forme 4999">
              <a:extLst>
                <a:ext uri="{FF2B5EF4-FFF2-40B4-BE49-F238E27FC236}">
                  <a16:creationId xmlns:a16="http://schemas.microsoft.com/office/drawing/2014/main" id="{1114E612-8792-D429-C359-38DE209BC9BC}"/>
                </a:ext>
              </a:extLst>
            </p:cNvPr>
            <p:cNvSpPr/>
            <p:nvPr/>
          </p:nvSpPr>
          <p:spPr bwMode="gray">
            <a:xfrm>
              <a:off x="451866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1" name="Forme libre : forme 5000">
              <a:extLst>
                <a:ext uri="{FF2B5EF4-FFF2-40B4-BE49-F238E27FC236}">
                  <a16:creationId xmlns:a16="http://schemas.microsoft.com/office/drawing/2014/main" id="{D7969EC5-6B15-0266-12B1-0FEF99E9F7C4}"/>
                </a:ext>
              </a:extLst>
            </p:cNvPr>
            <p:cNvSpPr/>
            <p:nvPr/>
          </p:nvSpPr>
          <p:spPr bwMode="gray">
            <a:xfrm>
              <a:off x="447040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2" name="Forme libre : forme 5001">
              <a:extLst>
                <a:ext uri="{FF2B5EF4-FFF2-40B4-BE49-F238E27FC236}">
                  <a16:creationId xmlns:a16="http://schemas.microsoft.com/office/drawing/2014/main" id="{7CA25F8E-2A1D-8548-0901-AC4E63B88387}"/>
                </a:ext>
              </a:extLst>
            </p:cNvPr>
            <p:cNvSpPr/>
            <p:nvPr/>
          </p:nvSpPr>
          <p:spPr bwMode="gray">
            <a:xfrm>
              <a:off x="442087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3" name="Forme libre : forme 5002">
              <a:extLst>
                <a:ext uri="{FF2B5EF4-FFF2-40B4-BE49-F238E27FC236}">
                  <a16:creationId xmlns:a16="http://schemas.microsoft.com/office/drawing/2014/main" id="{53D80B72-A711-1812-6E00-4ABBF11C675D}"/>
                </a:ext>
              </a:extLst>
            </p:cNvPr>
            <p:cNvSpPr/>
            <p:nvPr/>
          </p:nvSpPr>
          <p:spPr bwMode="gray">
            <a:xfrm>
              <a:off x="437261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4" name="Forme libre : forme 5003">
              <a:extLst>
                <a:ext uri="{FF2B5EF4-FFF2-40B4-BE49-F238E27FC236}">
                  <a16:creationId xmlns:a16="http://schemas.microsoft.com/office/drawing/2014/main" id="{092C58E9-FA41-CF57-42EA-86CF192F80B5}"/>
                </a:ext>
              </a:extLst>
            </p:cNvPr>
            <p:cNvSpPr/>
            <p:nvPr/>
          </p:nvSpPr>
          <p:spPr bwMode="gray">
            <a:xfrm>
              <a:off x="432308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5" name="Forme libre : forme 5004">
              <a:extLst>
                <a:ext uri="{FF2B5EF4-FFF2-40B4-BE49-F238E27FC236}">
                  <a16:creationId xmlns:a16="http://schemas.microsoft.com/office/drawing/2014/main" id="{03BF8947-EB1E-6F7E-7406-D591B787412E}"/>
                </a:ext>
              </a:extLst>
            </p:cNvPr>
            <p:cNvSpPr/>
            <p:nvPr/>
          </p:nvSpPr>
          <p:spPr bwMode="gray">
            <a:xfrm>
              <a:off x="427355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6" name="Forme libre : forme 5005">
              <a:extLst>
                <a:ext uri="{FF2B5EF4-FFF2-40B4-BE49-F238E27FC236}">
                  <a16:creationId xmlns:a16="http://schemas.microsoft.com/office/drawing/2014/main" id="{7EE32374-5436-6E1A-C692-A6E74DE5A8C5}"/>
                </a:ext>
              </a:extLst>
            </p:cNvPr>
            <p:cNvSpPr/>
            <p:nvPr/>
          </p:nvSpPr>
          <p:spPr bwMode="gray">
            <a:xfrm>
              <a:off x="422529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7" name="Forme libre : forme 5006">
              <a:extLst>
                <a:ext uri="{FF2B5EF4-FFF2-40B4-BE49-F238E27FC236}">
                  <a16:creationId xmlns:a16="http://schemas.microsoft.com/office/drawing/2014/main" id="{90B87C08-9323-8392-156D-82EAE5361045}"/>
                </a:ext>
              </a:extLst>
            </p:cNvPr>
            <p:cNvSpPr/>
            <p:nvPr/>
          </p:nvSpPr>
          <p:spPr bwMode="gray">
            <a:xfrm>
              <a:off x="417576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8" name="Forme libre : forme 5007">
              <a:extLst>
                <a:ext uri="{FF2B5EF4-FFF2-40B4-BE49-F238E27FC236}">
                  <a16:creationId xmlns:a16="http://schemas.microsoft.com/office/drawing/2014/main" id="{EFACAFBB-DA4D-6E60-6DE3-E59A3323E45D}"/>
                </a:ext>
              </a:extLst>
            </p:cNvPr>
            <p:cNvSpPr/>
            <p:nvPr/>
          </p:nvSpPr>
          <p:spPr bwMode="gray">
            <a:xfrm>
              <a:off x="412750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09" name="Forme libre : forme 5008">
              <a:extLst>
                <a:ext uri="{FF2B5EF4-FFF2-40B4-BE49-F238E27FC236}">
                  <a16:creationId xmlns:a16="http://schemas.microsoft.com/office/drawing/2014/main" id="{0482C45F-F277-ABBC-F57E-6F2DBEFD7C73}"/>
                </a:ext>
              </a:extLst>
            </p:cNvPr>
            <p:cNvSpPr/>
            <p:nvPr/>
          </p:nvSpPr>
          <p:spPr bwMode="gray">
            <a:xfrm>
              <a:off x="407797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0" name="Forme libre : forme 5009">
              <a:extLst>
                <a:ext uri="{FF2B5EF4-FFF2-40B4-BE49-F238E27FC236}">
                  <a16:creationId xmlns:a16="http://schemas.microsoft.com/office/drawing/2014/main" id="{A769EA6D-ECBF-D1D4-27FC-76AF6213B6F6}"/>
                </a:ext>
              </a:extLst>
            </p:cNvPr>
            <p:cNvSpPr/>
            <p:nvPr/>
          </p:nvSpPr>
          <p:spPr bwMode="gray">
            <a:xfrm>
              <a:off x="275463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1" name="Forme libre : forme 5010">
              <a:extLst>
                <a:ext uri="{FF2B5EF4-FFF2-40B4-BE49-F238E27FC236}">
                  <a16:creationId xmlns:a16="http://schemas.microsoft.com/office/drawing/2014/main" id="{399DE20C-EA72-D238-D1DD-FD0C7B5CD3CB}"/>
                </a:ext>
              </a:extLst>
            </p:cNvPr>
            <p:cNvSpPr/>
            <p:nvPr/>
          </p:nvSpPr>
          <p:spPr bwMode="gray">
            <a:xfrm>
              <a:off x="270510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2" name="Forme libre : forme 5011">
              <a:extLst>
                <a:ext uri="{FF2B5EF4-FFF2-40B4-BE49-F238E27FC236}">
                  <a16:creationId xmlns:a16="http://schemas.microsoft.com/office/drawing/2014/main" id="{C7CBE609-FD2D-20F0-EC83-B43B384E679F}"/>
                </a:ext>
              </a:extLst>
            </p:cNvPr>
            <p:cNvSpPr/>
            <p:nvPr/>
          </p:nvSpPr>
          <p:spPr bwMode="gray">
            <a:xfrm>
              <a:off x="265684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3" name="Forme libre : forme 5012">
              <a:extLst>
                <a:ext uri="{FF2B5EF4-FFF2-40B4-BE49-F238E27FC236}">
                  <a16:creationId xmlns:a16="http://schemas.microsoft.com/office/drawing/2014/main" id="{BD144393-8399-CF5A-ECD1-75A8B60B7B46}"/>
                </a:ext>
              </a:extLst>
            </p:cNvPr>
            <p:cNvSpPr/>
            <p:nvPr/>
          </p:nvSpPr>
          <p:spPr bwMode="gray">
            <a:xfrm>
              <a:off x="260731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4" name="Forme libre : forme 5013">
              <a:extLst>
                <a:ext uri="{FF2B5EF4-FFF2-40B4-BE49-F238E27FC236}">
                  <a16:creationId xmlns:a16="http://schemas.microsoft.com/office/drawing/2014/main" id="{87E43A1F-2592-0F75-8865-CFC92252B5F8}"/>
                </a:ext>
              </a:extLst>
            </p:cNvPr>
            <p:cNvSpPr/>
            <p:nvPr/>
          </p:nvSpPr>
          <p:spPr bwMode="gray">
            <a:xfrm>
              <a:off x="255905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5" name="Forme libre : forme 5014">
              <a:extLst>
                <a:ext uri="{FF2B5EF4-FFF2-40B4-BE49-F238E27FC236}">
                  <a16:creationId xmlns:a16="http://schemas.microsoft.com/office/drawing/2014/main" id="{8B887279-1FD1-62FE-5A6A-A0F54916D7C8}"/>
                </a:ext>
              </a:extLst>
            </p:cNvPr>
            <p:cNvSpPr/>
            <p:nvPr/>
          </p:nvSpPr>
          <p:spPr bwMode="gray">
            <a:xfrm>
              <a:off x="250952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6" name="Forme libre : forme 5015">
              <a:extLst>
                <a:ext uri="{FF2B5EF4-FFF2-40B4-BE49-F238E27FC236}">
                  <a16:creationId xmlns:a16="http://schemas.microsoft.com/office/drawing/2014/main" id="{A4ED5172-6984-2978-52BC-294057BE86EC}"/>
                </a:ext>
              </a:extLst>
            </p:cNvPr>
            <p:cNvSpPr/>
            <p:nvPr/>
          </p:nvSpPr>
          <p:spPr bwMode="gray">
            <a:xfrm>
              <a:off x="245999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7" name="Forme libre : forme 5016">
              <a:extLst>
                <a:ext uri="{FF2B5EF4-FFF2-40B4-BE49-F238E27FC236}">
                  <a16:creationId xmlns:a16="http://schemas.microsoft.com/office/drawing/2014/main" id="{9AC13D32-F204-63BB-D550-8D10EFD370A6}"/>
                </a:ext>
              </a:extLst>
            </p:cNvPr>
            <p:cNvSpPr/>
            <p:nvPr/>
          </p:nvSpPr>
          <p:spPr bwMode="gray">
            <a:xfrm>
              <a:off x="241173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8" name="Forme libre : forme 5017">
              <a:extLst>
                <a:ext uri="{FF2B5EF4-FFF2-40B4-BE49-F238E27FC236}">
                  <a16:creationId xmlns:a16="http://schemas.microsoft.com/office/drawing/2014/main" id="{12C4C705-1995-F9FA-FCF6-19E4C23E9E8F}"/>
                </a:ext>
              </a:extLst>
            </p:cNvPr>
            <p:cNvSpPr/>
            <p:nvPr/>
          </p:nvSpPr>
          <p:spPr bwMode="gray">
            <a:xfrm>
              <a:off x="236220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19" name="Forme libre : forme 5018">
              <a:extLst>
                <a:ext uri="{FF2B5EF4-FFF2-40B4-BE49-F238E27FC236}">
                  <a16:creationId xmlns:a16="http://schemas.microsoft.com/office/drawing/2014/main" id="{D75A6D55-AC5E-9BE3-E6DC-FA875C347D82}"/>
                </a:ext>
              </a:extLst>
            </p:cNvPr>
            <p:cNvSpPr/>
            <p:nvPr/>
          </p:nvSpPr>
          <p:spPr bwMode="gray">
            <a:xfrm>
              <a:off x="231394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0" name="Forme libre : forme 5019">
              <a:extLst>
                <a:ext uri="{FF2B5EF4-FFF2-40B4-BE49-F238E27FC236}">
                  <a16:creationId xmlns:a16="http://schemas.microsoft.com/office/drawing/2014/main" id="{D00EDC17-1D39-17FD-6FF8-401867917720}"/>
                </a:ext>
              </a:extLst>
            </p:cNvPr>
            <p:cNvSpPr/>
            <p:nvPr/>
          </p:nvSpPr>
          <p:spPr bwMode="gray">
            <a:xfrm>
              <a:off x="226441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1" name="Forme libre : forme 5020">
              <a:extLst>
                <a:ext uri="{FF2B5EF4-FFF2-40B4-BE49-F238E27FC236}">
                  <a16:creationId xmlns:a16="http://schemas.microsoft.com/office/drawing/2014/main" id="{540C592E-F4D9-567D-E39F-0163E0A410B6}"/>
                </a:ext>
              </a:extLst>
            </p:cNvPr>
            <p:cNvSpPr/>
            <p:nvPr/>
          </p:nvSpPr>
          <p:spPr bwMode="gray">
            <a:xfrm>
              <a:off x="221488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2" name="Forme libre : forme 5021">
              <a:extLst>
                <a:ext uri="{FF2B5EF4-FFF2-40B4-BE49-F238E27FC236}">
                  <a16:creationId xmlns:a16="http://schemas.microsoft.com/office/drawing/2014/main" id="{CA90C14D-6C7D-B345-CEB0-DE2FD5B2ABEC}"/>
                </a:ext>
              </a:extLst>
            </p:cNvPr>
            <p:cNvSpPr/>
            <p:nvPr/>
          </p:nvSpPr>
          <p:spPr bwMode="gray">
            <a:xfrm>
              <a:off x="216662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3" name="Forme libre : forme 5022">
              <a:extLst>
                <a:ext uri="{FF2B5EF4-FFF2-40B4-BE49-F238E27FC236}">
                  <a16:creationId xmlns:a16="http://schemas.microsoft.com/office/drawing/2014/main" id="{745E3700-F2B8-E9D8-4D35-C35E9483F9FE}"/>
                </a:ext>
              </a:extLst>
            </p:cNvPr>
            <p:cNvSpPr/>
            <p:nvPr/>
          </p:nvSpPr>
          <p:spPr bwMode="gray">
            <a:xfrm>
              <a:off x="211709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4" name="Forme libre : forme 5023">
              <a:extLst>
                <a:ext uri="{FF2B5EF4-FFF2-40B4-BE49-F238E27FC236}">
                  <a16:creationId xmlns:a16="http://schemas.microsoft.com/office/drawing/2014/main" id="{3B11C72D-7AFC-5666-AB54-326BB374C17A}"/>
                </a:ext>
              </a:extLst>
            </p:cNvPr>
            <p:cNvSpPr/>
            <p:nvPr/>
          </p:nvSpPr>
          <p:spPr bwMode="gray">
            <a:xfrm>
              <a:off x="206883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5" name="Forme libre : forme 5024">
              <a:extLst>
                <a:ext uri="{FF2B5EF4-FFF2-40B4-BE49-F238E27FC236}">
                  <a16:creationId xmlns:a16="http://schemas.microsoft.com/office/drawing/2014/main" id="{8289F4FA-5FB1-BB63-1A70-A6B7DBE2F691}"/>
                </a:ext>
              </a:extLst>
            </p:cNvPr>
            <p:cNvSpPr/>
            <p:nvPr/>
          </p:nvSpPr>
          <p:spPr bwMode="gray">
            <a:xfrm>
              <a:off x="201930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6" name="Forme libre : forme 5025">
              <a:extLst>
                <a:ext uri="{FF2B5EF4-FFF2-40B4-BE49-F238E27FC236}">
                  <a16:creationId xmlns:a16="http://schemas.microsoft.com/office/drawing/2014/main" id="{29166606-A183-76D3-8D37-33A150A5353B}"/>
                </a:ext>
              </a:extLst>
            </p:cNvPr>
            <p:cNvSpPr/>
            <p:nvPr/>
          </p:nvSpPr>
          <p:spPr bwMode="gray">
            <a:xfrm>
              <a:off x="196977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7" name="Forme libre : forme 5026">
              <a:extLst>
                <a:ext uri="{FF2B5EF4-FFF2-40B4-BE49-F238E27FC236}">
                  <a16:creationId xmlns:a16="http://schemas.microsoft.com/office/drawing/2014/main" id="{0687ABD1-CDE5-08AF-FE89-217BD06FCEB6}"/>
                </a:ext>
              </a:extLst>
            </p:cNvPr>
            <p:cNvSpPr/>
            <p:nvPr/>
          </p:nvSpPr>
          <p:spPr bwMode="gray">
            <a:xfrm>
              <a:off x="192151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8" name="Forme libre : forme 5027">
              <a:extLst>
                <a:ext uri="{FF2B5EF4-FFF2-40B4-BE49-F238E27FC236}">
                  <a16:creationId xmlns:a16="http://schemas.microsoft.com/office/drawing/2014/main" id="{836EB86E-30D8-DDCF-3AB1-ABF3C611148C}"/>
                </a:ext>
              </a:extLst>
            </p:cNvPr>
            <p:cNvSpPr/>
            <p:nvPr/>
          </p:nvSpPr>
          <p:spPr bwMode="gray">
            <a:xfrm>
              <a:off x="1871980" y="42011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29" name="Forme libre : forme 5028">
              <a:extLst>
                <a:ext uri="{FF2B5EF4-FFF2-40B4-BE49-F238E27FC236}">
                  <a16:creationId xmlns:a16="http://schemas.microsoft.com/office/drawing/2014/main" id="{047B8CF5-A691-5772-DD19-147564A0743F}"/>
                </a:ext>
              </a:extLst>
            </p:cNvPr>
            <p:cNvSpPr/>
            <p:nvPr/>
          </p:nvSpPr>
          <p:spPr bwMode="gray">
            <a:xfrm>
              <a:off x="6871969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0" name="Forme libre : forme 5029">
              <a:extLst>
                <a:ext uri="{FF2B5EF4-FFF2-40B4-BE49-F238E27FC236}">
                  <a16:creationId xmlns:a16="http://schemas.microsoft.com/office/drawing/2014/main" id="{940701E5-FC40-63F4-3329-3295D35464EE}"/>
                </a:ext>
              </a:extLst>
            </p:cNvPr>
            <p:cNvSpPr/>
            <p:nvPr/>
          </p:nvSpPr>
          <p:spPr bwMode="gray">
            <a:xfrm>
              <a:off x="6822439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1" name="Forme libre : forme 5030">
              <a:extLst>
                <a:ext uri="{FF2B5EF4-FFF2-40B4-BE49-F238E27FC236}">
                  <a16:creationId xmlns:a16="http://schemas.microsoft.com/office/drawing/2014/main" id="{8AF7A5DD-4ED9-E51F-F703-2D7C44209AD8}"/>
                </a:ext>
              </a:extLst>
            </p:cNvPr>
            <p:cNvSpPr/>
            <p:nvPr/>
          </p:nvSpPr>
          <p:spPr bwMode="gray">
            <a:xfrm>
              <a:off x="6774180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2" name="Forme libre : forme 5031">
              <a:extLst>
                <a:ext uri="{FF2B5EF4-FFF2-40B4-BE49-F238E27FC236}">
                  <a16:creationId xmlns:a16="http://schemas.microsoft.com/office/drawing/2014/main" id="{61C0D81C-5A15-1A16-21E9-740761D78F81}"/>
                </a:ext>
              </a:extLst>
            </p:cNvPr>
            <p:cNvSpPr/>
            <p:nvPr/>
          </p:nvSpPr>
          <p:spPr bwMode="gray">
            <a:xfrm>
              <a:off x="6724650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3" name="Forme libre : forme 5032">
              <a:extLst>
                <a:ext uri="{FF2B5EF4-FFF2-40B4-BE49-F238E27FC236}">
                  <a16:creationId xmlns:a16="http://schemas.microsoft.com/office/drawing/2014/main" id="{A1DFE13D-D39D-5D46-79F7-90CAF3663302}"/>
                </a:ext>
              </a:extLst>
            </p:cNvPr>
            <p:cNvSpPr/>
            <p:nvPr/>
          </p:nvSpPr>
          <p:spPr bwMode="gray">
            <a:xfrm>
              <a:off x="6675119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4" name="Forme libre : forme 5033">
              <a:extLst>
                <a:ext uri="{FF2B5EF4-FFF2-40B4-BE49-F238E27FC236}">
                  <a16:creationId xmlns:a16="http://schemas.microsoft.com/office/drawing/2014/main" id="{019C9F0B-B8A4-3C81-331E-BDE9800D0173}"/>
                </a:ext>
              </a:extLst>
            </p:cNvPr>
            <p:cNvSpPr/>
            <p:nvPr/>
          </p:nvSpPr>
          <p:spPr bwMode="gray">
            <a:xfrm>
              <a:off x="6626859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5" name="Forme libre : forme 5034">
              <a:extLst>
                <a:ext uri="{FF2B5EF4-FFF2-40B4-BE49-F238E27FC236}">
                  <a16:creationId xmlns:a16="http://schemas.microsoft.com/office/drawing/2014/main" id="{167B393C-96DB-05DC-AE88-A284F64492F8}"/>
                </a:ext>
              </a:extLst>
            </p:cNvPr>
            <p:cNvSpPr/>
            <p:nvPr/>
          </p:nvSpPr>
          <p:spPr bwMode="gray">
            <a:xfrm>
              <a:off x="6577330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6" name="Forme libre : forme 5035">
              <a:extLst>
                <a:ext uri="{FF2B5EF4-FFF2-40B4-BE49-F238E27FC236}">
                  <a16:creationId xmlns:a16="http://schemas.microsoft.com/office/drawing/2014/main" id="{48EE0DA9-EAA5-85E9-4B05-C4E4EC7EC83A}"/>
                </a:ext>
              </a:extLst>
            </p:cNvPr>
            <p:cNvSpPr/>
            <p:nvPr/>
          </p:nvSpPr>
          <p:spPr bwMode="gray">
            <a:xfrm>
              <a:off x="6529069" y="41516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7" name="Forme libre : forme 5036">
              <a:extLst>
                <a:ext uri="{FF2B5EF4-FFF2-40B4-BE49-F238E27FC236}">
                  <a16:creationId xmlns:a16="http://schemas.microsoft.com/office/drawing/2014/main" id="{C63DAB19-D577-6E87-AA6A-BA99619DF282}"/>
                </a:ext>
              </a:extLst>
            </p:cNvPr>
            <p:cNvSpPr/>
            <p:nvPr/>
          </p:nvSpPr>
          <p:spPr bwMode="gray">
            <a:xfrm>
              <a:off x="638175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8" name="Forme libre : forme 5037">
              <a:extLst>
                <a:ext uri="{FF2B5EF4-FFF2-40B4-BE49-F238E27FC236}">
                  <a16:creationId xmlns:a16="http://schemas.microsoft.com/office/drawing/2014/main" id="{33E9AC39-8D44-7D5E-80AF-B5E0D6E2A342}"/>
                </a:ext>
              </a:extLst>
            </p:cNvPr>
            <p:cNvSpPr/>
            <p:nvPr/>
          </p:nvSpPr>
          <p:spPr bwMode="gray">
            <a:xfrm>
              <a:off x="633222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39" name="Forme libre : forme 5038">
              <a:extLst>
                <a:ext uri="{FF2B5EF4-FFF2-40B4-BE49-F238E27FC236}">
                  <a16:creationId xmlns:a16="http://schemas.microsoft.com/office/drawing/2014/main" id="{E18B3136-0B0F-E857-3D1A-4A6EA160D9C0}"/>
                </a:ext>
              </a:extLst>
            </p:cNvPr>
            <p:cNvSpPr/>
            <p:nvPr/>
          </p:nvSpPr>
          <p:spPr bwMode="gray">
            <a:xfrm>
              <a:off x="628396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0" name="Forme libre : forme 5039">
              <a:extLst>
                <a:ext uri="{FF2B5EF4-FFF2-40B4-BE49-F238E27FC236}">
                  <a16:creationId xmlns:a16="http://schemas.microsoft.com/office/drawing/2014/main" id="{25674A8B-23CD-45E0-4215-E48345A921B5}"/>
                </a:ext>
              </a:extLst>
            </p:cNvPr>
            <p:cNvSpPr/>
            <p:nvPr/>
          </p:nvSpPr>
          <p:spPr bwMode="gray">
            <a:xfrm>
              <a:off x="481330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1" name="Forme libre : forme 5040">
              <a:extLst>
                <a:ext uri="{FF2B5EF4-FFF2-40B4-BE49-F238E27FC236}">
                  <a16:creationId xmlns:a16="http://schemas.microsoft.com/office/drawing/2014/main" id="{5DD80E3A-2855-789D-BA3E-B2FBB2A572ED}"/>
                </a:ext>
              </a:extLst>
            </p:cNvPr>
            <p:cNvSpPr/>
            <p:nvPr/>
          </p:nvSpPr>
          <p:spPr bwMode="gray">
            <a:xfrm>
              <a:off x="476377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2" name="Forme libre : forme 5041">
              <a:extLst>
                <a:ext uri="{FF2B5EF4-FFF2-40B4-BE49-F238E27FC236}">
                  <a16:creationId xmlns:a16="http://schemas.microsoft.com/office/drawing/2014/main" id="{6DC01ED3-F375-C4A4-74AB-0E959C570E10}"/>
                </a:ext>
              </a:extLst>
            </p:cNvPr>
            <p:cNvSpPr/>
            <p:nvPr/>
          </p:nvSpPr>
          <p:spPr bwMode="gray">
            <a:xfrm>
              <a:off x="471551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3" name="Forme libre : forme 5042">
              <a:extLst>
                <a:ext uri="{FF2B5EF4-FFF2-40B4-BE49-F238E27FC236}">
                  <a16:creationId xmlns:a16="http://schemas.microsoft.com/office/drawing/2014/main" id="{A8DE2F13-187F-F14E-2AE1-D8655B6591EB}"/>
                </a:ext>
              </a:extLst>
            </p:cNvPr>
            <p:cNvSpPr/>
            <p:nvPr/>
          </p:nvSpPr>
          <p:spPr bwMode="gray">
            <a:xfrm>
              <a:off x="466598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4" name="Forme libre : forme 5043">
              <a:extLst>
                <a:ext uri="{FF2B5EF4-FFF2-40B4-BE49-F238E27FC236}">
                  <a16:creationId xmlns:a16="http://schemas.microsoft.com/office/drawing/2014/main" id="{31F47594-180E-4036-ECDF-EF1E1A8DEE5C}"/>
                </a:ext>
              </a:extLst>
            </p:cNvPr>
            <p:cNvSpPr/>
            <p:nvPr/>
          </p:nvSpPr>
          <p:spPr bwMode="gray">
            <a:xfrm>
              <a:off x="461772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5" name="Forme libre : forme 5044">
              <a:extLst>
                <a:ext uri="{FF2B5EF4-FFF2-40B4-BE49-F238E27FC236}">
                  <a16:creationId xmlns:a16="http://schemas.microsoft.com/office/drawing/2014/main" id="{FBA4B62B-6663-B0B4-4CF8-0E36F8B5D92D}"/>
                </a:ext>
              </a:extLst>
            </p:cNvPr>
            <p:cNvSpPr/>
            <p:nvPr/>
          </p:nvSpPr>
          <p:spPr bwMode="gray">
            <a:xfrm>
              <a:off x="456819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6" name="Forme libre : forme 5045">
              <a:extLst>
                <a:ext uri="{FF2B5EF4-FFF2-40B4-BE49-F238E27FC236}">
                  <a16:creationId xmlns:a16="http://schemas.microsoft.com/office/drawing/2014/main" id="{F915457B-8B55-FD69-D9E1-78D6D6DA7348}"/>
                </a:ext>
              </a:extLst>
            </p:cNvPr>
            <p:cNvSpPr/>
            <p:nvPr/>
          </p:nvSpPr>
          <p:spPr bwMode="gray">
            <a:xfrm>
              <a:off x="451866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7" name="Forme libre : forme 5046">
              <a:extLst>
                <a:ext uri="{FF2B5EF4-FFF2-40B4-BE49-F238E27FC236}">
                  <a16:creationId xmlns:a16="http://schemas.microsoft.com/office/drawing/2014/main" id="{B1E09B39-B6F5-B206-B5D5-DD2677497A4A}"/>
                </a:ext>
              </a:extLst>
            </p:cNvPr>
            <p:cNvSpPr/>
            <p:nvPr/>
          </p:nvSpPr>
          <p:spPr bwMode="gray">
            <a:xfrm>
              <a:off x="447040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8" name="Forme libre : forme 5047">
              <a:extLst>
                <a:ext uri="{FF2B5EF4-FFF2-40B4-BE49-F238E27FC236}">
                  <a16:creationId xmlns:a16="http://schemas.microsoft.com/office/drawing/2014/main" id="{D975017D-2C78-C406-203B-2B6E95F1A292}"/>
                </a:ext>
              </a:extLst>
            </p:cNvPr>
            <p:cNvSpPr/>
            <p:nvPr/>
          </p:nvSpPr>
          <p:spPr bwMode="gray">
            <a:xfrm>
              <a:off x="442087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49" name="Forme libre : forme 5048">
              <a:extLst>
                <a:ext uri="{FF2B5EF4-FFF2-40B4-BE49-F238E27FC236}">
                  <a16:creationId xmlns:a16="http://schemas.microsoft.com/office/drawing/2014/main" id="{00654A35-64EE-9150-927E-6EC34D299464}"/>
                </a:ext>
              </a:extLst>
            </p:cNvPr>
            <p:cNvSpPr/>
            <p:nvPr/>
          </p:nvSpPr>
          <p:spPr bwMode="gray">
            <a:xfrm>
              <a:off x="437261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0" name="Forme libre : forme 5049">
              <a:extLst>
                <a:ext uri="{FF2B5EF4-FFF2-40B4-BE49-F238E27FC236}">
                  <a16:creationId xmlns:a16="http://schemas.microsoft.com/office/drawing/2014/main" id="{52D37170-BCD3-E583-6B78-DD289C59B1A7}"/>
                </a:ext>
              </a:extLst>
            </p:cNvPr>
            <p:cNvSpPr/>
            <p:nvPr/>
          </p:nvSpPr>
          <p:spPr bwMode="gray">
            <a:xfrm>
              <a:off x="432308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1" name="Forme libre : forme 5050">
              <a:extLst>
                <a:ext uri="{FF2B5EF4-FFF2-40B4-BE49-F238E27FC236}">
                  <a16:creationId xmlns:a16="http://schemas.microsoft.com/office/drawing/2014/main" id="{5914EC44-015E-11A0-F7DD-3ADD217E2345}"/>
                </a:ext>
              </a:extLst>
            </p:cNvPr>
            <p:cNvSpPr/>
            <p:nvPr/>
          </p:nvSpPr>
          <p:spPr bwMode="gray">
            <a:xfrm>
              <a:off x="427355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2" name="Forme libre : forme 5051">
              <a:extLst>
                <a:ext uri="{FF2B5EF4-FFF2-40B4-BE49-F238E27FC236}">
                  <a16:creationId xmlns:a16="http://schemas.microsoft.com/office/drawing/2014/main" id="{963A1E2D-F44D-0971-2BF8-35A64A64EAD1}"/>
                </a:ext>
              </a:extLst>
            </p:cNvPr>
            <p:cNvSpPr/>
            <p:nvPr/>
          </p:nvSpPr>
          <p:spPr bwMode="gray">
            <a:xfrm>
              <a:off x="422529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3" name="Forme libre : forme 5052">
              <a:extLst>
                <a:ext uri="{FF2B5EF4-FFF2-40B4-BE49-F238E27FC236}">
                  <a16:creationId xmlns:a16="http://schemas.microsoft.com/office/drawing/2014/main" id="{1EF90384-F1D3-F635-09EA-93AEC75A5EEC}"/>
                </a:ext>
              </a:extLst>
            </p:cNvPr>
            <p:cNvSpPr/>
            <p:nvPr/>
          </p:nvSpPr>
          <p:spPr bwMode="gray">
            <a:xfrm>
              <a:off x="417576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4" name="Forme libre : forme 5053">
              <a:extLst>
                <a:ext uri="{FF2B5EF4-FFF2-40B4-BE49-F238E27FC236}">
                  <a16:creationId xmlns:a16="http://schemas.microsoft.com/office/drawing/2014/main" id="{51F3C66F-3129-C5D6-A191-1A748E1B54BB}"/>
                </a:ext>
              </a:extLst>
            </p:cNvPr>
            <p:cNvSpPr/>
            <p:nvPr/>
          </p:nvSpPr>
          <p:spPr bwMode="gray">
            <a:xfrm>
              <a:off x="412750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5" name="Forme libre : forme 5054">
              <a:extLst>
                <a:ext uri="{FF2B5EF4-FFF2-40B4-BE49-F238E27FC236}">
                  <a16:creationId xmlns:a16="http://schemas.microsoft.com/office/drawing/2014/main" id="{C45A5D6A-D615-7396-28CD-80D7FA1A2A0C}"/>
                </a:ext>
              </a:extLst>
            </p:cNvPr>
            <p:cNvSpPr/>
            <p:nvPr/>
          </p:nvSpPr>
          <p:spPr bwMode="gray">
            <a:xfrm>
              <a:off x="407797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6" name="Forme libre : forme 5055">
              <a:extLst>
                <a:ext uri="{FF2B5EF4-FFF2-40B4-BE49-F238E27FC236}">
                  <a16:creationId xmlns:a16="http://schemas.microsoft.com/office/drawing/2014/main" id="{763065D4-61A4-7EF9-5173-32B5DE5C2EC8}"/>
                </a:ext>
              </a:extLst>
            </p:cNvPr>
            <p:cNvSpPr/>
            <p:nvPr/>
          </p:nvSpPr>
          <p:spPr bwMode="gray">
            <a:xfrm>
              <a:off x="402844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7" name="Forme libre : forme 5056">
              <a:extLst>
                <a:ext uri="{FF2B5EF4-FFF2-40B4-BE49-F238E27FC236}">
                  <a16:creationId xmlns:a16="http://schemas.microsoft.com/office/drawing/2014/main" id="{A8629FBD-F2C3-1305-6F98-61E9AD4D1B61}"/>
                </a:ext>
              </a:extLst>
            </p:cNvPr>
            <p:cNvSpPr/>
            <p:nvPr/>
          </p:nvSpPr>
          <p:spPr bwMode="gray">
            <a:xfrm>
              <a:off x="260731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8" name="Forme libre : forme 5057">
              <a:extLst>
                <a:ext uri="{FF2B5EF4-FFF2-40B4-BE49-F238E27FC236}">
                  <a16:creationId xmlns:a16="http://schemas.microsoft.com/office/drawing/2014/main" id="{F41121C0-E61F-793A-2964-5D3009D8370B}"/>
                </a:ext>
              </a:extLst>
            </p:cNvPr>
            <p:cNvSpPr/>
            <p:nvPr/>
          </p:nvSpPr>
          <p:spPr bwMode="gray">
            <a:xfrm>
              <a:off x="255905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59" name="Forme libre : forme 5058">
              <a:extLst>
                <a:ext uri="{FF2B5EF4-FFF2-40B4-BE49-F238E27FC236}">
                  <a16:creationId xmlns:a16="http://schemas.microsoft.com/office/drawing/2014/main" id="{F455502B-44F6-8394-B5F6-A6BB76BA20DD}"/>
                </a:ext>
              </a:extLst>
            </p:cNvPr>
            <p:cNvSpPr/>
            <p:nvPr/>
          </p:nvSpPr>
          <p:spPr bwMode="gray">
            <a:xfrm>
              <a:off x="250952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0" name="Forme libre : forme 5059">
              <a:extLst>
                <a:ext uri="{FF2B5EF4-FFF2-40B4-BE49-F238E27FC236}">
                  <a16:creationId xmlns:a16="http://schemas.microsoft.com/office/drawing/2014/main" id="{5565B36C-8DFD-FA35-B2A2-D57703B7825A}"/>
                </a:ext>
              </a:extLst>
            </p:cNvPr>
            <p:cNvSpPr/>
            <p:nvPr/>
          </p:nvSpPr>
          <p:spPr bwMode="gray">
            <a:xfrm>
              <a:off x="245999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1" name="Forme libre : forme 5060">
              <a:extLst>
                <a:ext uri="{FF2B5EF4-FFF2-40B4-BE49-F238E27FC236}">
                  <a16:creationId xmlns:a16="http://schemas.microsoft.com/office/drawing/2014/main" id="{EC13B4FB-A26F-E216-F2F2-68CDBDE5DEA1}"/>
                </a:ext>
              </a:extLst>
            </p:cNvPr>
            <p:cNvSpPr/>
            <p:nvPr/>
          </p:nvSpPr>
          <p:spPr bwMode="gray">
            <a:xfrm>
              <a:off x="241173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2" name="Forme libre : forme 5061">
              <a:extLst>
                <a:ext uri="{FF2B5EF4-FFF2-40B4-BE49-F238E27FC236}">
                  <a16:creationId xmlns:a16="http://schemas.microsoft.com/office/drawing/2014/main" id="{5A1412BF-E642-740F-F254-A457E69FE5FB}"/>
                </a:ext>
              </a:extLst>
            </p:cNvPr>
            <p:cNvSpPr/>
            <p:nvPr/>
          </p:nvSpPr>
          <p:spPr bwMode="gray">
            <a:xfrm>
              <a:off x="236220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3" name="Forme libre : forme 5062">
              <a:extLst>
                <a:ext uri="{FF2B5EF4-FFF2-40B4-BE49-F238E27FC236}">
                  <a16:creationId xmlns:a16="http://schemas.microsoft.com/office/drawing/2014/main" id="{8A7A390B-3F9D-71D9-0BE6-394DA82AAD04}"/>
                </a:ext>
              </a:extLst>
            </p:cNvPr>
            <p:cNvSpPr/>
            <p:nvPr/>
          </p:nvSpPr>
          <p:spPr bwMode="gray">
            <a:xfrm>
              <a:off x="231394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4" name="Forme libre : forme 5063">
              <a:extLst>
                <a:ext uri="{FF2B5EF4-FFF2-40B4-BE49-F238E27FC236}">
                  <a16:creationId xmlns:a16="http://schemas.microsoft.com/office/drawing/2014/main" id="{DBE69324-8CBD-828F-E848-D0B92F23CA9A}"/>
                </a:ext>
              </a:extLst>
            </p:cNvPr>
            <p:cNvSpPr/>
            <p:nvPr/>
          </p:nvSpPr>
          <p:spPr bwMode="gray">
            <a:xfrm>
              <a:off x="226441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5" name="Forme libre : forme 5064">
              <a:extLst>
                <a:ext uri="{FF2B5EF4-FFF2-40B4-BE49-F238E27FC236}">
                  <a16:creationId xmlns:a16="http://schemas.microsoft.com/office/drawing/2014/main" id="{5655E003-3209-2616-FF26-A035221BBDCD}"/>
                </a:ext>
              </a:extLst>
            </p:cNvPr>
            <p:cNvSpPr/>
            <p:nvPr/>
          </p:nvSpPr>
          <p:spPr bwMode="gray">
            <a:xfrm>
              <a:off x="221488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6" name="Forme libre : forme 5065">
              <a:extLst>
                <a:ext uri="{FF2B5EF4-FFF2-40B4-BE49-F238E27FC236}">
                  <a16:creationId xmlns:a16="http://schemas.microsoft.com/office/drawing/2014/main" id="{A261BFB3-93BA-3148-5CF7-B1D75AC6E751}"/>
                </a:ext>
              </a:extLst>
            </p:cNvPr>
            <p:cNvSpPr/>
            <p:nvPr/>
          </p:nvSpPr>
          <p:spPr bwMode="gray">
            <a:xfrm>
              <a:off x="216662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7" name="Forme libre : forme 5066">
              <a:extLst>
                <a:ext uri="{FF2B5EF4-FFF2-40B4-BE49-F238E27FC236}">
                  <a16:creationId xmlns:a16="http://schemas.microsoft.com/office/drawing/2014/main" id="{C8031D94-60CC-394A-8FFD-2AC9DE00056D}"/>
                </a:ext>
              </a:extLst>
            </p:cNvPr>
            <p:cNvSpPr/>
            <p:nvPr/>
          </p:nvSpPr>
          <p:spPr bwMode="gray">
            <a:xfrm>
              <a:off x="211709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8" name="Forme libre : forme 5067">
              <a:extLst>
                <a:ext uri="{FF2B5EF4-FFF2-40B4-BE49-F238E27FC236}">
                  <a16:creationId xmlns:a16="http://schemas.microsoft.com/office/drawing/2014/main" id="{87EEFA85-90CD-990B-8DCD-CDAC8B440291}"/>
                </a:ext>
              </a:extLst>
            </p:cNvPr>
            <p:cNvSpPr/>
            <p:nvPr/>
          </p:nvSpPr>
          <p:spPr bwMode="gray">
            <a:xfrm>
              <a:off x="206883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69" name="Forme libre : forme 5068">
              <a:extLst>
                <a:ext uri="{FF2B5EF4-FFF2-40B4-BE49-F238E27FC236}">
                  <a16:creationId xmlns:a16="http://schemas.microsoft.com/office/drawing/2014/main" id="{6E88C724-68C8-FFEE-9094-80AD7DFBB77B}"/>
                </a:ext>
              </a:extLst>
            </p:cNvPr>
            <p:cNvSpPr/>
            <p:nvPr/>
          </p:nvSpPr>
          <p:spPr bwMode="gray">
            <a:xfrm>
              <a:off x="201930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0" name="Forme libre : forme 5069">
              <a:extLst>
                <a:ext uri="{FF2B5EF4-FFF2-40B4-BE49-F238E27FC236}">
                  <a16:creationId xmlns:a16="http://schemas.microsoft.com/office/drawing/2014/main" id="{E312BF41-DB03-7785-AF27-C39D1732BA2D}"/>
                </a:ext>
              </a:extLst>
            </p:cNvPr>
            <p:cNvSpPr/>
            <p:nvPr/>
          </p:nvSpPr>
          <p:spPr bwMode="gray">
            <a:xfrm>
              <a:off x="196977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1" name="Forme libre : forme 5070">
              <a:extLst>
                <a:ext uri="{FF2B5EF4-FFF2-40B4-BE49-F238E27FC236}">
                  <a16:creationId xmlns:a16="http://schemas.microsoft.com/office/drawing/2014/main" id="{42ADD880-3A7C-328D-6997-4EE537AFA427}"/>
                </a:ext>
              </a:extLst>
            </p:cNvPr>
            <p:cNvSpPr/>
            <p:nvPr/>
          </p:nvSpPr>
          <p:spPr bwMode="gray">
            <a:xfrm>
              <a:off x="192151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2" name="Forme libre : forme 5071">
              <a:extLst>
                <a:ext uri="{FF2B5EF4-FFF2-40B4-BE49-F238E27FC236}">
                  <a16:creationId xmlns:a16="http://schemas.microsoft.com/office/drawing/2014/main" id="{E5D5B14C-58F3-0A81-8C66-196BC3077A35}"/>
                </a:ext>
              </a:extLst>
            </p:cNvPr>
            <p:cNvSpPr/>
            <p:nvPr/>
          </p:nvSpPr>
          <p:spPr bwMode="gray">
            <a:xfrm>
              <a:off x="1871980" y="41516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3" name="Forme libre : forme 5072">
              <a:extLst>
                <a:ext uri="{FF2B5EF4-FFF2-40B4-BE49-F238E27FC236}">
                  <a16:creationId xmlns:a16="http://schemas.microsoft.com/office/drawing/2014/main" id="{BA79E9DC-20CD-58B7-7011-6BEE186493B5}"/>
                </a:ext>
              </a:extLst>
            </p:cNvPr>
            <p:cNvSpPr/>
            <p:nvPr/>
          </p:nvSpPr>
          <p:spPr bwMode="gray">
            <a:xfrm>
              <a:off x="6871969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4" name="Forme libre : forme 5073">
              <a:extLst>
                <a:ext uri="{FF2B5EF4-FFF2-40B4-BE49-F238E27FC236}">
                  <a16:creationId xmlns:a16="http://schemas.microsoft.com/office/drawing/2014/main" id="{1E95BC0A-C88E-E58F-7EE6-5777FB4672E9}"/>
                </a:ext>
              </a:extLst>
            </p:cNvPr>
            <p:cNvSpPr/>
            <p:nvPr/>
          </p:nvSpPr>
          <p:spPr bwMode="gray">
            <a:xfrm>
              <a:off x="6822439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5" name="Forme libre : forme 5074">
              <a:extLst>
                <a:ext uri="{FF2B5EF4-FFF2-40B4-BE49-F238E27FC236}">
                  <a16:creationId xmlns:a16="http://schemas.microsoft.com/office/drawing/2014/main" id="{613303FC-5BD4-BD6F-3165-10FB0F3D95E4}"/>
                </a:ext>
              </a:extLst>
            </p:cNvPr>
            <p:cNvSpPr/>
            <p:nvPr/>
          </p:nvSpPr>
          <p:spPr bwMode="gray">
            <a:xfrm>
              <a:off x="6724650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6" name="Forme libre : forme 5075">
              <a:extLst>
                <a:ext uri="{FF2B5EF4-FFF2-40B4-BE49-F238E27FC236}">
                  <a16:creationId xmlns:a16="http://schemas.microsoft.com/office/drawing/2014/main" id="{F9D310A4-8E41-F90B-6809-D984E813EC2B}"/>
                </a:ext>
              </a:extLst>
            </p:cNvPr>
            <p:cNvSpPr/>
            <p:nvPr/>
          </p:nvSpPr>
          <p:spPr bwMode="gray">
            <a:xfrm>
              <a:off x="6675119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7" name="Forme libre : forme 5076">
              <a:extLst>
                <a:ext uri="{FF2B5EF4-FFF2-40B4-BE49-F238E27FC236}">
                  <a16:creationId xmlns:a16="http://schemas.microsoft.com/office/drawing/2014/main" id="{35A1B05A-FCCA-0453-E0A8-C982383E2A52}"/>
                </a:ext>
              </a:extLst>
            </p:cNvPr>
            <p:cNvSpPr/>
            <p:nvPr/>
          </p:nvSpPr>
          <p:spPr bwMode="gray">
            <a:xfrm>
              <a:off x="6626859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8" name="Forme libre : forme 5077">
              <a:extLst>
                <a:ext uri="{FF2B5EF4-FFF2-40B4-BE49-F238E27FC236}">
                  <a16:creationId xmlns:a16="http://schemas.microsoft.com/office/drawing/2014/main" id="{FE3C57F0-BAF6-C801-04DE-4F0BC0B256FD}"/>
                </a:ext>
              </a:extLst>
            </p:cNvPr>
            <p:cNvSpPr/>
            <p:nvPr/>
          </p:nvSpPr>
          <p:spPr bwMode="gray">
            <a:xfrm>
              <a:off x="6577330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79" name="Forme libre : forme 5078">
              <a:extLst>
                <a:ext uri="{FF2B5EF4-FFF2-40B4-BE49-F238E27FC236}">
                  <a16:creationId xmlns:a16="http://schemas.microsoft.com/office/drawing/2014/main" id="{A6BA7C1D-CAFF-2314-2DDA-71DDBDC4134E}"/>
                </a:ext>
              </a:extLst>
            </p:cNvPr>
            <p:cNvSpPr/>
            <p:nvPr/>
          </p:nvSpPr>
          <p:spPr bwMode="gray">
            <a:xfrm>
              <a:off x="6529069" y="4102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0" name="Forme libre : forme 5079">
              <a:extLst>
                <a:ext uri="{FF2B5EF4-FFF2-40B4-BE49-F238E27FC236}">
                  <a16:creationId xmlns:a16="http://schemas.microsoft.com/office/drawing/2014/main" id="{3CEB4B8F-5648-6A46-6134-5F6FD0E57122}"/>
                </a:ext>
              </a:extLst>
            </p:cNvPr>
            <p:cNvSpPr/>
            <p:nvPr/>
          </p:nvSpPr>
          <p:spPr bwMode="gray">
            <a:xfrm>
              <a:off x="633222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1" name="Forme libre : forme 5080">
              <a:extLst>
                <a:ext uri="{FF2B5EF4-FFF2-40B4-BE49-F238E27FC236}">
                  <a16:creationId xmlns:a16="http://schemas.microsoft.com/office/drawing/2014/main" id="{B377B77B-7C7D-5974-58C2-14A0AB1EC3B8}"/>
                </a:ext>
              </a:extLst>
            </p:cNvPr>
            <p:cNvSpPr/>
            <p:nvPr/>
          </p:nvSpPr>
          <p:spPr bwMode="gray">
            <a:xfrm>
              <a:off x="628396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2" name="Forme libre : forme 5081">
              <a:extLst>
                <a:ext uri="{FF2B5EF4-FFF2-40B4-BE49-F238E27FC236}">
                  <a16:creationId xmlns:a16="http://schemas.microsoft.com/office/drawing/2014/main" id="{2551ADC2-748E-7EE5-6911-1D203D75E063}"/>
                </a:ext>
              </a:extLst>
            </p:cNvPr>
            <p:cNvSpPr/>
            <p:nvPr/>
          </p:nvSpPr>
          <p:spPr bwMode="gray">
            <a:xfrm>
              <a:off x="486156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3" name="Forme libre : forme 5082">
              <a:extLst>
                <a:ext uri="{FF2B5EF4-FFF2-40B4-BE49-F238E27FC236}">
                  <a16:creationId xmlns:a16="http://schemas.microsoft.com/office/drawing/2014/main" id="{C446682B-E15D-5D81-C059-1E5928741757}"/>
                </a:ext>
              </a:extLst>
            </p:cNvPr>
            <p:cNvSpPr/>
            <p:nvPr/>
          </p:nvSpPr>
          <p:spPr bwMode="gray">
            <a:xfrm>
              <a:off x="481330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4" name="Forme libre : forme 5083">
              <a:extLst>
                <a:ext uri="{FF2B5EF4-FFF2-40B4-BE49-F238E27FC236}">
                  <a16:creationId xmlns:a16="http://schemas.microsoft.com/office/drawing/2014/main" id="{5F4A7CF4-FE48-4CC3-C278-5575494CE900}"/>
                </a:ext>
              </a:extLst>
            </p:cNvPr>
            <p:cNvSpPr/>
            <p:nvPr/>
          </p:nvSpPr>
          <p:spPr bwMode="gray">
            <a:xfrm>
              <a:off x="476377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5" name="Forme libre : forme 5084">
              <a:extLst>
                <a:ext uri="{FF2B5EF4-FFF2-40B4-BE49-F238E27FC236}">
                  <a16:creationId xmlns:a16="http://schemas.microsoft.com/office/drawing/2014/main" id="{F7731E03-54FE-F2A2-C13F-514E8EBBCB48}"/>
                </a:ext>
              </a:extLst>
            </p:cNvPr>
            <p:cNvSpPr/>
            <p:nvPr/>
          </p:nvSpPr>
          <p:spPr bwMode="gray">
            <a:xfrm>
              <a:off x="471551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6" name="Forme libre : forme 5085">
              <a:extLst>
                <a:ext uri="{FF2B5EF4-FFF2-40B4-BE49-F238E27FC236}">
                  <a16:creationId xmlns:a16="http://schemas.microsoft.com/office/drawing/2014/main" id="{E3348680-D8F1-D581-423F-E89DA4C47A07}"/>
                </a:ext>
              </a:extLst>
            </p:cNvPr>
            <p:cNvSpPr/>
            <p:nvPr/>
          </p:nvSpPr>
          <p:spPr bwMode="gray">
            <a:xfrm>
              <a:off x="466598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7" name="Forme libre : forme 5086">
              <a:extLst>
                <a:ext uri="{FF2B5EF4-FFF2-40B4-BE49-F238E27FC236}">
                  <a16:creationId xmlns:a16="http://schemas.microsoft.com/office/drawing/2014/main" id="{0E3864F9-6EED-799C-D31F-A27972CFC6B2}"/>
                </a:ext>
              </a:extLst>
            </p:cNvPr>
            <p:cNvSpPr/>
            <p:nvPr/>
          </p:nvSpPr>
          <p:spPr bwMode="gray">
            <a:xfrm>
              <a:off x="461772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8" name="Forme libre : forme 5087">
              <a:extLst>
                <a:ext uri="{FF2B5EF4-FFF2-40B4-BE49-F238E27FC236}">
                  <a16:creationId xmlns:a16="http://schemas.microsoft.com/office/drawing/2014/main" id="{765F7A28-6F43-FF97-000C-A6C233F03EC0}"/>
                </a:ext>
              </a:extLst>
            </p:cNvPr>
            <p:cNvSpPr/>
            <p:nvPr/>
          </p:nvSpPr>
          <p:spPr bwMode="gray">
            <a:xfrm>
              <a:off x="456819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89" name="Forme libre : forme 5088">
              <a:extLst>
                <a:ext uri="{FF2B5EF4-FFF2-40B4-BE49-F238E27FC236}">
                  <a16:creationId xmlns:a16="http://schemas.microsoft.com/office/drawing/2014/main" id="{1C3C196C-4633-C2E2-E703-5786832F94DA}"/>
                </a:ext>
              </a:extLst>
            </p:cNvPr>
            <p:cNvSpPr/>
            <p:nvPr/>
          </p:nvSpPr>
          <p:spPr bwMode="gray">
            <a:xfrm>
              <a:off x="451866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0" name="Forme libre : forme 5089">
              <a:extLst>
                <a:ext uri="{FF2B5EF4-FFF2-40B4-BE49-F238E27FC236}">
                  <a16:creationId xmlns:a16="http://schemas.microsoft.com/office/drawing/2014/main" id="{E2979828-AE00-C2F4-0F16-D91E6E334899}"/>
                </a:ext>
              </a:extLst>
            </p:cNvPr>
            <p:cNvSpPr/>
            <p:nvPr/>
          </p:nvSpPr>
          <p:spPr bwMode="gray">
            <a:xfrm>
              <a:off x="447040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1" name="Forme libre : forme 5090">
              <a:extLst>
                <a:ext uri="{FF2B5EF4-FFF2-40B4-BE49-F238E27FC236}">
                  <a16:creationId xmlns:a16="http://schemas.microsoft.com/office/drawing/2014/main" id="{6A3A45E9-03AD-639A-5D39-0E6033836C7E}"/>
                </a:ext>
              </a:extLst>
            </p:cNvPr>
            <p:cNvSpPr/>
            <p:nvPr/>
          </p:nvSpPr>
          <p:spPr bwMode="gray">
            <a:xfrm>
              <a:off x="442087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2" name="Forme libre : forme 5091">
              <a:extLst>
                <a:ext uri="{FF2B5EF4-FFF2-40B4-BE49-F238E27FC236}">
                  <a16:creationId xmlns:a16="http://schemas.microsoft.com/office/drawing/2014/main" id="{A25B832A-4C5C-98E4-E7F8-91418CF0CD01}"/>
                </a:ext>
              </a:extLst>
            </p:cNvPr>
            <p:cNvSpPr/>
            <p:nvPr/>
          </p:nvSpPr>
          <p:spPr bwMode="gray">
            <a:xfrm>
              <a:off x="437261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3" name="Forme libre : forme 5092">
              <a:extLst>
                <a:ext uri="{FF2B5EF4-FFF2-40B4-BE49-F238E27FC236}">
                  <a16:creationId xmlns:a16="http://schemas.microsoft.com/office/drawing/2014/main" id="{ADAAFFC9-D95C-00AD-C9DA-D849EAAF1C9C}"/>
                </a:ext>
              </a:extLst>
            </p:cNvPr>
            <p:cNvSpPr/>
            <p:nvPr/>
          </p:nvSpPr>
          <p:spPr bwMode="gray">
            <a:xfrm>
              <a:off x="432308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4" name="Forme libre : forme 5093">
              <a:extLst>
                <a:ext uri="{FF2B5EF4-FFF2-40B4-BE49-F238E27FC236}">
                  <a16:creationId xmlns:a16="http://schemas.microsoft.com/office/drawing/2014/main" id="{1E3F7876-46ED-29DC-0118-7314B39B36C4}"/>
                </a:ext>
              </a:extLst>
            </p:cNvPr>
            <p:cNvSpPr/>
            <p:nvPr/>
          </p:nvSpPr>
          <p:spPr bwMode="gray">
            <a:xfrm>
              <a:off x="427355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5" name="Forme libre : forme 5094">
              <a:extLst>
                <a:ext uri="{FF2B5EF4-FFF2-40B4-BE49-F238E27FC236}">
                  <a16:creationId xmlns:a16="http://schemas.microsoft.com/office/drawing/2014/main" id="{D296BCB0-D85B-CE7D-597C-54D213AAB436}"/>
                </a:ext>
              </a:extLst>
            </p:cNvPr>
            <p:cNvSpPr/>
            <p:nvPr/>
          </p:nvSpPr>
          <p:spPr bwMode="gray">
            <a:xfrm>
              <a:off x="422529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6" name="Forme libre : forme 5095">
              <a:extLst>
                <a:ext uri="{FF2B5EF4-FFF2-40B4-BE49-F238E27FC236}">
                  <a16:creationId xmlns:a16="http://schemas.microsoft.com/office/drawing/2014/main" id="{77FFA35B-D306-07FD-25AA-D7C1D277219C}"/>
                </a:ext>
              </a:extLst>
            </p:cNvPr>
            <p:cNvSpPr/>
            <p:nvPr/>
          </p:nvSpPr>
          <p:spPr bwMode="gray">
            <a:xfrm>
              <a:off x="417576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7" name="Forme libre : forme 5096">
              <a:extLst>
                <a:ext uri="{FF2B5EF4-FFF2-40B4-BE49-F238E27FC236}">
                  <a16:creationId xmlns:a16="http://schemas.microsoft.com/office/drawing/2014/main" id="{3A6E7D64-818B-2CED-03DB-F08875B41240}"/>
                </a:ext>
              </a:extLst>
            </p:cNvPr>
            <p:cNvSpPr/>
            <p:nvPr/>
          </p:nvSpPr>
          <p:spPr bwMode="gray">
            <a:xfrm>
              <a:off x="412750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8" name="Forme libre : forme 5097">
              <a:extLst>
                <a:ext uri="{FF2B5EF4-FFF2-40B4-BE49-F238E27FC236}">
                  <a16:creationId xmlns:a16="http://schemas.microsoft.com/office/drawing/2014/main" id="{AC948CF6-EB2A-0320-E964-7F8EFB9CCD91}"/>
                </a:ext>
              </a:extLst>
            </p:cNvPr>
            <p:cNvSpPr/>
            <p:nvPr/>
          </p:nvSpPr>
          <p:spPr bwMode="gray">
            <a:xfrm>
              <a:off x="407797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099" name="Forme libre : forme 5098">
              <a:extLst>
                <a:ext uri="{FF2B5EF4-FFF2-40B4-BE49-F238E27FC236}">
                  <a16:creationId xmlns:a16="http://schemas.microsoft.com/office/drawing/2014/main" id="{7BFE520B-7ADF-C36A-D998-C37B61706823}"/>
                </a:ext>
              </a:extLst>
            </p:cNvPr>
            <p:cNvSpPr/>
            <p:nvPr/>
          </p:nvSpPr>
          <p:spPr bwMode="gray">
            <a:xfrm>
              <a:off x="402844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0" name="Forme libre : forme 5099">
              <a:extLst>
                <a:ext uri="{FF2B5EF4-FFF2-40B4-BE49-F238E27FC236}">
                  <a16:creationId xmlns:a16="http://schemas.microsoft.com/office/drawing/2014/main" id="{D0E2891F-3AF0-7C79-0C85-1C9B9C6EBD31}"/>
                </a:ext>
              </a:extLst>
            </p:cNvPr>
            <p:cNvSpPr/>
            <p:nvPr/>
          </p:nvSpPr>
          <p:spPr bwMode="gray">
            <a:xfrm>
              <a:off x="260731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1" name="Forme libre : forme 5100">
              <a:extLst>
                <a:ext uri="{FF2B5EF4-FFF2-40B4-BE49-F238E27FC236}">
                  <a16:creationId xmlns:a16="http://schemas.microsoft.com/office/drawing/2014/main" id="{CBC5D565-7F08-8E64-9BF8-F6FA28C520E2}"/>
                </a:ext>
              </a:extLst>
            </p:cNvPr>
            <p:cNvSpPr/>
            <p:nvPr/>
          </p:nvSpPr>
          <p:spPr bwMode="gray">
            <a:xfrm>
              <a:off x="255905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2" name="Forme libre : forme 5101">
              <a:extLst>
                <a:ext uri="{FF2B5EF4-FFF2-40B4-BE49-F238E27FC236}">
                  <a16:creationId xmlns:a16="http://schemas.microsoft.com/office/drawing/2014/main" id="{6C25B1A3-413A-4C9B-1BAF-F09773CA1DF2}"/>
                </a:ext>
              </a:extLst>
            </p:cNvPr>
            <p:cNvSpPr/>
            <p:nvPr/>
          </p:nvSpPr>
          <p:spPr bwMode="gray">
            <a:xfrm>
              <a:off x="250952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3" name="Forme libre : forme 5102">
              <a:extLst>
                <a:ext uri="{FF2B5EF4-FFF2-40B4-BE49-F238E27FC236}">
                  <a16:creationId xmlns:a16="http://schemas.microsoft.com/office/drawing/2014/main" id="{44B07684-0446-2ADB-E2DB-CBE3855517F7}"/>
                </a:ext>
              </a:extLst>
            </p:cNvPr>
            <p:cNvSpPr/>
            <p:nvPr/>
          </p:nvSpPr>
          <p:spPr bwMode="gray">
            <a:xfrm>
              <a:off x="245999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4" name="Forme libre : forme 5103">
              <a:extLst>
                <a:ext uri="{FF2B5EF4-FFF2-40B4-BE49-F238E27FC236}">
                  <a16:creationId xmlns:a16="http://schemas.microsoft.com/office/drawing/2014/main" id="{91F90FF3-D68C-080C-BDBD-3D48A9C665A6}"/>
                </a:ext>
              </a:extLst>
            </p:cNvPr>
            <p:cNvSpPr/>
            <p:nvPr/>
          </p:nvSpPr>
          <p:spPr bwMode="gray">
            <a:xfrm>
              <a:off x="241173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5" name="Forme libre : forme 5104">
              <a:extLst>
                <a:ext uri="{FF2B5EF4-FFF2-40B4-BE49-F238E27FC236}">
                  <a16:creationId xmlns:a16="http://schemas.microsoft.com/office/drawing/2014/main" id="{94A7F810-1EAD-4BF9-3EAC-29C02C6C8D12}"/>
                </a:ext>
              </a:extLst>
            </p:cNvPr>
            <p:cNvSpPr/>
            <p:nvPr/>
          </p:nvSpPr>
          <p:spPr bwMode="gray">
            <a:xfrm>
              <a:off x="236220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6" name="Forme libre : forme 5105">
              <a:extLst>
                <a:ext uri="{FF2B5EF4-FFF2-40B4-BE49-F238E27FC236}">
                  <a16:creationId xmlns:a16="http://schemas.microsoft.com/office/drawing/2014/main" id="{B1E15DCE-0390-24AD-4575-89EBFC3BCB71}"/>
                </a:ext>
              </a:extLst>
            </p:cNvPr>
            <p:cNvSpPr/>
            <p:nvPr/>
          </p:nvSpPr>
          <p:spPr bwMode="gray">
            <a:xfrm>
              <a:off x="231394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7" name="Forme libre : forme 5106">
              <a:extLst>
                <a:ext uri="{FF2B5EF4-FFF2-40B4-BE49-F238E27FC236}">
                  <a16:creationId xmlns:a16="http://schemas.microsoft.com/office/drawing/2014/main" id="{48698AAB-6042-4623-3181-261EF73BA789}"/>
                </a:ext>
              </a:extLst>
            </p:cNvPr>
            <p:cNvSpPr/>
            <p:nvPr/>
          </p:nvSpPr>
          <p:spPr bwMode="gray">
            <a:xfrm>
              <a:off x="226441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8" name="Forme libre : forme 5107">
              <a:extLst>
                <a:ext uri="{FF2B5EF4-FFF2-40B4-BE49-F238E27FC236}">
                  <a16:creationId xmlns:a16="http://schemas.microsoft.com/office/drawing/2014/main" id="{8FFFC4E3-E8DC-2F8F-8EE4-8D2CDD68A8A5}"/>
                </a:ext>
              </a:extLst>
            </p:cNvPr>
            <p:cNvSpPr/>
            <p:nvPr/>
          </p:nvSpPr>
          <p:spPr bwMode="gray">
            <a:xfrm>
              <a:off x="221488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09" name="Forme libre : forme 5108">
              <a:extLst>
                <a:ext uri="{FF2B5EF4-FFF2-40B4-BE49-F238E27FC236}">
                  <a16:creationId xmlns:a16="http://schemas.microsoft.com/office/drawing/2014/main" id="{E0CFDF91-A95B-AA77-4D35-DA1B1353F12C}"/>
                </a:ext>
              </a:extLst>
            </p:cNvPr>
            <p:cNvSpPr/>
            <p:nvPr/>
          </p:nvSpPr>
          <p:spPr bwMode="gray">
            <a:xfrm>
              <a:off x="216662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0" name="Forme libre : forme 5109">
              <a:extLst>
                <a:ext uri="{FF2B5EF4-FFF2-40B4-BE49-F238E27FC236}">
                  <a16:creationId xmlns:a16="http://schemas.microsoft.com/office/drawing/2014/main" id="{97CA216A-5031-EA79-8E33-5ED1D73E7535}"/>
                </a:ext>
              </a:extLst>
            </p:cNvPr>
            <p:cNvSpPr/>
            <p:nvPr/>
          </p:nvSpPr>
          <p:spPr bwMode="gray">
            <a:xfrm>
              <a:off x="211709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1" name="Forme libre : forme 5110">
              <a:extLst>
                <a:ext uri="{FF2B5EF4-FFF2-40B4-BE49-F238E27FC236}">
                  <a16:creationId xmlns:a16="http://schemas.microsoft.com/office/drawing/2014/main" id="{9E8C410D-8465-5649-58F2-3A1297B8B73A}"/>
                </a:ext>
              </a:extLst>
            </p:cNvPr>
            <p:cNvSpPr/>
            <p:nvPr/>
          </p:nvSpPr>
          <p:spPr bwMode="gray">
            <a:xfrm>
              <a:off x="206883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2" name="Forme libre : forme 5111">
              <a:extLst>
                <a:ext uri="{FF2B5EF4-FFF2-40B4-BE49-F238E27FC236}">
                  <a16:creationId xmlns:a16="http://schemas.microsoft.com/office/drawing/2014/main" id="{E0F9855C-6FC8-3230-CC0C-D20E6B1B06DB}"/>
                </a:ext>
              </a:extLst>
            </p:cNvPr>
            <p:cNvSpPr/>
            <p:nvPr/>
          </p:nvSpPr>
          <p:spPr bwMode="gray">
            <a:xfrm>
              <a:off x="201930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3" name="Forme libre : forme 5112">
              <a:extLst>
                <a:ext uri="{FF2B5EF4-FFF2-40B4-BE49-F238E27FC236}">
                  <a16:creationId xmlns:a16="http://schemas.microsoft.com/office/drawing/2014/main" id="{0237703A-3927-3E7A-BDA0-60E0EAF81620}"/>
                </a:ext>
              </a:extLst>
            </p:cNvPr>
            <p:cNvSpPr/>
            <p:nvPr/>
          </p:nvSpPr>
          <p:spPr bwMode="gray">
            <a:xfrm>
              <a:off x="196977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4" name="Forme libre : forme 5113">
              <a:extLst>
                <a:ext uri="{FF2B5EF4-FFF2-40B4-BE49-F238E27FC236}">
                  <a16:creationId xmlns:a16="http://schemas.microsoft.com/office/drawing/2014/main" id="{B0D4E232-99E6-1558-56EF-54F5C6960FA6}"/>
                </a:ext>
              </a:extLst>
            </p:cNvPr>
            <p:cNvSpPr/>
            <p:nvPr/>
          </p:nvSpPr>
          <p:spPr bwMode="gray">
            <a:xfrm>
              <a:off x="192151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5" name="Forme libre : forme 5114">
              <a:extLst>
                <a:ext uri="{FF2B5EF4-FFF2-40B4-BE49-F238E27FC236}">
                  <a16:creationId xmlns:a16="http://schemas.microsoft.com/office/drawing/2014/main" id="{C6922A60-43E0-4BD1-D1B1-413765E5B44C}"/>
                </a:ext>
              </a:extLst>
            </p:cNvPr>
            <p:cNvSpPr/>
            <p:nvPr/>
          </p:nvSpPr>
          <p:spPr bwMode="gray">
            <a:xfrm>
              <a:off x="1871980" y="4102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6" name="Forme libre : forme 5115">
              <a:extLst>
                <a:ext uri="{FF2B5EF4-FFF2-40B4-BE49-F238E27FC236}">
                  <a16:creationId xmlns:a16="http://schemas.microsoft.com/office/drawing/2014/main" id="{1844C4A0-A2DA-FA1C-7AE6-3526DB876D78}"/>
                </a:ext>
              </a:extLst>
            </p:cNvPr>
            <p:cNvSpPr/>
            <p:nvPr/>
          </p:nvSpPr>
          <p:spPr bwMode="gray">
            <a:xfrm>
              <a:off x="6724650" y="40538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7" name="Forme libre : forme 5116">
              <a:extLst>
                <a:ext uri="{FF2B5EF4-FFF2-40B4-BE49-F238E27FC236}">
                  <a16:creationId xmlns:a16="http://schemas.microsoft.com/office/drawing/2014/main" id="{5570C60E-58D4-438A-1943-C68C194C98E0}"/>
                </a:ext>
              </a:extLst>
            </p:cNvPr>
            <p:cNvSpPr/>
            <p:nvPr/>
          </p:nvSpPr>
          <p:spPr bwMode="gray">
            <a:xfrm>
              <a:off x="6675119" y="40538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8" name="Forme libre : forme 5117">
              <a:extLst>
                <a:ext uri="{FF2B5EF4-FFF2-40B4-BE49-F238E27FC236}">
                  <a16:creationId xmlns:a16="http://schemas.microsoft.com/office/drawing/2014/main" id="{FC5C65A2-A819-6DA7-0C07-E904CA7041F6}"/>
                </a:ext>
              </a:extLst>
            </p:cNvPr>
            <p:cNvSpPr/>
            <p:nvPr/>
          </p:nvSpPr>
          <p:spPr bwMode="gray">
            <a:xfrm>
              <a:off x="6626859" y="40538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19" name="Forme libre : forme 5118">
              <a:extLst>
                <a:ext uri="{FF2B5EF4-FFF2-40B4-BE49-F238E27FC236}">
                  <a16:creationId xmlns:a16="http://schemas.microsoft.com/office/drawing/2014/main" id="{2DDFF49E-81CE-4FFD-0F18-0D62AEF8087F}"/>
                </a:ext>
              </a:extLst>
            </p:cNvPr>
            <p:cNvSpPr/>
            <p:nvPr/>
          </p:nvSpPr>
          <p:spPr bwMode="gray">
            <a:xfrm>
              <a:off x="6577330" y="40538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0" name="Forme libre : forme 5119">
              <a:extLst>
                <a:ext uri="{FF2B5EF4-FFF2-40B4-BE49-F238E27FC236}">
                  <a16:creationId xmlns:a16="http://schemas.microsoft.com/office/drawing/2014/main" id="{6D4E6CA5-CB7C-4F6F-542C-5EDF952C2436}"/>
                </a:ext>
              </a:extLst>
            </p:cNvPr>
            <p:cNvSpPr/>
            <p:nvPr/>
          </p:nvSpPr>
          <p:spPr bwMode="gray">
            <a:xfrm>
              <a:off x="638175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1" name="Forme libre : forme 5120">
              <a:extLst>
                <a:ext uri="{FF2B5EF4-FFF2-40B4-BE49-F238E27FC236}">
                  <a16:creationId xmlns:a16="http://schemas.microsoft.com/office/drawing/2014/main" id="{29D19A27-C463-09C6-99D6-567FBE533749}"/>
                </a:ext>
              </a:extLst>
            </p:cNvPr>
            <p:cNvSpPr/>
            <p:nvPr/>
          </p:nvSpPr>
          <p:spPr bwMode="gray">
            <a:xfrm>
              <a:off x="633222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2" name="Forme libre : forme 5121">
              <a:extLst>
                <a:ext uri="{FF2B5EF4-FFF2-40B4-BE49-F238E27FC236}">
                  <a16:creationId xmlns:a16="http://schemas.microsoft.com/office/drawing/2014/main" id="{7B2B213B-01A2-8772-BA98-7F18302A3C01}"/>
                </a:ext>
              </a:extLst>
            </p:cNvPr>
            <p:cNvSpPr/>
            <p:nvPr/>
          </p:nvSpPr>
          <p:spPr bwMode="gray">
            <a:xfrm>
              <a:off x="628396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3" name="Forme libre : forme 5122">
              <a:extLst>
                <a:ext uri="{FF2B5EF4-FFF2-40B4-BE49-F238E27FC236}">
                  <a16:creationId xmlns:a16="http://schemas.microsoft.com/office/drawing/2014/main" id="{E4C302DA-389C-BBCF-ACB5-4B5001F16DB5}"/>
                </a:ext>
              </a:extLst>
            </p:cNvPr>
            <p:cNvSpPr/>
            <p:nvPr/>
          </p:nvSpPr>
          <p:spPr bwMode="gray">
            <a:xfrm>
              <a:off x="623443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4" name="Forme libre : forme 5123">
              <a:extLst>
                <a:ext uri="{FF2B5EF4-FFF2-40B4-BE49-F238E27FC236}">
                  <a16:creationId xmlns:a16="http://schemas.microsoft.com/office/drawing/2014/main" id="{F8C36065-0EB7-EEB4-1FAF-C61AEB8F46A1}"/>
                </a:ext>
              </a:extLst>
            </p:cNvPr>
            <p:cNvSpPr/>
            <p:nvPr/>
          </p:nvSpPr>
          <p:spPr bwMode="gray">
            <a:xfrm>
              <a:off x="491109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5" name="Forme libre : forme 5124">
              <a:extLst>
                <a:ext uri="{FF2B5EF4-FFF2-40B4-BE49-F238E27FC236}">
                  <a16:creationId xmlns:a16="http://schemas.microsoft.com/office/drawing/2014/main" id="{E69DC134-C5F0-F2AE-942F-8F7E6233B491}"/>
                </a:ext>
              </a:extLst>
            </p:cNvPr>
            <p:cNvSpPr/>
            <p:nvPr/>
          </p:nvSpPr>
          <p:spPr bwMode="gray">
            <a:xfrm>
              <a:off x="486156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6" name="Forme libre : forme 5125">
              <a:extLst>
                <a:ext uri="{FF2B5EF4-FFF2-40B4-BE49-F238E27FC236}">
                  <a16:creationId xmlns:a16="http://schemas.microsoft.com/office/drawing/2014/main" id="{47833781-5FB8-E407-6B8E-2A4787ACA5F1}"/>
                </a:ext>
              </a:extLst>
            </p:cNvPr>
            <p:cNvSpPr/>
            <p:nvPr/>
          </p:nvSpPr>
          <p:spPr bwMode="gray">
            <a:xfrm>
              <a:off x="481330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7" name="Forme libre : forme 5126">
              <a:extLst>
                <a:ext uri="{FF2B5EF4-FFF2-40B4-BE49-F238E27FC236}">
                  <a16:creationId xmlns:a16="http://schemas.microsoft.com/office/drawing/2014/main" id="{19BFE085-46E5-2844-56DA-F76640AFB2BA}"/>
                </a:ext>
              </a:extLst>
            </p:cNvPr>
            <p:cNvSpPr/>
            <p:nvPr/>
          </p:nvSpPr>
          <p:spPr bwMode="gray">
            <a:xfrm>
              <a:off x="476377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8" name="Forme libre : forme 5127">
              <a:extLst>
                <a:ext uri="{FF2B5EF4-FFF2-40B4-BE49-F238E27FC236}">
                  <a16:creationId xmlns:a16="http://schemas.microsoft.com/office/drawing/2014/main" id="{0F641D64-BAF9-EFCA-475C-E56D937F4154}"/>
                </a:ext>
              </a:extLst>
            </p:cNvPr>
            <p:cNvSpPr/>
            <p:nvPr/>
          </p:nvSpPr>
          <p:spPr bwMode="gray">
            <a:xfrm>
              <a:off x="471551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29" name="Forme libre : forme 5128">
              <a:extLst>
                <a:ext uri="{FF2B5EF4-FFF2-40B4-BE49-F238E27FC236}">
                  <a16:creationId xmlns:a16="http://schemas.microsoft.com/office/drawing/2014/main" id="{AF643AE9-2E32-49CC-85A3-D4A1287CFCEA}"/>
                </a:ext>
              </a:extLst>
            </p:cNvPr>
            <p:cNvSpPr/>
            <p:nvPr/>
          </p:nvSpPr>
          <p:spPr bwMode="gray">
            <a:xfrm>
              <a:off x="466598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0" name="Forme libre : forme 5129">
              <a:extLst>
                <a:ext uri="{FF2B5EF4-FFF2-40B4-BE49-F238E27FC236}">
                  <a16:creationId xmlns:a16="http://schemas.microsoft.com/office/drawing/2014/main" id="{71A706E9-C4DB-D2C4-3FC1-1A4595078E38}"/>
                </a:ext>
              </a:extLst>
            </p:cNvPr>
            <p:cNvSpPr/>
            <p:nvPr/>
          </p:nvSpPr>
          <p:spPr bwMode="gray">
            <a:xfrm>
              <a:off x="461772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1" name="Forme libre : forme 5130">
              <a:extLst>
                <a:ext uri="{FF2B5EF4-FFF2-40B4-BE49-F238E27FC236}">
                  <a16:creationId xmlns:a16="http://schemas.microsoft.com/office/drawing/2014/main" id="{385C5AFC-8636-A389-CFC5-5FAC5639F53D}"/>
                </a:ext>
              </a:extLst>
            </p:cNvPr>
            <p:cNvSpPr/>
            <p:nvPr/>
          </p:nvSpPr>
          <p:spPr bwMode="gray">
            <a:xfrm>
              <a:off x="456819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2" name="Forme libre : forme 5131">
              <a:extLst>
                <a:ext uri="{FF2B5EF4-FFF2-40B4-BE49-F238E27FC236}">
                  <a16:creationId xmlns:a16="http://schemas.microsoft.com/office/drawing/2014/main" id="{87DBA7C0-D719-337F-64CE-012FBF0892E4}"/>
                </a:ext>
              </a:extLst>
            </p:cNvPr>
            <p:cNvSpPr/>
            <p:nvPr/>
          </p:nvSpPr>
          <p:spPr bwMode="gray">
            <a:xfrm>
              <a:off x="451866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3" name="Forme libre : forme 5132">
              <a:extLst>
                <a:ext uri="{FF2B5EF4-FFF2-40B4-BE49-F238E27FC236}">
                  <a16:creationId xmlns:a16="http://schemas.microsoft.com/office/drawing/2014/main" id="{D1473C5C-9D86-B8F6-66C0-6B161FCD1D92}"/>
                </a:ext>
              </a:extLst>
            </p:cNvPr>
            <p:cNvSpPr/>
            <p:nvPr/>
          </p:nvSpPr>
          <p:spPr bwMode="gray">
            <a:xfrm>
              <a:off x="447040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4" name="Forme libre : forme 5133">
              <a:extLst>
                <a:ext uri="{FF2B5EF4-FFF2-40B4-BE49-F238E27FC236}">
                  <a16:creationId xmlns:a16="http://schemas.microsoft.com/office/drawing/2014/main" id="{849D1A04-EDF7-F4E8-4155-3F46DF03E7CB}"/>
                </a:ext>
              </a:extLst>
            </p:cNvPr>
            <p:cNvSpPr/>
            <p:nvPr/>
          </p:nvSpPr>
          <p:spPr bwMode="gray">
            <a:xfrm>
              <a:off x="442087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5" name="Forme libre : forme 5134">
              <a:extLst>
                <a:ext uri="{FF2B5EF4-FFF2-40B4-BE49-F238E27FC236}">
                  <a16:creationId xmlns:a16="http://schemas.microsoft.com/office/drawing/2014/main" id="{7C7C414D-DDF1-7251-DFE4-AC5E39EAFBF2}"/>
                </a:ext>
              </a:extLst>
            </p:cNvPr>
            <p:cNvSpPr/>
            <p:nvPr/>
          </p:nvSpPr>
          <p:spPr bwMode="gray">
            <a:xfrm>
              <a:off x="437261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6" name="Forme libre : forme 5135">
              <a:extLst>
                <a:ext uri="{FF2B5EF4-FFF2-40B4-BE49-F238E27FC236}">
                  <a16:creationId xmlns:a16="http://schemas.microsoft.com/office/drawing/2014/main" id="{42FA4158-5FDC-0DD6-E50B-ED031AE342BF}"/>
                </a:ext>
              </a:extLst>
            </p:cNvPr>
            <p:cNvSpPr/>
            <p:nvPr/>
          </p:nvSpPr>
          <p:spPr bwMode="gray">
            <a:xfrm>
              <a:off x="432308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7" name="Forme libre : forme 5136">
              <a:extLst>
                <a:ext uri="{FF2B5EF4-FFF2-40B4-BE49-F238E27FC236}">
                  <a16:creationId xmlns:a16="http://schemas.microsoft.com/office/drawing/2014/main" id="{A4747AB7-7BFD-C0E9-4C98-FA004EA743A0}"/>
                </a:ext>
              </a:extLst>
            </p:cNvPr>
            <p:cNvSpPr/>
            <p:nvPr/>
          </p:nvSpPr>
          <p:spPr bwMode="gray">
            <a:xfrm>
              <a:off x="427355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8" name="Forme libre : forme 5137">
              <a:extLst>
                <a:ext uri="{FF2B5EF4-FFF2-40B4-BE49-F238E27FC236}">
                  <a16:creationId xmlns:a16="http://schemas.microsoft.com/office/drawing/2014/main" id="{D9A2BF32-2BE2-A8CE-623B-4B67151F1E2D}"/>
                </a:ext>
              </a:extLst>
            </p:cNvPr>
            <p:cNvSpPr/>
            <p:nvPr/>
          </p:nvSpPr>
          <p:spPr bwMode="gray">
            <a:xfrm>
              <a:off x="422529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39" name="Forme libre : forme 5138">
              <a:extLst>
                <a:ext uri="{FF2B5EF4-FFF2-40B4-BE49-F238E27FC236}">
                  <a16:creationId xmlns:a16="http://schemas.microsoft.com/office/drawing/2014/main" id="{5AD6CE6E-2E5E-6777-7539-0F89D7385E61}"/>
                </a:ext>
              </a:extLst>
            </p:cNvPr>
            <p:cNvSpPr/>
            <p:nvPr/>
          </p:nvSpPr>
          <p:spPr bwMode="gray">
            <a:xfrm>
              <a:off x="417576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0" name="Forme libre : forme 5139">
              <a:extLst>
                <a:ext uri="{FF2B5EF4-FFF2-40B4-BE49-F238E27FC236}">
                  <a16:creationId xmlns:a16="http://schemas.microsoft.com/office/drawing/2014/main" id="{B777F714-7D0A-0524-DEE2-90C528CB5F13}"/>
                </a:ext>
              </a:extLst>
            </p:cNvPr>
            <p:cNvSpPr/>
            <p:nvPr/>
          </p:nvSpPr>
          <p:spPr bwMode="gray">
            <a:xfrm>
              <a:off x="412750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1" name="Forme libre : forme 5140">
              <a:extLst>
                <a:ext uri="{FF2B5EF4-FFF2-40B4-BE49-F238E27FC236}">
                  <a16:creationId xmlns:a16="http://schemas.microsoft.com/office/drawing/2014/main" id="{3615283A-5C2D-1565-E8C3-291430CF9F5C}"/>
                </a:ext>
              </a:extLst>
            </p:cNvPr>
            <p:cNvSpPr/>
            <p:nvPr/>
          </p:nvSpPr>
          <p:spPr bwMode="gray">
            <a:xfrm>
              <a:off x="407797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2" name="Forme libre : forme 5141">
              <a:extLst>
                <a:ext uri="{FF2B5EF4-FFF2-40B4-BE49-F238E27FC236}">
                  <a16:creationId xmlns:a16="http://schemas.microsoft.com/office/drawing/2014/main" id="{3E3DAA3E-60ED-B142-03C0-67026C6462FD}"/>
                </a:ext>
              </a:extLst>
            </p:cNvPr>
            <p:cNvSpPr/>
            <p:nvPr/>
          </p:nvSpPr>
          <p:spPr bwMode="gray">
            <a:xfrm>
              <a:off x="255905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3" name="Forme libre : forme 5142">
              <a:extLst>
                <a:ext uri="{FF2B5EF4-FFF2-40B4-BE49-F238E27FC236}">
                  <a16:creationId xmlns:a16="http://schemas.microsoft.com/office/drawing/2014/main" id="{CE4DAECB-C497-C1AB-1D05-2F9007E23505}"/>
                </a:ext>
              </a:extLst>
            </p:cNvPr>
            <p:cNvSpPr/>
            <p:nvPr/>
          </p:nvSpPr>
          <p:spPr bwMode="gray">
            <a:xfrm>
              <a:off x="250952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4" name="Forme libre : forme 5143">
              <a:extLst>
                <a:ext uri="{FF2B5EF4-FFF2-40B4-BE49-F238E27FC236}">
                  <a16:creationId xmlns:a16="http://schemas.microsoft.com/office/drawing/2014/main" id="{9B792DB5-761E-E8DC-6431-466C62529A5A}"/>
                </a:ext>
              </a:extLst>
            </p:cNvPr>
            <p:cNvSpPr/>
            <p:nvPr/>
          </p:nvSpPr>
          <p:spPr bwMode="gray">
            <a:xfrm>
              <a:off x="245999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5" name="Forme libre : forme 5144">
              <a:extLst>
                <a:ext uri="{FF2B5EF4-FFF2-40B4-BE49-F238E27FC236}">
                  <a16:creationId xmlns:a16="http://schemas.microsoft.com/office/drawing/2014/main" id="{D463223E-8504-B637-8675-DFD744822C6F}"/>
                </a:ext>
              </a:extLst>
            </p:cNvPr>
            <p:cNvSpPr/>
            <p:nvPr/>
          </p:nvSpPr>
          <p:spPr bwMode="gray">
            <a:xfrm>
              <a:off x="241173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6" name="Forme libre : forme 5145">
              <a:extLst>
                <a:ext uri="{FF2B5EF4-FFF2-40B4-BE49-F238E27FC236}">
                  <a16:creationId xmlns:a16="http://schemas.microsoft.com/office/drawing/2014/main" id="{66EF778F-7337-882B-D05A-34B353626162}"/>
                </a:ext>
              </a:extLst>
            </p:cNvPr>
            <p:cNvSpPr/>
            <p:nvPr/>
          </p:nvSpPr>
          <p:spPr bwMode="gray">
            <a:xfrm>
              <a:off x="236220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7" name="Forme libre : forme 5146">
              <a:extLst>
                <a:ext uri="{FF2B5EF4-FFF2-40B4-BE49-F238E27FC236}">
                  <a16:creationId xmlns:a16="http://schemas.microsoft.com/office/drawing/2014/main" id="{8CD57A23-3653-2427-D4EF-FC3129160EB1}"/>
                </a:ext>
              </a:extLst>
            </p:cNvPr>
            <p:cNvSpPr/>
            <p:nvPr/>
          </p:nvSpPr>
          <p:spPr bwMode="gray">
            <a:xfrm>
              <a:off x="231394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8" name="Forme libre : forme 5147">
              <a:extLst>
                <a:ext uri="{FF2B5EF4-FFF2-40B4-BE49-F238E27FC236}">
                  <a16:creationId xmlns:a16="http://schemas.microsoft.com/office/drawing/2014/main" id="{8291ED0F-A4C3-B3B1-FBDA-4F71506F6B08}"/>
                </a:ext>
              </a:extLst>
            </p:cNvPr>
            <p:cNvSpPr/>
            <p:nvPr/>
          </p:nvSpPr>
          <p:spPr bwMode="gray">
            <a:xfrm>
              <a:off x="226441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49" name="Forme libre : forme 5148">
              <a:extLst>
                <a:ext uri="{FF2B5EF4-FFF2-40B4-BE49-F238E27FC236}">
                  <a16:creationId xmlns:a16="http://schemas.microsoft.com/office/drawing/2014/main" id="{639B022D-7F3B-9ACB-DA05-AAE133790473}"/>
                </a:ext>
              </a:extLst>
            </p:cNvPr>
            <p:cNvSpPr/>
            <p:nvPr/>
          </p:nvSpPr>
          <p:spPr bwMode="gray">
            <a:xfrm>
              <a:off x="221488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0" name="Forme libre : forme 5149">
              <a:extLst>
                <a:ext uri="{FF2B5EF4-FFF2-40B4-BE49-F238E27FC236}">
                  <a16:creationId xmlns:a16="http://schemas.microsoft.com/office/drawing/2014/main" id="{BB8835BA-307A-B300-0C21-98DA1699D0D4}"/>
                </a:ext>
              </a:extLst>
            </p:cNvPr>
            <p:cNvSpPr/>
            <p:nvPr/>
          </p:nvSpPr>
          <p:spPr bwMode="gray">
            <a:xfrm>
              <a:off x="216662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1" name="Forme libre : forme 5150">
              <a:extLst>
                <a:ext uri="{FF2B5EF4-FFF2-40B4-BE49-F238E27FC236}">
                  <a16:creationId xmlns:a16="http://schemas.microsoft.com/office/drawing/2014/main" id="{86F529B6-5E49-E999-F5A5-9B2B4BD2D77B}"/>
                </a:ext>
              </a:extLst>
            </p:cNvPr>
            <p:cNvSpPr/>
            <p:nvPr/>
          </p:nvSpPr>
          <p:spPr bwMode="gray">
            <a:xfrm>
              <a:off x="211709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2" name="Forme libre : forme 5151">
              <a:extLst>
                <a:ext uri="{FF2B5EF4-FFF2-40B4-BE49-F238E27FC236}">
                  <a16:creationId xmlns:a16="http://schemas.microsoft.com/office/drawing/2014/main" id="{35367464-E301-9745-6C90-F0825A0DF432}"/>
                </a:ext>
              </a:extLst>
            </p:cNvPr>
            <p:cNvSpPr/>
            <p:nvPr/>
          </p:nvSpPr>
          <p:spPr bwMode="gray">
            <a:xfrm>
              <a:off x="206883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3" name="Forme libre : forme 5152">
              <a:extLst>
                <a:ext uri="{FF2B5EF4-FFF2-40B4-BE49-F238E27FC236}">
                  <a16:creationId xmlns:a16="http://schemas.microsoft.com/office/drawing/2014/main" id="{8149889C-D3B3-FC14-6B65-2DCB3055A9E3}"/>
                </a:ext>
              </a:extLst>
            </p:cNvPr>
            <p:cNvSpPr/>
            <p:nvPr/>
          </p:nvSpPr>
          <p:spPr bwMode="gray">
            <a:xfrm>
              <a:off x="201930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4" name="Forme libre : forme 5153">
              <a:extLst>
                <a:ext uri="{FF2B5EF4-FFF2-40B4-BE49-F238E27FC236}">
                  <a16:creationId xmlns:a16="http://schemas.microsoft.com/office/drawing/2014/main" id="{280EC306-83D0-0FE8-6A9E-E5EF25D85B85}"/>
                </a:ext>
              </a:extLst>
            </p:cNvPr>
            <p:cNvSpPr/>
            <p:nvPr/>
          </p:nvSpPr>
          <p:spPr bwMode="gray">
            <a:xfrm>
              <a:off x="196977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5" name="Forme libre : forme 5154">
              <a:extLst>
                <a:ext uri="{FF2B5EF4-FFF2-40B4-BE49-F238E27FC236}">
                  <a16:creationId xmlns:a16="http://schemas.microsoft.com/office/drawing/2014/main" id="{C4C485CF-0CCD-28D7-F9F5-93B49FC276EF}"/>
                </a:ext>
              </a:extLst>
            </p:cNvPr>
            <p:cNvSpPr/>
            <p:nvPr/>
          </p:nvSpPr>
          <p:spPr bwMode="gray">
            <a:xfrm>
              <a:off x="1921510" y="40538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6" name="Forme libre : forme 5155">
              <a:extLst>
                <a:ext uri="{FF2B5EF4-FFF2-40B4-BE49-F238E27FC236}">
                  <a16:creationId xmlns:a16="http://schemas.microsoft.com/office/drawing/2014/main" id="{A0F10560-1749-4504-1DF1-9B2FD0F9CCE2}"/>
                </a:ext>
              </a:extLst>
            </p:cNvPr>
            <p:cNvSpPr/>
            <p:nvPr/>
          </p:nvSpPr>
          <p:spPr bwMode="gray">
            <a:xfrm>
              <a:off x="6724650" y="40043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7" name="Forme libre : forme 5156">
              <a:extLst>
                <a:ext uri="{FF2B5EF4-FFF2-40B4-BE49-F238E27FC236}">
                  <a16:creationId xmlns:a16="http://schemas.microsoft.com/office/drawing/2014/main" id="{A4FF63B2-811C-0A5B-4851-9243BE3F1A60}"/>
                </a:ext>
              </a:extLst>
            </p:cNvPr>
            <p:cNvSpPr/>
            <p:nvPr/>
          </p:nvSpPr>
          <p:spPr bwMode="gray">
            <a:xfrm>
              <a:off x="6675119" y="40043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8" name="Forme libre : forme 5157">
              <a:extLst>
                <a:ext uri="{FF2B5EF4-FFF2-40B4-BE49-F238E27FC236}">
                  <a16:creationId xmlns:a16="http://schemas.microsoft.com/office/drawing/2014/main" id="{37154148-0918-CD99-6212-23E951CAE56B}"/>
                </a:ext>
              </a:extLst>
            </p:cNvPr>
            <p:cNvSpPr/>
            <p:nvPr/>
          </p:nvSpPr>
          <p:spPr bwMode="gray">
            <a:xfrm>
              <a:off x="6626859" y="40043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59" name="Forme libre : forme 5158">
              <a:extLst>
                <a:ext uri="{FF2B5EF4-FFF2-40B4-BE49-F238E27FC236}">
                  <a16:creationId xmlns:a16="http://schemas.microsoft.com/office/drawing/2014/main" id="{36DF3302-729F-92CC-E514-4942E396F9AE}"/>
                </a:ext>
              </a:extLst>
            </p:cNvPr>
            <p:cNvSpPr/>
            <p:nvPr/>
          </p:nvSpPr>
          <p:spPr bwMode="gray">
            <a:xfrm>
              <a:off x="638175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0" name="Forme libre : forme 5159">
              <a:extLst>
                <a:ext uri="{FF2B5EF4-FFF2-40B4-BE49-F238E27FC236}">
                  <a16:creationId xmlns:a16="http://schemas.microsoft.com/office/drawing/2014/main" id="{80EF0A47-1163-1BD0-15CA-F15CFEAA6BFE}"/>
                </a:ext>
              </a:extLst>
            </p:cNvPr>
            <p:cNvSpPr/>
            <p:nvPr/>
          </p:nvSpPr>
          <p:spPr bwMode="gray">
            <a:xfrm>
              <a:off x="633222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1" name="Forme libre : forme 5160">
              <a:extLst>
                <a:ext uri="{FF2B5EF4-FFF2-40B4-BE49-F238E27FC236}">
                  <a16:creationId xmlns:a16="http://schemas.microsoft.com/office/drawing/2014/main" id="{1AE7F4D9-32D9-3533-80F3-D11D8DC29306}"/>
                </a:ext>
              </a:extLst>
            </p:cNvPr>
            <p:cNvSpPr/>
            <p:nvPr/>
          </p:nvSpPr>
          <p:spPr bwMode="gray">
            <a:xfrm>
              <a:off x="623443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2" name="Forme libre : forme 5161">
              <a:extLst>
                <a:ext uri="{FF2B5EF4-FFF2-40B4-BE49-F238E27FC236}">
                  <a16:creationId xmlns:a16="http://schemas.microsoft.com/office/drawing/2014/main" id="{C40F731F-AC20-47C2-3258-7A858E1D718B}"/>
                </a:ext>
              </a:extLst>
            </p:cNvPr>
            <p:cNvSpPr/>
            <p:nvPr/>
          </p:nvSpPr>
          <p:spPr bwMode="gray">
            <a:xfrm>
              <a:off x="61849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3" name="Forme libre : forme 5162">
              <a:extLst>
                <a:ext uri="{FF2B5EF4-FFF2-40B4-BE49-F238E27FC236}">
                  <a16:creationId xmlns:a16="http://schemas.microsoft.com/office/drawing/2014/main" id="{F5DE2ACA-F328-14E3-3556-600D648D7922}"/>
                </a:ext>
              </a:extLst>
            </p:cNvPr>
            <p:cNvSpPr/>
            <p:nvPr/>
          </p:nvSpPr>
          <p:spPr bwMode="gray">
            <a:xfrm>
              <a:off x="496062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4" name="Forme libre : forme 5163">
              <a:extLst>
                <a:ext uri="{FF2B5EF4-FFF2-40B4-BE49-F238E27FC236}">
                  <a16:creationId xmlns:a16="http://schemas.microsoft.com/office/drawing/2014/main" id="{AFD74A05-32CE-B0B8-6DCD-9EAFD82B12A2}"/>
                </a:ext>
              </a:extLst>
            </p:cNvPr>
            <p:cNvSpPr/>
            <p:nvPr/>
          </p:nvSpPr>
          <p:spPr bwMode="gray">
            <a:xfrm>
              <a:off x="491109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5" name="Forme libre : forme 5164">
              <a:extLst>
                <a:ext uri="{FF2B5EF4-FFF2-40B4-BE49-F238E27FC236}">
                  <a16:creationId xmlns:a16="http://schemas.microsoft.com/office/drawing/2014/main" id="{4147AF21-812C-72F9-534D-FBD6F6D4F8DC}"/>
                </a:ext>
              </a:extLst>
            </p:cNvPr>
            <p:cNvSpPr/>
            <p:nvPr/>
          </p:nvSpPr>
          <p:spPr bwMode="gray">
            <a:xfrm>
              <a:off x="486156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6" name="Forme libre : forme 5165">
              <a:extLst>
                <a:ext uri="{FF2B5EF4-FFF2-40B4-BE49-F238E27FC236}">
                  <a16:creationId xmlns:a16="http://schemas.microsoft.com/office/drawing/2014/main" id="{057BC9E0-BFDC-AB29-4EA4-818C5401B8BF}"/>
                </a:ext>
              </a:extLst>
            </p:cNvPr>
            <p:cNvSpPr/>
            <p:nvPr/>
          </p:nvSpPr>
          <p:spPr bwMode="gray">
            <a:xfrm>
              <a:off x="48133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7" name="Forme libre : forme 5166">
              <a:extLst>
                <a:ext uri="{FF2B5EF4-FFF2-40B4-BE49-F238E27FC236}">
                  <a16:creationId xmlns:a16="http://schemas.microsoft.com/office/drawing/2014/main" id="{EAF6E949-0277-B065-E8C4-D72D6A581B33}"/>
                </a:ext>
              </a:extLst>
            </p:cNvPr>
            <p:cNvSpPr/>
            <p:nvPr/>
          </p:nvSpPr>
          <p:spPr bwMode="gray">
            <a:xfrm>
              <a:off x="476377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8" name="Forme libre : forme 5167">
              <a:extLst>
                <a:ext uri="{FF2B5EF4-FFF2-40B4-BE49-F238E27FC236}">
                  <a16:creationId xmlns:a16="http://schemas.microsoft.com/office/drawing/2014/main" id="{C3B76A65-A26A-1DBA-8C49-132EC1B746AC}"/>
                </a:ext>
              </a:extLst>
            </p:cNvPr>
            <p:cNvSpPr/>
            <p:nvPr/>
          </p:nvSpPr>
          <p:spPr bwMode="gray">
            <a:xfrm>
              <a:off x="471551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69" name="Forme libre : forme 5168">
              <a:extLst>
                <a:ext uri="{FF2B5EF4-FFF2-40B4-BE49-F238E27FC236}">
                  <a16:creationId xmlns:a16="http://schemas.microsoft.com/office/drawing/2014/main" id="{758FDA7D-A152-AE33-AD2F-9C77E0792F0F}"/>
                </a:ext>
              </a:extLst>
            </p:cNvPr>
            <p:cNvSpPr/>
            <p:nvPr/>
          </p:nvSpPr>
          <p:spPr bwMode="gray">
            <a:xfrm>
              <a:off x="466598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0" name="Forme libre : forme 5169">
              <a:extLst>
                <a:ext uri="{FF2B5EF4-FFF2-40B4-BE49-F238E27FC236}">
                  <a16:creationId xmlns:a16="http://schemas.microsoft.com/office/drawing/2014/main" id="{F5CB2EBE-29EA-958F-D01E-E12E2E27FC52}"/>
                </a:ext>
              </a:extLst>
            </p:cNvPr>
            <p:cNvSpPr/>
            <p:nvPr/>
          </p:nvSpPr>
          <p:spPr bwMode="gray">
            <a:xfrm>
              <a:off x="461772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1" name="Forme libre : forme 5170">
              <a:extLst>
                <a:ext uri="{FF2B5EF4-FFF2-40B4-BE49-F238E27FC236}">
                  <a16:creationId xmlns:a16="http://schemas.microsoft.com/office/drawing/2014/main" id="{9F5BBE43-1087-0F27-DAC8-275ABC95717D}"/>
                </a:ext>
              </a:extLst>
            </p:cNvPr>
            <p:cNvSpPr/>
            <p:nvPr/>
          </p:nvSpPr>
          <p:spPr bwMode="gray">
            <a:xfrm>
              <a:off x="456819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2" name="Forme libre : forme 5171">
              <a:extLst>
                <a:ext uri="{FF2B5EF4-FFF2-40B4-BE49-F238E27FC236}">
                  <a16:creationId xmlns:a16="http://schemas.microsoft.com/office/drawing/2014/main" id="{254447FC-3E94-9E33-FAA2-5CFA1E14F6E9}"/>
                </a:ext>
              </a:extLst>
            </p:cNvPr>
            <p:cNvSpPr/>
            <p:nvPr/>
          </p:nvSpPr>
          <p:spPr bwMode="gray">
            <a:xfrm>
              <a:off x="451866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3" name="Forme libre : forme 5172">
              <a:extLst>
                <a:ext uri="{FF2B5EF4-FFF2-40B4-BE49-F238E27FC236}">
                  <a16:creationId xmlns:a16="http://schemas.microsoft.com/office/drawing/2014/main" id="{B846367F-0279-E6BD-6A72-6E0ADEE1319F}"/>
                </a:ext>
              </a:extLst>
            </p:cNvPr>
            <p:cNvSpPr/>
            <p:nvPr/>
          </p:nvSpPr>
          <p:spPr bwMode="gray">
            <a:xfrm>
              <a:off x="44704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4" name="Forme libre : forme 5173">
              <a:extLst>
                <a:ext uri="{FF2B5EF4-FFF2-40B4-BE49-F238E27FC236}">
                  <a16:creationId xmlns:a16="http://schemas.microsoft.com/office/drawing/2014/main" id="{F2FE6418-7F57-3B91-F846-D1797C0C50DB}"/>
                </a:ext>
              </a:extLst>
            </p:cNvPr>
            <p:cNvSpPr/>
            <p:nvPr/>
          </p:nvSpPr>
          <p:spPr bwMode="gray">
            <a:xfrm>
              <a:off x="442087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5" name="Forme libre : forme 5174">
              <a:extLst>
                <a:ext uri="{FF2B5EF4-FFF2-40B4-BE49-F238E27FC236}">
                  <a16:creationId xmlns:a16="http://schemas.microsoft.com/office/drawing/2014/main" id="{E3249375-648D-AFD7-6F06-96D15F9228A4}"/>
                </a:ext>
              </a:extLst>
            </p:cNvPr>
            <p:cNvSpPr/>
            <p:nvPr/>
          </p:nvSpPr>
          <p:spPr bwMode="gray">
            <a:xfrm>
              <a:off x="437261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6" name="Forme libre : forme 5175">
              <a:extLst>
                <a:ext uri="{FF2B5EF4-FFF2-40B4-BE49-F238E27FC236}">
                  <a16:creationId xmlns:a16="http://schemas.microsoft.com/office/drawing/2014/main" id="{57C3F5C0-7980-8455-BF6D-A3A754486128}"/>
                </a:ext>
              </a:extLst>
            </p:cNvPr>
            <p:cNvSpPr/>
            <p:nvPr/>
          </p:nvSpPr>
          <p:spPr bwMode="gray">
            <a:xfrm>
              <a:off x="432308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7" name="Forme libre : forme 5176">
              <a:extLst>
                <a:ext uri="{FF2B5EF4-FFF2-40B4-BE49-F238E27FC236}">
                  <a16:creationId xmlns:a16="http://schemas.microsoft.com/office/drawing/2014/main" id="{3920DC34-4D99-541B-68B0-B01411F8EB69}"/>
                </a:ext>
              </a:extLst>
            </p:cNvPr>
            <p:cNvSpPr/>
            <p:nvPr/>
          </p:nvSpPr>
          <p:spPr bwMode="gray">
            <a:xfrm>
              <a:off x="427355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8" name="Forme libre : forme 5177">
              <a:extLst>
                <a:ext uri="{FF2B5EF4-FFF2-40B4-BE49-F238E27FC236}">
                  <a16:creationId xmlns:a16="http://schemas.microsoft.com/office/drawing/2014/main" id="{5E93A849-7776-85D3-2693-D1632E9783AD}"/>
                </a:ext>
              </a:extLst>
            </p:cNvPr>
            <p:cNvSpPr/>
            <p:nvPr/>
          </p:nvSpPr>
          <p:spPr bwMode="gray">
            <a:xfrm>
              <a:off x="422529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79" name="Forme libre : forme 5178">
              <a:extLst>
                <a:ext uri="{FF2B5EF4-FFF2-40B4-BE49-F238E27FC236}">
                  <a16:creationId xmlns:a16="http://schemas.microsoft.com/office/drawing/2014/main" id="{BA730CE6-08E8-16C6-08AE-18F1EA17EF99}"/>
                </a:ext>
              </a:extLst>
            </p:cNvPr>
            <p:cNvSpPr/>
            <p:nvPr/>
          </p:nvSpPr>
          <p:spPr bwMode="gray">
            <a:xfrm>
              <a:off x="417576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0" name="Forme libre : forme 5179">
              <a:extLst>
                <a:ext uri="{FF2B5EF4-FFF2-40B4-BE49-F238E27FC236}">
                  <a16:creationId xmlns:a16="http://schemas.microsoft.com/office/drawing/2014/main" id="{9A13946F-0DD5-7FF7-ED7C-5DBC6EA828EB}"/>
                </a:ext>
              </a:extLst>
            </p:cNvPr>
            <p:cNvSpPr/>
            <p:nvPr/>
          </p:nvSpPr>
          <p:spPr bwMode="gray">
            <a:xfrm>
              <a:off x="41275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1" name="Forme libre : forme 5180">
              <a:extLst>
                <a:ext uri="{FF2B5EF4-FFF2-40B4-BE49-F238E27FC236}">
                  <a16:creationId xmlns:a16="http://schemas.microsoft.com/office/drawing/2014/main" id="{7216740E-21B3-4DAD-F98A-F8582649AD73}"/>
                </a:ext>
              </a:extLst>
            </p:cNvPr>
            <p:cNvSpPr/>
            <p:nvPr/>
          </p:nvSpPr>
          <p:spPr bwMode="gray">
            <a:xfrm>
              <a:off x="407797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2" name="Forme libre : forme 5181">
              <a:extLst>
                <a:ext uri="{FF2B5EF4-FFF2-40B4-BE49-F238E27FC236}">
                  <a16:creationId xmlns:a16="http://schemas.microsoft.com/office/drawing/2014/main" id="{96621C36-72A1-F0D7-E365-2F8CA9DAC1E0}"/>
                </a:ext>
              </a:extLst>
            </p:cNvPr>
            <p:cNvSpPr/>
            <p:nvPr/>
          </p:nvSpPr>
          <p:spPr bwMode="gray">
            <a:xfrm>
              <a:off x="402844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3" name="Forme libre : forme 5182">
              <a:extLst>
                <a:ext uri="{FF2B5EF4-FFF2-40B4-BE49-F238E27FC236}">
                  <a16:creationId xmlns:a16="http://schemas.microsoft.com/office/drawing/2014/main" id="{A3185F74-C52C-1AA6-C2C2-3C1146F27F24}"/>
                </a:ext>
              </a:extLst>
            </p:cNvPr>
            <p:cNvSpPr/>
            <p:nvPr/>
          </p:nvSpPr>
          <p:spPr bwMode="gray">
            <a:xfrm>
              <a:off x="398018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4" name="Forme libre : forme 5183">
              <a:extLst>
                <a:ext uri="{FF2B5EF4-FFF2-40B4-BE49-F238E27FC236}">
                  <a16:creationId xmlns:a16="http://schemas.microsoft.com/office/drawing/2014/main" id="{5DF1FE47-85E3-7614-C43D-8F2766A15C7A}"/>
                </a:ext>
              </a:extLst>
            </p:cNvPr>
            <p:cNvSpPr/>
            <p:nvPr/>
          </p:nvSpPr>
          <p:spPr bwMode="gray">
            <a:xfrm>
              <a:off x="363728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5" name="Forme libre : forme 5184">
              <a:extLst>
                <a:ext uri="{FF2B5EF4-FFF2-40B4-BE49-F238E27FC236}">
                  <a16:creationId xmlns:a16="http://schemas.microsoft.com/office/drawing/2014/main" id="{AD67069C-BA1D-B294-1C00-EDA073F31EB4}"/>
                </a:ext>
              </a:extLst>
            </p:cNvPr>
            <p:cNvSpPr/>
            <p:nvPr/>
          </p:nvSpPr>
          <p:spPr bwMode="gray">
            <a:xfrm>
              <a:off x="358775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6" name="Forme libre : forme 5185">
              <a:extLst>
                <a:ext uri="{FF2B5EF4-FFF2-40B4-BE49-F238E27FC236}">
                  <a16:creationId xmlns:a16="http://schemas.microsoft.com/office/drawing/2014/main" id="{0794F386-D3DB-603D-E9BF-28B6370B4D66}"/>
                </a:ext>
              </a:extLst>
            </p:cNvPr>
            <p:cNvSpPr/>
            <p:nvPr/>
          </p:nvSpPr>
          <p:spPr bwMode="gray">
            <a:xfrm>
              <a:off x="255905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7" name="Forme libre : forme 5186">
              <a:extLst>
                <a:ext uri="{FF2B5EF4-FFF2-40B4-BE49-F238E27FC236}">
                  <a16:creationId xmlns:a16="http://schemas.microsoft.com/office/drawing/2014/main" id="{23EE9E78-2D8D-E4C3-AD00-B2BC235D1150}"/>
                </a:ext>
              </a:extLst>
            </p:cNvPr>
            <p:cNvSpPr/>
            <p:nvPr/>
          </p:nvSpPr>
          <p:spPr bwMode="gray">
            <a:xfrm>
              <a:off x="250952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8" name="Forme libre : forme 5187">
              <a:extLst>
                <a:ext uri="{FF2B5EF4-FFF2-40B4-BE49-F238E27FC236}">
                  <a16:creationId xmlns:a16="http://schemas.microsoft.com/office/drawing/2014/main" id="{82C8FC4D-5A1B-63F5-A029-2C2CF8871A9E}"/>
                </a:ext>
              </a:extLst>
            </p:cNvPr>
            <p:cNvSpPr/>
            <p:nvPr/>
          </p:nvSpPr>
          <p:spPr bwMode="gray">
            <a:xfrm>
              <a:off x="245999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89" name="Forme libre : forme 5188">
              <a:extLst>
                <a:ext uri="{FF2B5EF4-FFF2-40B4-BE49-F238E27FC236}">
                  <a16:creationId xmlns:a16="http://schemas.microsoft.com/office/drawing/2014/main" id="{43EAC91C-2A3C-F4C8-92CD-B0FBAFE89AAD}"/>
                </a:ext>
              </a:extLst>
            </p:cNvPr>
            <p:cNvSpPr/>
            <p:nvPr/>
          </p:nvSpPr>
          <p:spPr bwMode="gray">
            <a:xfrm>
              <a:off x="241173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0" name="Forme libre : forme 5189">
              <a:extLst>
                <a:ext uri="{FF2B5EF4-FFF2-40B4-BE49-F238E27FC236}">
                  <a16:creationId xmlns:a16="http://schemas.microsoft.com/office/drawing/2014/main" id="{3D4EA0DB-C644-CF72-E1B5-7F10CE3F37A5}"/>
                </a:ext>
              </a:extLst>
            </p:cNvPr>
            <p:cNvSpPr/>
            <p:nvPr/>
          </p:nvSpPr>
          <p:spPr bwMode="gray">
            <a:xfrm>
              <a:off x="23622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1" name="Forme libre : forme 5190">
              <a:extLst>
                <a:ext uri="{FF2B5EF4-FFF2-40B4-BE49-F238E27FC236}">
                  <a16:creationId xmlns:a16="http://schemas.microsoft.com/office/drawing/2014/main" id="{B78E3861-BDA3-21E4-0F39-5CBF84D31151}"/>
                </a:ext>
              </a:extLst>
            </p:cNvPr>
            <p:cNvSpPr/>
            <p:nvPr/>
          </p:nvSpPr>
          <p:spPr bwMode="gray">
            <a:xfrm>
              <a:off x="231394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2" name="Forme libre : forme 5191">
              <a:extLst>
                <a:ext uri="{FF2B5EF4-FFF2-40B4-BE49-F238E27FC236}">
                  <a16:creationId xmlns:a16="http://schemas.microsoft.com/office/drawing/2014/main" id="{D54B6219-C656-70AE-5630-68F18BE4C6EF}"/>
                </a:ext>
              </a:extLst>
            </p:cNvPr>
            <p:cNvSpPr/>
            <p:nvPr/>
          </p:nvSpPr>
          <p:spPr bwMode="gray">
            <a:xfrm>
              <a:off x="226441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3" name="Forme libre : forme 5192">
              <a:extLst>
                <a:ext uri="{FF2B5EF4-FFF2-40B4-BE49-F238E27FC236}">
                  <a16:creationId xmlns:a16="http://schemas.microsoft.com/office/drawing/2014/main" id="{5DC7C185-DA59-88FA-0C75-7D86C5B01EA0}"/>
                </a:ext>
              </a:extLst>
            </p:cNvPr>
            <p:cNvSpPr/>
            <p:nvPr/>
          </p:nvSpPr>
          <p:spPr bwMode="gray">
            <a:xfrm>
              <a:off x="221488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4" name="Forme libre : forme 5193">
              <a:extLst>
                <a:ext uri="{FF2B5EF4-FFF2-40B4-BE49-F238E27FC236}">
                  <a16:creationId xmlns:a16="http://schemas.microsoft.com/office/drawing/2014/main" id="{4EF34179-5223-D4CF-D3E9-0816B312C1CC}"/>
                </a:ext>
              </a:extLst>
            </p:cNvPr>
            <p:cNvSpPr/>
            <p:nvPr/>
          </p:nvSpPr>
          <p:spPr bwMode="gray">
            <a:xfrm>
              <a:off x="216662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5" name="Forme libre : forme 5194">
              <a:extLst>
                <a:ext uri="{FF2B5EF4-FFF2-40B4-BE49-F238E27FC236}">
                  <a16:creationId xmlns:a16="http://schemas.microsoft.com/office/drawing/2014/main" id="{3AE69FB6-8D0A-99EA-7D47-BC772CA8AEFB}"/>
                </a:ext>
              </a:extLst>
            </p:cNvPr>
            <p:cNvSpPr/>
            <p:nvPr/>
          </p:nvSpPr>
          <p:spPr bwMode="gray">
            <a:xfrm>
              <a:off x="211709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6" name="Forme libre : forme 5195">
              <a:extLst>
                <a:ext uri="{FF2B5EF4-FFF2-40B4-BE49-F238E27FC236}">
                  <a16:creationId xmlns:a16="http://schemas.microsoft.com/office/drawing/2014/main" id="{D02A4117-F7E2-02C2-A810-113C29AD2696}"/>
                </a:ext>
              </a:extLst>
            </p:cNvPr>
            <p:cNvSpPr/>
            <p:nvPr/>
          </p:nvSpPr>
          <p:spPr bwMode="gray">
            <a:xfrm>
              <a:off x="206883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7" name="Forme libre : forme 5196">
              <a:extLst>
                <a:ext uri="{FF2B5EF4-FFF2-40B4-BE49-F238E27FC236}">
                  <a16:creationId xmlns:a16="http://schemas.microsoft.com/office/drawing/2014/main" id="{92EF02F5-206A-982F-D287-64F79567614B}"/>
                </a:ext>
              </a:extLst>
            </p:cNvPr>
            <p:cNvSpPr/>
            <p:nvPr/>
          </p:nvSpPr>
          <p:spPr bwMode="gray">
            <a:xfrm>
              <a:off x="201930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8" name="Forme libre : forme 5197">
              <a:extLst>
                <a:ext uri="{FF2B5EF4-FFF2-40B4-BE49-F238E27FC236}">
                  <a16:creationId xmlns:a16="http://schemas.microsoft.com/office/drawing/2014/main" id="{429368D3-B954-C1A2-DD44-183DB1EFE120}"/>
                </a:ext>
              </a:extLst>
            </p:cNvPr>
            <p:cNvSpPr/>
            <p:nvPr/>
          </p:nvSpPr>
          <p:spPr bwMode="gray">
            <a:xfrm>
              <a:off x="196977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199" name="Forme libre : forme 5198">
              <a:extLst>
                <a:ext uri="{FF2B5EF4-FFF2-40B4-BE49-F238E27FC236}">
                  <a16:creationId xmlns:a16="http://schemas.microsoft.com/office/drawing/2014/main" id="{50F30B27-24AF-01F8-8406-239D8AD49F6B}"/>
                </a:ext>
              </a:extLst>
            </p:cNvPr>
            <p:cNvSpPr/>
            <p:nvPr/>
          </p:nvSpPr>
          <p:spPr bwMode="gray">
            <a:xfrm>
              <a:off x="1921510" y="40043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0" name="Forme libre : forme 5199">
              <a:extLst>
                <a:ext uri="{FF2B5EF4-FFF2-40B4-BE49-F238E27FC236}">
                  <a16:creationId xmlns:a16="http://schemas.microsoft.com/office/drawing/2014/main" id="{1B431E7D-342F-92FD-5976-95F510A2994F}"/>
                </a:ext>
              </a:extLst>
            </p:cNvPr>
            <p:cNvSpPr/>
            <p:nvPr/>
          </p:nvSpPr>
          <p:spPr bwMode="gray">
            <a:xfrm>
              <a:off x="6724650" y="39547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1" name="Forme libre : forme 5200">
              <a:extLst>
                <a:ext uri="{FF2B5EF4-FFF2-40B4-BE49-F238E27FC236}">
                  <a16:creationId xmlns:a16="http://schemas.microsoft.com/office/drawing/2014/main" id="{2B88F9D2-F21D-C4AC-B297-AFD01EA7BD04}"/>
                </a:ext>
              </a:extLst>
            </p:cNvPr>
            <p:cNvSpPr/>
            <p:nvPr/>
          </p:nvSpPr>
          <p:spPr bwMode="gray">
            <a:xfrm>
              <a:off x="633222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2" name="Forme libre : forme 5201">
              <a:extLst>
                <a:ext uri="{FF2B5EF4-FFF2-40B4-BE49-F238E27FC236}">
                  <a16:creationId xmlns:a16="http://schemas.microsoft.com/office/drawing/2014/main" id="{7ED39505-807E-FD11-4ECA-98462566D57C}"/>
                </a:ext>
              </a:extLst>
            </p:cNvPr>
            <p:cNvSpPr/>
            <p:nvPr/>
          </p:nvSpPr>
          <p:spPr bwMode="gray">
            <a:xfrm>
              <a:off x="628396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3" name="Forme libre : forme 5202">
              <a:extLst>
                <a:ext uri="{FF2B5EF4-FFF2-40B4-BE49-F238E27FC236}">
                  <a16:creationId xmlns:a16="http://schemas.microsoft.com/office/drawing/2014/main" id="{0855522D-1A6C-0D91-C725-C92DDCF90489}"/>
                </a:ext>
              </a:extLst>
            </p:cNvPr>
            <p:cNvSpPr/>
            <p:nvPr/>
          </p:nvSpPr>
          <p:spPr bwMode="gray">
            <a:xfrm>
              <a:off x="50088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4" name="Forme libre : forme 5203">
              <a:extLst>
                <a:ext uri="{FF2B5EF4-FFF2-40B4-BE49-F238E27FC236}">
                  <a16:creationId xmlns:a16="http://schemas.microsoft.com/office/drawing/2014/main" id="{A58C48AA-EF90-AF6A-F468-1BCB3E1447DA}"/>
                </a:ext>
              </a:extLst>
            </p:cNvPr>
            <p:cNvSpPr/>
            <p:nvPr/>
          </p:nvSpPr>
          <p:spPr bwMode="gray">
            <a:xfrm>
              <a:off x="496062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5" name="Forme libre : forme 5204">
              <a:extLst>
                <a:ext uri="{FF2B5EF4-FFF2-40B4-BE49-F238E27FC236}">
                  <a16:creationId xmlns:a16="http://schemas.microsoft.com/office/drawing/2014/main" id="{1240CB48-3471-48DF-3241-0C375E91A049}"/>
                </a:ext>
              </a:extLst>
            </p:cNvPr>
            <p:cNvSpPr/>
            <p:nvPr/>
          </p:nvSpPr>
          <p:spPr bwMode="gray">
            <a:xfrm>
              <a:off x="491109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6" name="Forme libre : forme 5205">
              <a:extLst>
                <a:ext uri="{FF2B5EF4-FFF2-40B4-BE49-F238E27FC236}">
                  <a16:creationId xmlns:a16="http://schemas.microsoft.com/office/drawing/2014/main" id="{0C0A3F62-2705-6F76-7038-468EC04ED94D}"/>
                </a:ext>
              </a:extLst>
            </p:cNvPr>
            <p:cNvSpPr/>
            <p:nvPr/>
          </p:nvSpPr>
          <p:spPr bwMode="gray">
            <a:xfrm>
              <a:off x="486156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7" name="Forme libre : forme 5206">
              <a:extLst>
                <a:ext uri="{FF2B5EF4-FFF2-40B4-BE49-F238E27FC236}">
                  <a16:creationId xmlns:a16="http://schemas.microsoft.com/office/drawing/2014/main" id="{B1E0CFC2-1BB5-B4DD-1EC5-27F2F1B2483E}"/>
                </a:ext>
              </a:extLst>
            </p:cNvPr>
            <p:cNvSpPr/>
            <p:nvPr/>
          </p:nvSpPr>
          <p:spPr bwMode="gray">
            <a:xfrm>
              <a:off x="481330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8" name="Forme libre : forme 5207">
              <a:extLst>
                <a:ext uri="{FF2B5EF4-FFF2-40B4-BE49-F238E27FC236}">
                  <a16:creationId xmlns:a16="http://schemas.microsoft.com/office/drawing/2014/main" id="{1809AE53-5609-629F-43F1-1E0A45902538}"/>
                </a:ext>
              </a:extLst>
            </p:cNvPr>
            <p:cNvSpPr/>
            <p:nvPr/>
          </p:nvSpPr>
          <p:spPr bwMode="gray">
            <a:xfrm>
              <a:off x="476377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09" name="Forme libre : forme 5208">
              <a:extLst>
                <a:ext uri="{FF2B5EF4-FFF2-40B4-BE49-F238E27FC236}">
                  <a16:creationId xmlns:a16="http://schemas.microsoft.com/office/drawing/2014/main" id="{A3B7FBE1-9D29-D32F-7BE1-C80AAFE2BDB7}"/>
                </a:ext>
              </a:extLst>
            </p:cNvPr>
            <p:cNvSpPr/>
            <p:nvPr/>
          </p:nvSpPr>
          <p:spPr bwMode="gray">
            <a:xfrm>
              <a:off x="471551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0" name="Forme libre : forme 5209">
              <a:extLst>
                <a:ext uri="{FF2B5EF4-FFF2-40B4-BE49-F238E27FC236}">
                  <a16:creationId xmlns:a16="http://schemas.microsoft.com/office/drawing/2014/main" id="{1F4E2104-F2A7-F48A-5CCC-1B38104A8092}"/>
                </a:ext>
              </a:extLst>
            </p:cNvPr>
            <p:cNvSpPr/>
            <p:nvPr/>
          </p:nvSpPr>
          <p:spPr bwMode="gray">
            <a:xfrm>
              <a:off x="46659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1" name="Forme libre : forme 5210">
              <a:extLst>
                <a:ext uri="{FF2B5EF4-FFF2-40B4-BE49-F238E27FC236}">
                  <a16:creationId xmlns:a16="http://schemas.microsoft.com/office/drawing/2014/main" id="{B33576CC-CCC5-D95B-0731-7D86F6C5DB80}"/>
                </a:ext>
              </a:extLst>
            </p:cNvPr>
            <p:cNvSpPr/>
            <p:nvPr/>
          </p:nvSpPr>
          <p:spPr bwMode="gray">
            <a:xfrm>
              <a:off x="461772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2" name="Forme libre : forme 5211">
              <a:extLst>
                <a:ext uri="{FF2B5EF4-FFF2-40B4-BE49-F238E27FC236}">
                  <a16:creationId xmlns:a16="http://schemas.microsoft.com/office/drawing/2014/main" id="{2CA9E05D-BBCA-1DEC-BEFD-50C0260F081D}"/>
                </a:ext>
              </a:extLst>
            </p:cNvPr>
            <p:cNvSpPr/>
            <p:nvPr/>
          </p:nvSpPr>
          <p:spPr bwMode="gray">
            <a:xfrm>
              <a:off x="456819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3" name="Forme libre : forme 5212">
              <a:extLst>
                <a:ext uri="{FF2B5EF4-FFF2-40B4-BE49-F238E27FC236}">
                  <a16:creationId xmlns:a16="http://schemas.microsoft.com/office/drawing/2014/main" id="{3D19A93F-2F3B-3218-5B09-4DB3D9A1B06A}"/>
                </a:ext>
              </a:extLst>
            </p:cNvPr>
            <p:cNvSpPr/>
            <p:nvPr/>
          </p:nvSpPr>
          <p:spPr bwMode="gray">
            <a:xfrm>
              <a:off x="451866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4" name="Forme libre : forme 5213">
              <a:extLst>
                <a:ext uri="{FF2B5EF4-FFF2-40B4-BE49-F238E27FC236}">
                  <a16:creationId xmlns:a16="http://schemas.microsoft.com/office/drawing/2014/main" id="{5CDC401C-D3E7-6DB3-1CEE-2B07D2408D11}"/>
                </a:ext>
              </a:extLst>
            </p:cNvPr>
            <p:cNvSpPr/>
            <p:nvPr/>
          </p:nvSpPr>
          <p:spPr bwMode="gray">
            <a:xfrm>
              <a:off x="447040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5" name="Forme libre : forme 5214">
              <a:extLst>
                <a:ext uri="{FF2B5EF4-FFF2-40B4-BE49-F238E27FC236}">
                  <a16:creationId xmlns:a16="http://schemas.microsoft.com/office/drawing/2014/main" id="{7B4B13BC-410F-FB38-FBCD-52D112BC06EB}"/>
                </a:ext>
              </a:extLst>
            </p:cNvPr>
            <p:cNvSpPr/>
            <p:nvPr/>
          </p:nvSpPr>
          <p:spPr bwMode="gray">
            <a:xfrm>
              <a:off x="442087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6" name="Forme libre : forme 5215">
              <a:extLst>
                <a:ext uri="{FF2B5EF4-FFF2-40B4-BE49-F238E27FC236}">
                  <a16:creationId xmlns:a16="http://schemas.microsoft.com/office/drawing/2014/main" id="{0A724943-FEEC-8636-950C-F11147888420}"/>
                </a:ext>
              </a:extLst>
            </p:cNvPr>
            <p:cNvSpPr/>
            <p:nvPr/>
          </p:nvSpPr>
          <p:spPr bwMode="gray">
            <a:xfrm>
              <a:off x="437261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7" name="Forme libre : forme 5216">
              <a:extLst>
                <a:ext uri="{FF2B5EF4-FFF2-40B4-BE49-F238E27FC236}">
                  <a16:creationId xmlns:a16="http://schemas.microsoft.com/office/drawing/2014/main" id="{06CFC854-4BFB-F86A-15DA-9C9A393E1D06}"/>
                </a:ext>
              </a:extLst>
            </p:cNvPr>
            <p:cNvSpPr/>
            <p:nvPr/>
          </p:nvSpPr>
          <p:spPr bwMode="gray">
            <a:xfrm>
              <a:off x="43230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8" name="Forme libre : forme 5217">
              <a:extLst>
                <a:ext uri="{FF2B5EF4-FFF2-40B4-BE49-F238E27FC236}">
                  <a16:creationId xmlns:a16="http://schemas.microsoft.com/office/drawing/2014/main" id="{A9875409-D7BA-F8C2-A13A-045CE7EBCB6C}"/>
                </a:ext>
              </a:extLst>
            </p:cNvPr>
            <p:cNvSpPr/>
            <p:nvPr/>
          </p:nvSpPr>
          <p:spPr bwMode="gray">
            <a:xfrm>
              <a:off x="427355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19" name="Forme libre : forme 5218">
              <a:extLst>
                <a:ext uri="{FF2B5EF4-FFF2-40B4-BE49-F238E27FC236}">
                  <a16:creationId xmlns:a16="http://schemas.microsoft.com/office/drawing/2014/main" id="{6556D399-C852-4FEC-33C0-1DFF4366C624}"/>
                </a:ext>
              </a:extLst>
            </p:cNvPr>
            <p:cNvSpPr/>
            <p:nvPr/>
          </p:nvSpPr>
          <p:spPr bwMode="gray">
            <a:xfrm>
              <a:off x="422529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0" name="Forme libre : forme 5219">
              <a:extLst>
                <a:ext uri="{FF2B5EF4-FFF2-40B4-BE49-F238E27FC236}">
                  <a16:creationId xmlns:a16="http://schemas.microsoft.com/office/drawing/2014/main" id="{0DA7C225-A8AE-EF7A-561B-6ECFDEB43F4B}"/>
                </a:ext>
              </a:extLst>
            </p:cNvPr>
            <p:cNvSpPr/>
            <p:nvPr/>
          </p:nvSpPr>
          <p:spPr bwMode="gray">
            <a:xfrm>
              <a:off x="417576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1" name="Forme libre : forme 5220">
              <a:extLst>
                <a:ext uri="{FF2B5EF4-FFF2-40B4-BE49-F238E27FC236}">
                  <a16:creationId xmlns:a16="http://schemas.microsoft.com/office/drawing/2014/main" id="{1CDBDF45-D7C9-078F-4445-34F8310C0251}"/>
                </a:ext>
              </a:extLst>
            </p:cNvPr>
            <p:cNvSpPr/>
            <p:nvPr/>
          </p:nvSpPr>
          <p:spPr bwMode="gray">
            <a:xfrm>
              <a:off x="412750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2" name="Forme libre : forme 5221">
              <a:extLst>
                <a:ext uri="{FF2B5EF4-FFF2-40B4-BE49-F238E27FC236}">
                  <a16:creationId xmlns:a16="http://schemas.microsoft.com/office/drawing/2014/main" id="{D89E6EC0-F1EB-6B10-6909-EEB6FBE42F56}"/>
                </a:ext>
              </a:extLst>
            </p:cNvPr>
            <p:cNvSpPr/>
            <p:nvPr/>
          </p:nvSpPr>
          <p:spPr bwMode="gray">
            <a:xfrm>
              <a:off x="407797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3" name="Forme libre : forme 5222">
              <a:extLst>
                <a:ext uri="{FF2B5EF4-FFF2-40B4-BE49-F238E27FC236}">
                  <a16:creationId xmlns:a16="http://schemas.microsoft.com/office/drawing/2014/main" id="{092CAE3A-A877-1215-CD28-A0F7D3A54124}"/>
                </a:ext>
              </a:extLst>
            </p:cNvPr>
            <p:cNvSpPr/>
            <p:nvPr/>
          </p:nvSpPr>
          <p:spPr bwMode="gray">
            <a:xfrm>
              <a:off x="402844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4" name="Forme libre : forme 5223">
              <a:extLst>
                <a:ext uri="{FF2B5EF4-FFF2-40B4-BE49-F238E27FC236}">
                  <a16:creationId xmlns:a16="http://schemas.microsoft.com/office/drawing/2014/main" id="{497B1FC3-4670-F11F-61F7-FC7863759949}"/>
                </a:ext>
              </a:extLst>
            </p:cNvPr>
            <p:cNvSpPr/>
            <p:nvPr/>
          </p:nvSpPr>
          <p:spPr bwMode="gray">
            <a:xfrm>
              <a:off x="39801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5" name="Forme libre : forme 5224">
              <a:extLst>
                <a:ext uri="{FF2B5EF4-FFF2-40B4-BE49-F238E27FC236}">
                  <a16:creationId xmlns:a16="http://schemas.microsoft.com/office/drawing/2014/main" id="{DFF578EC-6583-E2B1-5E7E-2B6602A94268}"/>
                </a:ext>
              </a:extLst>
            </p:cNvPr>
            <p:cNvSpPr/>
            <p:nvPr/>
          </p:nvSpPr>
          <p:spPr bwMode="gray">
            <a:xfrm>
              <a:off x="393065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6" name="Forme libre : forme 5225">
              <a:extLst>
                <a:ext uri="{FF2B5EF4-FFF2-40B4-BE49-F238E27FC236}">
                  <a16:creationId xmlns:a16="http://schemas.microsoft.com/office/drawing/2014/main" id="{4D587DC9-7ED4-81E3-4365-608AF0BE4ADF}"/>
                </a:ext>
              </a:extLst>
            </p:cNvPr>
            <p:cNvSpPr/>
            <p:nvPr/>
          </p:nvSpPr>
          <p:spPr bwMode="gray">
            <a:xfrm>
              <a:off x="388239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7" name="Forme libre : forme 5226">
              <a:extLst>
                <a:ext uri="{FF2B5EF4-FFF2-40B4-BE49-F238E27FC236}">
                  <a16:creationId xmlns:a16="http://schemas.microsoft.com/office/drawing/2014/main" id="{8887DB0E-4BC3-27C6-3EAD-DA498D2E9EA5}"/>
                </a:ext>
              </a:extLst>
            </p:cNvPr>
            <p:cNvSpPr/>
            <p:nvPr/>
          </p:nvSpPr>
          <p:spPr bwMode="gray">
            <a:xfrm>
              <a:off x="383286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8" name="Forme libre : forme 5227">
              <a:extLst>
                <a:ext uri="{FF2B5EF4-FFF2-40B4-BE49-F238E27FC236}">
                  <a16:creationId xmlns:a16="http://schemas.microsoft.com/office/drawing/2014/main" id="{9BFA656E-5B30-CDD9-662D-8851F6A8B3B0}"/>
                </a:ext>
              </a:extLst>
            </p:cNvPr>
            <p:cNvSpPr/>
            <p:nvPr/>
          </p:nvSpPr>
          <p:spPr bwMode="gray">
            <a:xfrm>
              <a:off x="378333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29" name="Forme libre : forme 5228">
              <a:extLst>
                <a:ext uri="{FF2B5EF4-FFF2-40B4-BE49-F238E27FC236}">
                  <a16:creationId xmlns:a16="http://schemas.microsoft.com/office/drawing/2014/main" id="{ACF16C80-B595-408F-5AC5-80E2F613E5E5}"/>
                </a:ext>
              </a:extLst>
            </p:cNvPr>
            <p:cNvSpPr/>
            <p:nvPr/>
          </p:nvSpPr>
          <p:spPr bwMode="gray">
            <a:xfrm>
              <a:off x="373507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0" name="Forme libre : forme 5229">
              <a:extLst>
                <a:ext uri="{FF2B5EF4-FFF2-40B4-BE49-F238E27FC236}">
                  <a16:creationId xmlns:a16="http://schemas.microsoft.com/office/drawing/2014/main" id="{32677412-8558-80A3-B93E-54CAD61A53F3}"/>
                </a:ext>
              </a:extLst>
            </p:cNvPr>
            <p:cNvSpPr/>
            <p:nvPr/>
          </p:nvSpPr>
          <p:spPr bwMode="gray">
            <a:xfrm>
              <a:off x="368554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1" name="Forme libre : forme 5230">
              <a:extLst>
                <a:ext uri="{FF2B5EF4-FFF2-40B4-BE49-F238E27FC236}">
                  <a16:creationId xmlns:a16="http://schemas.microsoft.com/office/drawing/2014/main" id="{0A34095C-4C14-5B85-DE68-822C7E370F6F}"/>
                </a:ext>
              </a:extLst>
            </p:cNvPr>
            <p:cNvSpPr/>
            <p:nvPr/>
          </p:nvSpPr>
          <p:spPr bwMode="gray">
            <a:xfrm>
              <a:off x="36372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2" name="Forme libre : forme 5231">
              <a:extLst>
                <a:ext uri="{FF2B5EF4-FFF2-40B4-BE49-F238E27FC236}">
                  <a16:creationId xmlns:a16="http://schemas.microsoft.com/office/drawing/2014/main" id="{E08FA3F6-B3E5-22D7-1368-8561D4168F9C}"/>
                </a:ext>
              </a:extLst>
            </p:cNvPr>
            <p:cNvSpPr/>
            <p:nvPr/>
          </p:nvSpPr>
          <p:spPr bwMode="gray">
            <a:xfrm>
              <a:off x="358775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3" name="Forme libre : forme 5232">
              <a:extLst>
                <a:ext uri="{FF2B5EF4-FFF2-40B4-BE49-F238E27FC236}">
                  <a16:creationId xmlns:a16="http://schemas.microsoft.com/office/drawing/2014/main" id="{BBDBAAA2-3B2A-37B1-C8F7-CB4554312BD5}"/>
                </a:ext>
              </a:extLst>
            </p:cNvPr>
            <p:cNvSpPr/>
            <p:nvPr/>
          </p:nvSpPr>
          <p:spPr bwMode="gray">
            <a:xfrm>
              <a:off x="353822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4" name="Forme libre : forme 5233">
              <a:extLst>
                <a:ext uri="{FF2B5EF4-FFF2-40B4-BE49-F238E27FC236}">
                  <a16:creationId xmlns:a16="http://schemas.microsoft.com/office/drawing/2014/main" id="{5AC2C62E-970D-7D8A-0FD5-5FF23E25F10D}"/>
                </a:ext>
              </a:extLst>
            </p:cNvPr>
            <p:cNvSpPr/>
            <p:nvPr/>
          </p:nvSpPr>
          <p:spPr bwMode="gray">
            <a:xfrm>
              <a:off x="241173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5" name="Forme libre : forme 5234">
              <a:extLst>
                <a:ext uri="{FF2B5EF4-FFF2-40B4-BE49-F238E27FC236}">
                  <a16:creationId xmlns:a16="http://schemas.microsoft.com/office/drawing/2014/main" id="{22F82A29-372E-E0FC-5F17-F5C136F42523}"/>
                </a:ext>
              </a:extLst>
            </p:cNvPr>
            <p:cNvSpPr/>
            <p:nvPr/>
          </p:nvSpPr>
          <p:spPr bwMode="gray">
            <a:xfrm>
              <a:off x="236220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6" name="Forme libre : forme 5235">
              <a:extLst>
                <a:ext uri="{FF2B5EF4-FFF2-40B4-BE49-F238E27FC236}">
                  <a16:creationId xmlns:a16="http://schemas.microsoft.com/office/drawing/2014/main" id="{C6E2B9C9-0539-B0E4-4D63-3578C1955281}"/>
                </a:ext>
              </a:extLst>
            </p:cNvPr>
            <p:cNvSpPr/>
            <p:nvPr/>
          </p:nvSpPr>
          <p:spPr bwMode="gray">
            <a:xfrm>
              <a:off x="231394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7" name="Forme libre : forme 5236">
              <a:extLst>
                <a:ext uri="{FF2B5EF4-FFF2-40B4-BE49-F238E27FC236}">
                  <a16:creationId xmlns:a16="http://schemas.microsoft.com/office/drawing/2014/main" id="{7B0BDC7F-0B7C-280F-B5E1-1CDFF84E73AF}"/>
                </a:ext>
              </a:extLst>
            </p:cNvPr>
            <p:cNvSpPr/>
            <p:nvPr/>
          </p:nvSpPr>
          <p:spPr bwMode="gray">
            <a:xfrm>
              <a:off x="226441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8" name="Forme libre : forme 5237">
              <a:extLst>
                <a:ext uri="{FF2B5EF4-FFF2-40B4-BE49-F238E27FC236}">
                  <a16:creationId xmlns:a16="http://schemas.microsoft.com/office/drawing/2014/main" id="{663BD0A3-C05A-8BCF-7EBB-405716412733}"/>
                </a:ext>
              </a:extLst>
            </p:cNvPr>
            <p:cNvSpPr/>
            <p:nvPr/>
          </p:nvSpPr>
          <p:spPr bwMode="gray">
            <a:xfrm>
              <a:off x="221488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39" name="Forme libre : forme 5238">
              <a:extLst>
                <a:ext uri="{FF2B5EF4-FFF2-40B4-BE49-F238E27FC236}">
                  <a16:creationId xmlns:a16="http://schemas.microsoft.com/office/drawing/2014/main" id="{061C1CC2-C563-552E-643F-6470AFA96535}"/>
                </a:ext>
              </a:extLst>
            </p:cNvPr>
            <p:cNvSpPr/>
            <p:nvPr/>
          </p:nvSpPr>
          <p:spPr bwMode="gray">
            <a:xfrm>
              <a:off x="216662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0" name="Forme libre : forme 5239">
              <a:extLst>
                <a:ext uri="{FF2B5EF4-FFF2-40B4-BE49-F238E27FC236}">
                  <a16:creationId xmlns:a16="http://schemas.microsoft.com/office/drawing/2014/main" id="{C981E17E-8145-F241-77FB-72B6908E4708}"/>
                </a:ext>
              </a:extLst>
            </p:cNvPr>
            <p:cNvSpPr/>
            <p:nvPr/>
          </p:nvSpPr>
          <p:spPr bwMode="gray">
            <a:xfrm>
              <a:off x="211709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1" name="Forme libre : forme 5240">
              <a:extLst>
                <a:ext uri="{FF2B5EF4-FFF2-40B4-BE49-F238E27FC236}">
                  <a16:creationId xmlns:a16="http://schemas.microsoft.com/office/drawing/2014/main" id="{13857FAF-F526-CA6F-7654-96D70A888D5C}"/>
                </a:ext>
              </a:extLst>
            </p:cNvPr>
            <p:cNvSpPr/>
            <p:nvPr/>
          </p:nvSpPr>
          <p:spPr bwMode="gray">
            <a:xfrm>
              <a:off x="206883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2" name="Forme libre : forme 5241">
              <a:extLst>
                <a:ext uri="{FF2B5EF4-FFF2-40B4-BE49-F238E27FC236}">
                  <a16:creationId xmlns:a16="http://schemas.microsoft.com/office/drawing/2014/main" id="{B97177AF-CD39-A5AD-F6F3-5C755D71CDA3}"/>
                </a:ext>
              </a:extLst>
            </p:cNvPr>
            <p:cNvSpPr/>
            <p:nvPr/>
          </p:nvSpPr>
          <p:spPr bwMode="gray">
            <a:xfrm>
              <a:off x="201930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3" name="Forme libre : forme 5242">
              <a:extLst>
                <a:ext uri="{FF2B5EF4-FFF2-40B4-BE49-F238E27FC236}">
                  <a16:creationId xmlns:a16="http://schemas.microsoft.com/office/drawing/2014/main" id="{CA190BD2-3261-340D-3181-154E75F5E23B}"/>
                </a:ext>
              </a:extLst>
            </p:cNvPr>
            <p:cNvSpPr/>
            <p:nvPr/>
          </p:nvSpPr>
          <p:spPr bwMode="gray">
            <a:xfrm>
              <a:off x="196977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4" name="Forme libre : forme 5243">
              <a:extLst>
                <a:ext uri="{FF2B5EF4-FFF2-40B4-BE49-F238E27FC236}">
                  <a16:creationId xmlns:a16="http://schemas.microsoft.com/office/drawing/2014/main" id="{36030FCD-DB1D-29CF-B0E4-D908EF417673}"/>
                </a:ext>
              </a:extLst>
            </p:cNvPr>
            <p:cNvSpPr/>
            <p:nvPr/>
          </p:nvSpPr>
          <p:spPr bwMode="gray">
            <a:xfrm>
              <a:off x="1921510" y="39547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5" name="Forme libre : forme 5244">
              <a:extLst>
                <a:ext uri="{FF2B5EF4-FFF2-40B4-BE49-F238E27FC236}">
                  <a16:creationId xmlns:a16="http://schemas.microsoft.com/office/drawing/2014/main" id="{7C0E95EB-2ABC-5527-0A60-F7E62EE0D794}"/>
                </a:ext>
              </a:extLst>
            </p:cNvPr>
            <p:cNvSpPr/>
            <p:nvPr/>
          </p:nvSpPr>
          <p:spPr bwMode="gray">
            <a:xfrm>
              <a:off x="628396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6" name="Forme libre : forme 5245">
              <a:extLst>
                <a:ext uri="{FF2B5EF4-FFF2-40B4-BE49-F238E27FC236}">
                  <a16:creationId xmlns:a16="http://schemas.microsoft.com/office/drawing/2014/main" id="{E280F8EC-2145-DC9B-9544-14B290088CD1}"/>
                </a:ext>
              </a:extLst>
            </p:cNvPr>
            <p:cNvSpPr/>
            <p:nvPr/>
          </p:nvSpPr>
          <p:spPr bwMode="gray">
            <a:xfrm>
              <a:off x="57442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7" name="Forme libre : forme 5246">
              <a:extLst>
                <a:ext uri="{FF2B5EF4-FFF2-40B4-BE49-F238E27FC236}">
                  <a16:creationId xmlns:a16="http://schemas.microsoft.com/office/drawing/2014/main" id="{A6798875-C335-AE81-4267-05FFF2BD5174}"/>
                </a:ext>
              </a:extLst>
            </p:cNvPr>
            <p:cNvSpPr/>
            <p:nvPr/>
          </p:nvSpPr>
          <p:spPr bwMode="gray">
            <a:xfrm>
              <a:off x="50584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8" name="Forme libre : forme 5247">
              <a:extLst>
                <a:ext uri="{FF2B5EF4-FFF2-40B4-BE49-F238E27FC236}">
                  <a16:creationId xmlns:a16="http://schemas.microsoft.com/office/drawing/2014/main" id="{D0DA2066-6574-622B-6641-27592FFB9A73}"/>
                </a:ext>
              </a:extLst>
            </p:cNvPr>
            <p:cNvSpPr/>
            <p:nvPr/>
          </p:nvSpPr>
          <p:spPr bwMode="gray">
            <a:xfrm>
              <a:off x="50088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49" name="Forme libre : forme 5248">
              <a:extLst>
                <a:ext uri="{FF2B5EF4-FFF2-40B4-BE49-F238E27FC236}">
                  <a16:creationId xmlns:a16="http://schemas.microsoft.com/office/drawing/2014/main" id="{BC79CB19-20B0-EFE1-1EBE-16156DD3CF78}"/>
                </a:ext>
              </a:extLst>
            </p:cNvPr>
            <p:cNvSpPr/>
            <p:nvPr/>
          </p:nvSpPr>
          <p:spPr bwMode="gray">
            <a:xfrm>
              <a:off x="496062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0" name="Forme libre : forme 5249">
              <a:extLst>
                <a:ext uri="{FF2B5EF4-FFF2-40B4-BE49-F238E27FC236}">
                  <a16:creationId xmlns:a16="http://schemas.microsoft.com/office/drawing/2014/main" id="{CA06093A-D395-4E32-92A6-105CF4E96E9D}"/>
                </a:ext>
              </a:extLst>
            </p:cNvPr>
            <p:cNvSpPr/>
            <p:nvPr/>
          </p:nvSpPr>
          <p:spPr bwMode="gray">
            <a:xfrm>
              <a:off x="491109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1" name="Forme libre : forme 5250">
              <a:extLst>
                <a:ext uri="{FF2B5EF4-FFF2-40B4-BE49-F238E27FC236}">
                  <a16:creationId xmlns:a16="http://schemas.microsoft.com/office/drawing/2014/main" id="{21845527-70DB-3917-162C-AC5983733A14}"/>
                </a:ext>
              </a:extLst>
            </p:cNvPr>
            <p:cNvSpPr/>
            <p:nvPr/>
          </p:nvSpPr>
          <p:spPr bwMode="gray">
            <a:xfrm>
              <a:off x="486156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2" name="Forme libre : forme 5251">
              <a:extLst>
                <a:ext uri="{FF2B5EF4-FFF2-40B4-BE49-F238E27FC236}">
                  <a16:creationId xmlns:a16="http://schemas.microsoft.com/office/drawing/2014/main" id="{C6923EF3-8FA0-2CBB-C516-74F0510C33A7}"/>
                </a:ext>
              </a:extLst>
            </p:cNvPr>
            <p:cNvSpPr/>
            <p:nvPr/>
          </p:nvSpPr>
          <p:spPr bwMode="gray">
            <a:xfrm>
              <a:off x="481330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3" name="Forme libre : forme 5252">
              <a:extLst>
                <a:ext uri="{FF2B5EF4-FFF2-40B4-BE49-F238E27FC236}">
                  <a16:creationId xmlns:a16="http://schemas.microsoft.com/office/drawing/2014/main" id="{71EE4973-D65B-4333-F637-D59FE24B80E8}"/>
                </a:ext>
              </a:extLst>
            </p:cNvPr>
            <p:cNvSpPr/>
            <p:nvPr/>
          </p:nvSpPr>
          <p:spPr bwMode="gray">
            <a:xfrm>
              <a:off x="476377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4" name="Forme libre : forme 5253">
              <a:extLst>
                <a:ext uri="{FF2B5EF4-FFF2-40B4-BE49-F238E27FC236}">
                  <a16:creationId xmlns:a16="http://schemas.microsoft.com/office/drawing/2014/main" id="{40F0A9FA-9189-A70F-BF22-F987D98D3728}"/>
                </a:ext>
              </a:extLst>
            </p:cNvPr>
            <p:cNvSpPr/>
            <p:nvPr/>
          </p:nvSpPr>
          <p:spPr bwMode="gray">
            <a:xfrm>
              <a:off x="47155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5" name="Forme libre : forme 5254">
              <a:extLst>
                <a:ext uri="{FF2B5EF4-FFF2-40B4-BE49-F238E27FC236}">
                  <a16:creationId xmlns:a16="http://schemas.microsoft.com/office/drawing/2014/main" id="{FA7C54E9-668D-9602-377D-76C02D8D9A26}"/>
                </a:ext>
              </a:extLst>
            </p:cNvPr>
            <p:cNvSpPr/>
            <p:nvPr/>
          </p:nvSpPr>
          <p:spPr bwMode="gray">
            <a:xfrm>
              <a:off x="46659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6" name="Forme libre : forme 5255">
              <a:extLst>
                <a:ext uri="{FF2B5EF4-FFF2-40B4-BE49-F238E27FC236}">
                  <a16:creationId xmlns:a16="http://schemas.microsoft.com/office/drawing/2014/main" id="{CA1C86A2-AA59-9F2C-09C3-FD34CE519F3A}"/>
                </a:ext>
              </a:extLst>
            </p:cNvPr>
            <p:cNvSpPr/>
            <p:nvPr/>
          </p:nvSpPr>
          <p:spPr bwMode="gray">
            <a:xfrm>
              <a:off x="461772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7" name="Forme libre : forme 5256">
              <a:extLst>
                <a:ext uri="{FF2B5EF4-FFF2-40B4-BE49-F238E27FC236}">
                  <a16:creationId xmlns:a16="http://schemas.microsoft.com/office/drawing/2014/main" id="{9132E7FB-1096-3973-96BE-071D063607AF}"/>
                </a:ext>
              </a:extLst>
            </p:cNvPr>
            <p:cNvSpPr/>
            <p:nvPr/>
          </p:nvSpPr>
          <p:spPr bwMode="gray">
            <a:xfrm>
              <a:off x="456819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8" name="Forme libre : forme 5257">
              <a:extLst>
                <a:ext uri="{FF2B5EF4-FFF2-40B4-BE49-F238E27FC236}">
                  <a16:creationId xmlns:a16="http://schemas.microsoft.com/office/drawing/2014/main" id="{26E033AD-6D9A-09EA-DFE0-87FBE2606445}"/>
                </a:ext>
              </a:extLst>
            </p:cNvPr>
            <p:cNvSpPr/>
            <p:nvPr/>
          </p:nvSpPr>
          <p:spPr bwMode="gray">
            <a:xfrm>
              <a:off x="451866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59" name="Forme libre : forme 5258">
              <a:extLst>
                <a:ext uri="{FF2B5EF4-FFF2-40B4-BE49-F238E27FC236}">
                  <a16:creationId xmlns:a16="http://schemas.microsoft.com/office/drawing/2014/main" id="{21DB8242-F959-BEB4-16A8-EFF994457148}"/>
                </a:ext>
              </a:extLst>
            </p:cNvPr>
            <p:cNvSpPr/>
            <p:nvPr/>
          </p:nvSpPr>
          <p:spPr bwMode="gray">
            <a:xfrm>
              <a:off x="447040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0" name="Forme libre : forme 5259">
              <a:extLst>
                <a:ext uri="{FF2B5EF4-FFF2-40B4-BE49-F238E27FC236}">
                  <a16:creationId xmlns:a16="http://schemas.microsoft.com/office/drawing/2014/main" id="{8853927A-40C4-D570-DF1B-4999BF975FAD}"/>
                </a:ext>
              </a:extLst>
            </p:cNvPr>
            <p:cNvSpPr/>
            <p:nvPr/>
          </p:nvSpPr>
          <p:spPr bwMode="gray">
            <a:xfrm>
              <a:off x="442087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1" name="Forme libre : forme 5260">
              <a:extLst>
                <a:ext uri="{FF2B5EF4-FFF2-40B4-BE49-F238E27FC236}">
                  <a16:creationId xmlns:a16="http://schemas.microsoft.com/office/drawing/2014/main" id="{85CE3495-ED38-A297-4C03-039E26223350}"/>
                </a:ext>
              </a:extLst>
            </p:cNvPr>
            <p:cNvSpPr/>
            <p:nvPr/>
          </p:nvSpPr>
          <p:spPr bwMode="gray">
            <a:xfrm>
              <a:off x="43726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2" name="Forme libre : forme 5261">
              <a:extLst>
                <a:ext uri="{FF2B5EF4-FFF2-40B4-BE49-F238E27FC236}">
                  <a16:creationId xmlns:a16="http://schemas.microsoft.com/office/drawing/2014/main" id="{3DFC3F21-A919-0491-724A-6BA4F519DDAB}"/>
                </a:ext>
              </a:extLst>
            </p:cNvPr>
            <p:cNvSpPr/>
            <p:nvPr/>
          </p:nvSpPr>
          <p:spPr bwMode="gray">
            <a:xfrm>
              <a:off x="43230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3" name="Forme libre : forme 5262">
              <a:extLst>
                <a:ext uri="{FF2B5EF4-FFF2-40B4-BE49-F238E27FC236}">
                  <a16:creationId xmlns:a16="http://schemas.microsoft.com/office/drawing/2014/main" id="{4D237A44-9203-7392-5F56-6FC8DB0C7631}"/>
                </a:ext>
              </a:extLst>
            </p:cNvPr>
            <p:cNvSpPr/>
            <p:nvPr/>
          </p:nvSpPr>
          <p:spPr bwMode="gray">
            <a:xfrm>
              <a:off x="427355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4" name="Forme libre : forme 5263">
              <a:extLst>
                <a:ext uri="{FF2B5EF4-FFF2-40B4-BE49-F238E27FC236}">
                  <a16:creationId xmlns:a16="http://schemas.microsoft.com/office/drawing/2014/main" id="{DD34D6D2-0610-AD6D-B603-5E24D6F7F617}"/>
                </a:ext>
              </a:extLst>
            </p:cNvPr>
            <p:cNvSpPr/>
            <p:nvPr/>
          </p:nvSpPr>
          <p:spPr bwMode="gray">
            <a:xfrm>
              <a:off x="422529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5" name="Forme libre : forme 5264">
              <a:extLst>
                <a:ext uri="{FF2B5EF4-FFF2-40B4-BE49-F238E27FC236}">
                  <a16:creationId xmlns:a16="http://schemas.microsoft.com/office/drawing/2014/main" id="{FCFCA4A8-3D79-F883-F029-A0DC0C4C0289}"/>
                </a:ext>
              </a:extLst>
            </p:cNvPr>
            <p:cNvSpPr/>
            <p:nvPr/>
          </p:nvSpPr>
          <p:spPr bwMode="gray">
            <a:xfrm>
              <a:off x="417576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6" name="Forme libre : forme 5265">
              <a:extLst>
                <a:ext uri="{FF2B5EF4-FFF2-40B4-BE49-F238E27FC236}">
                  <a16:creationId xmlns:a16="http://schemas.microsoft.com/office/drawing/2014/main" id="{E4FD5092-B833-9EC2-29CF-288A36309061}"/>
                </a:ext>
              </a:extLst>
            </p:cNvPr>
            <p:cNvSpPr/>
            <p:nvPr/>
          </p:nvSpPr>
          <p:spPr bwMode="gray">
            <a:xfrm>
              <a:off x="412750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7" name="Forme libre : forme 5266">
              <a:extLst>
                <a:ext uri="{FF2B5EF4-FFF2-40B4-BE49-F238E27FC236}">
                  <a16:creationId xmlns:a16="http://schemas.microsoft.com/office/drawing/2014/main" id="{A3A3C1B7-7B73-624B-E26B-7BB540818550}"/>
                </a:ext>
              </a:extLst>
            </p:cNvPr>
            <p:cNvSpPr/>
            <p:nvPr/>
          </p:nvSpPr>
          <p:spPr bwMode="gray">
            <a:xfrm>
              <a:off x="407797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8" name="Forme libre : forme 5267">
              <a:extLst>
                <a:ext uri="{FF2B5EF4-FFF2-40B4-BE49-F238E27FC236}">
                  <a16:creationId xmlns:a16="http://schemas.microsoft.com/office/drawing/2014/main" id="{EC43EBE0-394A-255F-E274-26247A433026}"/>
                </a:ext>
              </a:extLst>
            </p:cNvPr>
            <p:cNvSpPr/>
            <p:nvPr/>
          </p:nvSpPr>
          <p:spPr bwMode="gray">
            <a:xfrm>
              <a:off x="402844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69" name="Forme libre : forme 5268">
              <a:extLst>
                <a:ext uri="{FF2B5EF4-FFF2-40B4-BE49-F238E27FC236}">
                  <a16:creationId xmlns:a16="http://schemas.microsoft.com/office/drawing/2014/main" id="{11EAF5B3-4655-B1BF-3C15-837FE207CFF7}"/>
                </a:ext>
              </a:extLst>
            </p:cNvPr>
            <p:cNvSpPr/>
            <p:nvPr/>
          </p:nvSpPr>
          <p:spPr bwMode="gray">
            <a:xfrm>
              <a:off x="39801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0" name="Forme libre : forme 5269">
              <a:extLst>
                <a:ext uri="{FF2B5EF4-FFF2-40B4-BE49-F238E27FC236}">
                  <a16:creationId xmlns:a16="http://schemas.microsoft.com/office/drawing/2014/main" id="{41C062E1-9D0A-60C5-BC19-11AFBCE992E0}"/>
                </a:ext>
              </a:extLst>
            </p:cNvPr>
            <p:cNvSpPr/>
            <p:nvPr/>
          </p:nvSpPr>
          <p:spPr bwMode="gray">
            <a:xfrm>
              <a:off x="393065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1" name="Forme libre : forme 5270">
              <a:extLst>
                <a:ext uri="{FF2B5EF4-FFF2-40B4-BE49-F238E27FC236}">
                  <a16:creationId xmlns:a16="http://schemas.microsoft.com/office/drawing/2014/main" id="{56FDDDE1-986B-ABE8-9483-E751D36626A3}"/>
                </a:ext>
              </a:extLst>
            </p:cNvPr>
            <p:cNvSpPr/>
            <p:nvPr/>
          </p:nvSpPr>
          <p:spPr bwMode="gray">
            <a:xfrm>
              <a:off x="388239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2" name="Forme libre : forme 5271">
              <a:extLst>
                <a:ext uri="{FF2B5EF4-FFF2-40B4-BE49-F238E27FC236}">
                  <a16:creationId xmlns:a16="http://schemas.microsoft.com/office/drawing/2014/main" id="{7411B782-62CA-17E5-1A51-310ABF531140}"/>
                </a:ext>
              </a:extLst>
            </p:cNvPr>
            <p:cNvSpPr/>
            <p:nvPr/>
          </p:nvSpPr>
          <p:spPr bwMode="gray">
            <a:xfrm>
              <a:off x="383286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3" name="Forme libre : forme 5272">
              <a:extLst>
                <a:ext uri="{FF2B5EF4-FFF2-40B4-BE49-F238E27FC236}">
                  <a16:creationId xmlns:a16="http://schemas.microsoft.com/office/drawing/2014/main" id="{40B519B0-2B89-CB03-089C-A82B6799A160}"/>
                </a:ext>
              </a:extLst>
            </p:cNvPr>
            <p:cNvSpPr/>
            <p:nvPr/>
          </p:nvSpPr>
          <p:spPr bwMode="gray">
            <a:xfrm>
              <a:off x="378333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4" name="Forme libre : forme 5273">
              <a:extLst>
                <a:ext uri="{FF2B5EF4-FFF2-40B4-BE49-F238E27FC236}">
                  <a16:creationId xmlns:a16="http://schemas.microsoft.com/office/drawing/2014/main" id="{CDCDEB95-E825-CD33-51DB-DBB06D9EFA44}"/>
                </a:ext>
              </a:extLst>
            </p:cNvPr>
            <p:cNvSpPr/>
            <p:nvPr/>
          </p:nvSpPr>
          <p:spPr bwMode="gray">
            <a:xfrm>
              <a:off x="373507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5" name="Forme libre : forme 5274">
              <a:extLst>
                <a:ext uri="{FF2B5EF4-FFF2-40B4-BE49-F238E27FC236}">
                  <a16:creationId xmlns:a16="http://schemas.microsoft.com/office/drawing/2014/main" id="{1C2D839B-6DD8-66BE-26D0-74E7D61B780D}"/>
                </a:ext>
              </a:extLst>
            </p:cNvPr>
            <p:cNvSpPr/>
            <p:nvPr/>
          </p:nvSpPr>
          <p:spPr bwMode="gray">
            <a:xfrm>
              <a:off x="368554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6" name="Forme libre : forme 5275">
              <a:extLst>
                <a:ext uri="{FF2B5EF4-FFF2-40B4-BE49-F238E27FC236}">
                  <a16:creationId xmlns:a16="http://schemas.microsoft.com/office/drawing/2014/main" id="{896D3C1B-3C71-B591-45EA-7AF450AAE6D7}"/>
                </a:ext>
              </a:extLst>
            </p:cNvPr>
            <p:cNvSpPr/>
            <p:nvPr/>
          </p:nvSpPr>
          <p:spPr bwMode="gray">
            <a:xfrm>
              <a:off x="36372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7" name="Forme libre : forme 5276">
              <a:extLst>
                <a:ext uri="{FF2B5EF4-FFF2-40B4-BE49-F238E27FC236}">
                  <a16:creationId xmlns:a16="http://schemas.microsoft.com/office/drawing/2014/main" id="{AD3707B2-F452-2961-F9A0-2AC3BF9AF86A}"/>
                </a:ext>
              </a:extLst>
            </p:cNvPr>
            <p:cNvSpPr/>
            <p:nvPr/>
          </p:nvSpPr>
          <p:spPr bwMode="gray">
            <a:xfrm>
              <a:off x="358775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8" name="Forme libre : forme 5277">
              <a:extLst>
                <a:ext uri="{FF2B5EF4-FFF2-40B4-BE49-F238E27FC236}">
                  <a16:creationId xmlns:a16="http://schemas.microsoft.com/office/drawing/2014/main" id="{6C9CA504-4A4A-7E64-3101-5F7C1BBB7F4B}"/>
                </a:ext>
              </a:extLst>
            </p:cNvPr>
            <p:cNvSpPr/>
            <p:nvPr/>
          </p:nvSpPr>
          <p:spPr bwMode="gray">
            <a:xfrm>
              <a:off x="353822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79" name="Forme libre : forme 5278">
              <a:extLst>
                <a:ext uri="{FF2B5EF4-FFF2-40B4-BE49-F238E27FC236}">
                  <a16:creationId xmlns:a16="http://schemas.microsoft.com/office/drawing/2014/main" id="{A47D0607-3C2E-6C5D-033C-0D6774C39B9C}"/>
                </a:ext>
              </a:extLst>
            </p:cNvPr>
            <p:cNvSpPr/>
            <p:nvPr/>
          </p:nvSpPr>
          <p:spPr bwMode="gray">
            <a:xfrm>
              <a:off x="236220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0" name="Forme libre : forme 5279">
              <a:extLst>
                <a:ext uri="{FF2B5EF4-FFF2-40B4-BE49-F238E27FC236}">
                  <a16:creationId xmlns:a16="http://schemas.microsoft.com/office/drawing/2014/main" id="{BC0D31C5-5CF8-A215-EE1F-12AC36FACDAB}"/>
                </a:ext>
              </a:extLst>
            </p:cNvPr>
            <p:cNvSpPr/>
            <p:nvPr/>
          </p:nvSpPr>
          <p:spPr bwMode="gray">
            <a:xfrm>
              <a:off x="231394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1" name="Forme libre : forme 5280">
              <a:extLst>
                <a:ext uri="{FF2B5EF4-FFF2-40B4-BE49-F238E27FC236}">
                  <a16:creationId xmlns:a16="http://schemas.microsoft.com/office/drawing/2014/main" id="{E521B666-C11C-3A81-5019-6B7EA9B6E3E4}"/>
                </a:ext>
              </a:extLst>
            </p:cNvPr>
            <p:cNvSpPr/>
            <p:nvPr/>
          </p:nvSpPr>
          <p:spPr bwMode="gray">
            <a:xfrm>
              <a:off x="22644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2" name="Forme libre : forme 5281">
              <a:extLst>
                <a:ext uri="{FF2B5EF4-FFF2-40B4-BE49-F238E27FC236}">
                  <a16:creationId xmlns:a16="http://schemas.microsoft.com/office/drawing/2014/main" id="{7C6E452B-8B4A-4F43-25B4-A2B59CD7CC3B}"/>
                </a:ext>
              </a:extLst>
            </p:cNvPr>
            <p:cNvSpPr/>
            <p:nvPr/>
          </p:nvSpPr>
          <p:spPr bwMode="gray">
            <a:xfrm>
              <a:off x="22148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3" name="Forme libre : forme 5282">
              <a:extLst>
                <a:ext uri="{FF2B5EF4-FFF2-40B4-BE49-F238E27FC236}">
                  <a16:creationId xmlns:a16="http://schemas.microsoft.com/office/drawing/2014/main" id="{EAB185EE-AF7C-5CAB-392A-F084BA359303}"/>
                </a:ext>
              </a:extLst>
            </p:cNvPr>
            <p:cNvSpPr/>
            <p:nvPr/>
          </p:nvSpPr>
          <p:spPr bwMode="gray">
            <a:xfrm>
              <a:off x="216662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4" name="Forme libre : forme 5283">
              <a:extLst>
                <a:ext uri="{FF2B5EF4-FFF2-40B4-BE49-F238E27FC236}">
                  <a16:creationId xmlns:a16="http://schemas.microsoft.com/office/drawing/2014/main" id="{93634583-8BCB-DA1F-9A87-2087EA55E554}"/>
                </a:ext>
              </a:extLst>
            </p:cNvPr>
            <p:cNvSpPr/>
            <p:nvPr/>
          </p:nvSpPr>
          <p:spPr bwMode="gray">
            <a:xfrm>
              <a:off x="211709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5" name="Forme libre : forme 5284">
              <a:extLst>
                <a:ext uri="{FF2B5EF4-FFF2-40B4-BE49-F238E27FC236}">
                  <a16:creationId xmlns:a16="http://schemas.microsoft.com/office/drawing/2014/main" id="{39737F42-CBD8-D96A-167C-265F43659E20}"/>
                </a:ext>
              </a:extLst>
            </p:cNvPr>
            <p:cNvSpPr/>
            <p:nvPr/>
          </p:nvSpPr>
          <p:spPr bwMode="gray">
            <a:xfrm>
              <a:off x="206883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6" name="Forme libre : forme 5285">
              <a:extLst>
                <a:ext uri="{FF2B5EF4-FFF2-40B4-BE49-F238E27FC236}">
                  <a16:creationId xmlns:a16="http://schemas.microsoft.com/office/drawing/2014/main" id="{28FA2C6B-0446-B87B-6729-43A4B0BB1D3A}"/>
                </a:ext>
              </a:extLst>
            </p:cNvPr>
            <p:cNvSpPr/>
            <p:nvPr/>
          </p:nvSpPr>
          <p:spPr bwMode="gray">
            <a:xfrm>
              <a:off x="201930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7" name="Forme libre : forme 5286">
              <a:extLst>
                <a:ext uri="{FF2B5EF4-FFF2-40B4-BE49-F238E27FC236}">
                  <a16:creationId xmlns:a16="http://schemas.microsoft.com/office/drawing/2014/main" id="{201CE0A1-0E80-C060-4D53-DB276A68A80A}"/>
                </a:ext>
              </a:extLst>
            </p:cNvPr>
            <p:cNvSpPr/>
            <p:nvPr/>
          </p:nvSpPr>
          <p:spPr bwMode="gray">
            <a:xfrm>
              <a:off x="196977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8" name="Forme libre : forme 5287">
              <a:extLst>
                <a:ext uri="{FF2B5EF4-FFF2-40B4-BE49-F238E27FC236}">
                  <a16:creationId xmlns:a16="http://schemas.microsoft.com/office/drawing/2014/main" id="{C8682971-C206-F82B-89FA-E177273D48FE}"/>
                </a:ext>
              </a:extLst>
            </p:cNvPr>
            <p:cNvSpPr/>
            <p:nvPr/>
          </p:nvSpPr>
          <p:spPr bwMode="gray">
            <a:xfrm>
              <a:off x="192151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89" name="Forme libre : forme 5288">
              <a:extLst>
                <a:ext uri="{FF2B5EF4-FFF2-40B4-BE49-F238E27FC236}">
                  <a16:creationId xmlns:a16="http://schemas.microsoft.com/office/drawing/2014/main" id="{8327B96C-82AA-1BBF-0CFF-9DD7293E0DC3}"/>
                </a:ext>
              </a:extLst>
            </p:cNvPr>
            <p:cNvSpPr/>
            <p:nvPr/>
          </p:nvSpPr>
          <p:spPr bwMode="gray">
            <a:xfrm>
              <a:off x="187198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0" name="Forme libre : forme 5289">
              <a:extLst>
                <a:ext uri="{FF2B5EF4-FFF2-40B4-BE49-F238E27FC236}">
                  <a16:creationId xmlns:a16="http://schemas.microsoft.com/office/drawing/2014/main" id="{A263EF52-B31A-A061-D75D-CB33400D452D}"/>
                </a:ext>
              </a:extLst>
            </p:cNvPr>
            <p:cNvSpPr/>
            <p:nvPr/>
          </p:nvSpPr>
          <p:spPr bwMode="gray">
            <a:xfrm>
              <a:off x="1823720" y="3905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1" name="Forme libre : forme 5290">
              <a:extLst>
                <a:ext uri="{FF2B5EF4-FFF2-40B4-BE49-F238E27FC236}">
                  <a16:creationId xmlns:a16="http://schemas.microsoft.com/office/drawing/2014/main" id="{E54B768A-7FD8-CFA7-F4F3-A78437921E8F}"/>
                </a:ext>
              </a:extLst>
            </p:cNvPr>
            <p:cNvSpPr/>
            <p:nvPr/>
          </p:nvSpPr>
          <p:spPr bwMode="gray">
            <a:xfrm>
              <a:off x="64300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2" name="Forme libre : forme 5291">
              <a:extLst>
                <a:ext uri="{FF2B5EF4-FFF2-40B4-BE49-F238E27FC236}">
                  <a16:creationId xmlns:a16="http://schemas.microsoft.com/office/drawing/2014/main" id="{C9459E3A-CA80-40D1-D946-7690FF7294FB}"/>
                </a:ext>
              </a:extLst>
            </p:cNvPr>
            <p:cNvSpPr/>
            <p:nvPr/>
          </p:nvSpPr>
          <p:spPr bwMode="gray">
            <a:xfrm>
              <a:off x="638175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3" name="Forme libre : forme 5292">
              <a:extLst>
                <a:ext uri="{FF2B5EF4-FFF2-40B4-BE49-F238E27FC236}">
                  <a16:creationId xmlns:a16="http://schemas.microsoft.com/office/drawing/2014/main" id="{0F8BFB45-1BBC-4FDC-E5B9-96C688D78793}"/>
                </a:ext>
              </a:extLst>
            </p:cNvPr>
            <p:cNvSpPr/>
            <p:nvPr/>
          </p:nvSpPr>
          <p:spPr bwMode="gray">
            <a:xfrm>
              <a:off x="623443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4" name="Forme libre : forme 5293">
              <a:extLst>
                <a:ext uri="{FF2B5EF4-FFF2-40B4-BE49-F238E27FC236}">
                  <a16:creationId xmlns:a16="http://schemas.microsoft.com/office/drawing/2014/main" id="{FC78904C-5EA0-E1EA-588D-6CB2B772DCF1}"/>
                </a:ext>
              </a:extLst>
            </p:cNvPr>
            <p:cNvSpPr/>
            <p:nvPr/>
          </p:nvSpPr>
          <p:spPr bwMode="gray">
            <a:xfrm>
              <a:off x="57442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5" name="Forme libre : forme 5294">
              <a:extLst>
                <a:ext uri="{FF2B5EF4-FFF2-40B4-BE49-F238E27FC236}">
                  <a16:creationId xmlns:a16="http://schemas.microsoft.com/office/drawing/2014/main" id="{E67D6A32-326A-6408-0972-003F4E832255}"/>
                </a:ext>
              </a:extLst>
            </p:cNvPr>
            <p:cNvSpPr/>
            <p:nvPr/>
          </p:nvSpPr>
          <p:spPr bwMode="gray">
            <a:xfrm>
              <a:off x="50584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6" name="Forme libre : forme 5295">
              <a:extLst>
                <a:ext uri="{FF2B5EF4-FFF2-40B4-BE49-F238E27FC236}">
                  <a16:creationId xmlns:a16="http://schemas.microsoft.com/office/drawing/2014/main" id="{CC470C3C-327E-92E5-84C6-8DC15EA4C295}"/>
                </a:ext>
              </a:extLst>
            </p:cNvPr>
            <p:cNvSpPr/>
            <p:nvPr/>
          </p:nvSpPr>
          <p:spPr bwMode="gray">
            <a:xfrm>
              <a:off x="50088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7" name="Forme libre : forme 5296">
              <a:extLst>
                <a:ext uri="{FF2B5EF4-FFF2-40B4-BE49-F238E27FC236}">
                  <a16:creationId xmlns:a16="http://schemas.microsoft.com/office/drawing/2014/main" id="{FEACEC69-157F-02E3-3BD9-4E23B05EF5CF}"/>
                </a:ext>
              </a:extLst>
            </p:cNvPr>
            <p:cNvSpPr/>
            <p:nvPr/>
          </p:nvSpPr>
          <p:spPr bwMode="gray">
            <a:xfrm>
              <a:off x="496062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8" name="Forme libre : forme 5297">
              <a:extLst>
                <a:ext uri="{FF2B5EF4-FFF2-40B4-BE49-F238E27FC236}">
                  <a16:creationId xmlns:a16="http://schemas.microsoft.com/office/drawing/2014/main" id="{D001710E-C454-1B00-E2F1-95B828B3D9EC}"/>
                </a:ext>
              </a:extLst>
            </p:cNvPr>
            <p:cNvSpPr/>
            <p:nvPr/>
          </p:nvSpPr>
          <p:spPr bwMode="gray">
            <a:xfrm>
              <a:off x="49110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299" name="Forme libre : forme 5298">
              <a:extLst>
                <a:ext uri="{FF2B5EF4-FFF2-40B4-BE49-F238E27FC236}">
                  <a16:creationId xmlns:a16="http://schemas.microsoft.com/office/drawing/2014/main" id="{2E0129D3-C8A5-C119-C17A-A49B85695A54}"/>
                </a:ext>
              </a:extLst>
            </p:cNvPr>
            <p:cNvSpPr/>
            <p:nvPr/>
          </p:nvSpPr>
          <p:spPr bwMode="gray">
            <a:xfrm>
              <a:off x="486156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0" name="Forme libre : forme 5299">
              <a:extLst>
                <a:ext uri="{FF2B5EF4-FFF2-40B4-BE49-F238E27FC236}">
                  <a16:creationId xmlns:a16="http://schemas.microsoft.com/office/drawing/2014/main" id="{2848CA31-2E09-6AE7-6764-A7E562818F74}"/>
                </a:ext>
              </a:extLst>
            </p:cNvPr>
            <p:cNvSpPr/>
            <p:nvPr/>
          </p:nvSpPr>
          <p:spPr bwMode="gray">
            <a:xfrm>
              <a:off x="481330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1" name="Forme libre : forme 5300">
              <a:extLst>
                <a:ext uri="{FF2B5EF4-FFF2-40B4-BE49-F238E27FC236}">
                  <a16:creationId xmlns:a16="http://schemas.microsoft.com/office/drawing/2014/main" id="{4E37224F-53B9-88F2-6E82-445CC6FDB6A0}"/>
                </a:ext>
              </a:extLst>
            </p:cNvPr>
            <p:cNvSpPr/>
            <p:nvPr/>
          </p:nvSpPr>
          <p:spPr bwMode="gray">
            <a:xfrm>
              <a:off x="476377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2" name="Forme libre : forme 5301">
              <a:extLst>
                <a:ext uri="{FF2B5EF4-FFF2-40B4-BE49-F238E27FC236}">
                  <a16:creationId xmlns:a16="http://schemas.microsoft.com/office/drawing/2014/main" id="{EB0A2E8E-8B23-4840-182A-78A35C8DA48C}"/>
                </a:ext>
              </a:extLst>
            </p:cNvPr>
            <p:cNvSpPr/>
            <p:nvPr/>
          </p:nvSpPr>
          <p:spPr bwMode="gray">
            <a:xfrm>
              <a:off x="47155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3" name="Forme libre : forme 5302">
              <a:extLst>
                <a:ext uri="{FF2B5EF4-FFF2-40B4-BE49-F238E27FC236}">
                  <a16:creationId xmlns:a16="http://schemas.microsoft.com/office/drawing/2014/main" id="{B0A85F0D-EA3E-8A42-9092-AFF24368FB2E}"/>
                </a:ext>
              </a:extLst>
            </p:cNvPr>
            <p:cNvSpPr/>
            <p:nvPr/>
          </p:nvSpPr>
          <p:spPr bwMode="gray">
            <a:xfrm>
              <a:off x="46659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4" name="Forme libre : forme 5303">
              <a:extLst>
                <a:ext uri="{FF2B5EF4-FFF2-40B4-BE49-F238E27FC236}">
                  <a16:creationId xmlns:a16="http://schemas.microsoft.com/office/drawing/2014/main" id="{556FE8AE-B470-4B25-16B6-897651E89DD0}"/>
                </a:ext>
              </a:extLst>
            </p:cNvPr>
            <p:cNvSpPr/>
            <p:nvPr/>
          </p:nvSpPr>
          <p:spPr bwMode="gray">
            <a:xfrm>
              <a:off x="461772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5" name="Forme libre : forme 5304">
              <a:extLst>
                <a:ext uri="{FF2B5EF4-FFF2-40B4-BE49-F238E27FC236}">
                  <a16:creationId xmlns:a16="http://schemas.microsoft.com/office/drawing/2014/main" id="{8D9C3AF7-B530-3DF1-DC1B-EAA6B14F9478}"/>
                </a:ext>
              </a:extLst>
            </p:cNvPr>
            <p:cNvSpPr/>
            <p:nvPr/>
          </p:nvSpPr>
          <p:spPr bwMode="gray">
            <a:xfrm>
              <a:off x="45681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6" name="Forme libre : forme 5305">
              <a:extLst>
                <a:ext uri="{FF2B5EF4-FFF2-40B4-BE49-F238E27FC236}">
                  <a16:creationId xmlns:a16="http://schemas.microsoft.com/office/drawing/2014/main" id="{C071B626-DE45-E53E-D078-44A1A36BBB23}"/>
                </a:ext>
              </a:extLst>
            </p:cNvPr>
            <p:cNvSpPr/>
            <p:nvPr/>
          </p:nvSpPr>
          <p:spPr bwMode="gray">
            <a:xfrm>
              <a:off x="451866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7" name="Forme libre : forme 5306">
              <a:extLst>
                <a:ext uri="{FF2B5EF4-FFF2-40B4-BE49-F238E27FC236}">
                  <a16:creationId xmlns:a16="http://schemas.microsoft.com/office/drawing/2014/main" id="{6804D40F-22CF-4A89-564C-8E903E42A4E8}"/>
                </a:ext>
              </a:extLst>
            </p:cNvPr>
            <p:cNvSpPr/>
            <p:nvPr/>
          </p:nvSpPr>
          <p:spPr bwMode="gray">
            <a:xfrm>
              <a:off x="447040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8" name="Forme libre : forme 5307">
              <a:extLst>
                <a:ext uri="{FF2B5EF4-FFF2-40B4-BE49-F238E27FC236}">
                  <a16:creationId xmlns:a16="http://schemas.microsoft.com/office/drawing/2014/main" id="{1EA5F4BE-CA55-2F29-21F0-D69F2AB94845}"/>
                </a:ext>
              </a:extLst>
            </p:cNvPr>
            <p:cNvSpPr/>
            <p:nvPr/>
          </p:nvSpPr>
          <p:spPr bwMode="gray">
            <a:xfrm>
              <a:off x="442087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09" name="Forme libre : forme 5308">
              <a:extLst>
                <a:ext uri="{FF2B5EF4-FFF2-40B4-BE49-F238E27FC236}">
                  <a16:creationId xmlns:a16="http://schemas.microsoft.com/office/drawing/2014/main" id="{B4FBCFA8-F568-C4EB-DF7F-5A3D45412AE7}"/>
                </a:ext>
              </a:extLst>
            </p:cNvPr>
            <p:cNvSpPr/>
            <p:nvPr/>
          </p:nvSpPr>
          <p:spPr bwMode="gray">
            <a:xfrm>
              <a:off x="43726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0" name="Forme libre : forme 5309">
              <a:extLst>
                <a:ext uri="{FF2B5EF4-FFF2-40B4-BE49-F238E27FC236}">
                  <a16:creationId xmlns:a16="http://schemas.microsoft.com/office/drawing/2014/main" id="{9F9E3CFB-9A46-0B7D-DBFC-497BAC801610}"/>
                </a:ext>
              </a:extLst>
            </p:cNvPr>
            <p:cNvSpPr/>
            <p:nvPr/>
          </p:nvSpPr>
          <p:spPr bwMode="gray">
            <a:xfrm>
              <a:off x="43230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1" name="Forme libre : forme 5310">
              <a:extLst>
                <a:ext uri="{FF2B5EF4-FFF2-40B4-BE49-F238E27FC236}">
                  <a16:creationId xmlns:a16="http://schemas.microsoft.com/office/drawing/2014/main" id="{F10AEB9C-AA34-4E99-19C8-0D7744C21BC3}"/>
                </a:ext>
              </a:extLst>
            </p:cNvPr>
            <p:cNvSpPr/>
            <p:nvPr/>
          </p:nvSpPr>
          <p:spPr bwMode="gray">
            <a:xfrm>
              <a:off x="427355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2" name="Forme libre : forme 5311">
              <a:extLst>
                <a:ext uri="{FF2B5EF4-FFF2-40B4-BE49-F238E27FC236}">
                  <a16:creationId xmlns:a16="http://schemas.microsoft.com/office/drawing/2014/main" id="{753C552C-AA82-9A23-D56E-04EB6D98ADB5}"/>
                </a:ext>
              </a:extLst>
            </p:cNvPr>
            <p:cNvSpPr/>
            <p:nvPr/>
          </p:nvSpPr>
          <p:spPr bwMode="gray">
            <a:xfrm>
              <a:off x="42252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3" name="Forme libre : forme 5312">
              <a:extLst>
                <a:ext uri="{FF2B5EF4-FFF2-40B4-BE49-F238E27FC236}">
                  <a16:creationId xmlns:a16="http://schemas.microsoft.com/office/drawing/2014/main" id="{66639133-9723-1799-B663-9AD233CA7986}"/>
                </a:ext>
              </a:extLst>
            </p:cNvPr>
            <p:cNvSpPr/>
            <p:nvPr/>
          </p:nvSpPr>
          <p:spPr bwMode="gray">
            <a:xfrm>
              <a:off x="417576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4" name="Forme libre : forme 5313">
              <a:extLst>
                <a:ext uri="{FF2B5EF4-FFF2-40B4-BE49-F238E27FC236}">
                  <a16:creationId xmlns:a16="http://schemas.microsoft.com/office/drawing/2014/main" id="{E749B787-06DA-0207-C1A5-528E73917A74}"/>
                </a:ext>
              </a:extLst>
            </p:cNvPr>
            <p:cNvSpPr/>
            <p:nvPr/>
          </p:nvSpPr>
          <p:spPr bwMode="gray">
            <a:xfrm>
              <a:off x="412750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5" name="Forme libre : forme 5314">
              <a:extLst>
                <a:ext uri="{FF2B5EF4-FFF2-40B4-BE49-F238E27FC236}">
                  <a16:creationId xmlns:a16="http://schemas.microsoft.com/office/drawing/2014/main" id="{82B7C178-6BD1-143F-3DB3-095BA9CBBFF3}"/>
                </a:ext>
              </a:extLst>
            </p:cNvPr>
            <p:cNvSpPr/>
            <p:nvPr/>
          </p:nvSpPr>
          <p:spPr bwMode="gray">
            <a:xfrm>
              <a:off x="407797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6" name="Forme libre : forme 5315">
              <a:extLst>
                <a:ext uri="{FF2B5EF4-FFF2-40B4-BE49-F238E27FC236}">
                  <a16:creationId xmlns:a16="http://schemas.microsoft.com/office/drawing/2014/main" id="{965685B7-E8AA-8CE3-2B48-7DFF1156C561}"/>
                </a:ext>
              </a:extLst>
            </p:cNvPr>
            <p:cNvSpPr/>
            <p:nvPr/>
          </p:nvSpPr>
          <p:spPr bwMode="gray">
            <a:xfrm>
              <a:off x="402844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7" name="Forme libre : forme 5316">
              <a:extLst>
                <a:ext uri="{FF2B5EF4-FFF2-40B4-BE49-F238E27FC236}">
                  <a16:creationId xmlns:a16="http://schemas.microsoft.com/office/drawing/2014/main" id="{A20273C4-31C6-FD88-57E6-93358DDB3CC7}"/>
                </a:ext>
              </a:extLst>
            </p:cNvPr>
            <p:cNvSpPr/>
            <p:nvPr/>
          </p:nvSpPr>
          <p:spPr bwMode="gray">
            <a:xfrm>
              <a:off x="39801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8" name="Forme libre : forme 5317">
              <a:extLst>
                <a:ext uri="{FF2B5EF4-FFF2-40B4-BE49-F238E27FC236}">
                  <a16:creationId xmlns:a16="http://schemas.microsoft.com/office/drawing/2014/main" id="{B2DCA118-D3AC-A72A-A4C5-025BE72CD90F}"/>
                </a:ext>
              </a:extLst>
            </p:cNvPr>
            <p:cNvSpPr/>
            <p:nvPr/>
          </p:nvSpPr>
          <p:spPr bwMode="gray">
            <a:xfrm>
              <a:off x="393065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19" name="Forme libre : forme 5318">
              <a:extLst>
                <a:ext uri="{FF2B5EF4-FFF2-40B4-BE49-F238E27FC236}">
                  <a16:creationId xmlns:a16="http://schemas.microsoft.com/office/drawing/2014/main" id="{BF0F76B8-71B8-0D7C-B84D-9BFA68ECC2DF}"/>
                </a:ext>
              </a:extLst>
            </p:cNvPr>
            <p:cNvSpPr/>
            <p:nvPr/>
          </p:nvSpPr>
          <p:spPr bwMode="gray">
            <a:xfrm>
              <a:off x="38823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0" name="Forme libre : forme 5319">
              <a:extLst>
                <a:ext uri="{FF2B5EF4-FFF2-40B4-BE49-F238E27FC236}">
                  <a16:creationId xmlns:a16="http://schemas.microsoft.com/office/drawing/2014/main" id="{51CD449F-AC3C-A235-FE0E-C9293667C4CD}"/>
                </a:ext>
              </a:extLst>
            </p:cNvPr>
            <p:cNvSpPr/>
            <p:nvPr/>
          </p:nvSpPr>
          <p:spPr bwMode="gray">
            <a:xfrm>
              <a:off x="383286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1" name="Forme libre : forme 5320">
              <a:extLst>
                <a:ext uri="{FF2B5EF4-FFF2-40B4-BE49-F238E27FC236}">
                  <a16:creationId xmlns:a16="http://schemas.microsoft.com/office/drawing/2014/main" id="{E7FD8F6D-2F95-1045-9DD3-6ED463802CA5}"/>
                </a:ext>
              </a:extLst>
            </p:cNvPr>
            <p:cNvSpPr/>
            <p:nvPr/>
          </p:nvSpPr>
          <p:spPr bwMode="gray">
            <a:xfrm>
              <a:off x="378333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2" name="Forme libre : forme 5321">
              <a:extLst>
                <a:ext uri="{FF2B5EF4-FFF2-40B4-BE49-F238E27FC236}">
                  <a16:creationId xmlns:a16="http://schemas.microsoft.com/office/drawing/2014/main" id="{F2A9109C-566C-CF45-7067-1226792C98F1}"/>
                </a:ext>
              </a:extLst>
            </p:cNvPr>
            <p:cNvSpPr/>
            <p:nvPr/>
          </p:nvSpPr>
          <p:spPr bwMode="gray">
            <a:xfrm>
              <a:off x="373507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3" name="Forme libre : forme 5322">
              <a:extLst>
                <a:ext uri="{FF2B5EF4-FFF2-40B4-BE49-F238E27FC236}">
                  <a16:creationId xmlns:a16="http://schemas.microsoft.com/office/drawing/2014/main" id="{F8C913F0-A537-DF68-C9AF-F8A5FE87142C}"/>
                </a:ext>
              </a:extLst>
            </p:cNvPr>
            <p:cNvSpPr/>
            <p:nvPr/>
          </p:nvSpPr>
          <p:spPr bwMode="gray">
            <a:xfrm>
              <a:off x="368554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4" name="Forme libre : forme 5323">
              <a:extLst>
                <a:ext uri="{FF2B5EF4-FFF2-40B4-BE49-F238E27FC236}">
                  <a16:creationId xmlns:a16="http://schemas.microsoft.com/office/drawing/2014/main" id="{16878251-A13F-61E5-DB6D-6E40EBE34849}"/>
                </a:ext>
              </a:extLst>
            </p:cNvPr>
            <p:cNvSpPr/>
            <p:nvPr/>
          </p:nvSpPr>
          <p:spPr bwMode="gray">
            <a:xfrm>
              <a:off x="36372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5" name="Forme libre : forme 5324">
              <a:extLst>
                <a:ext uri="{FF2B5EF4-FFF2-40B4-BE49-F238E27FC236}">
                  <a16:creationId xmlns:a16="http://schemas.microsoft.com/office/drawing/2014/main" id="{23C52C71-BD92-9B34-A461-88FB4BCE1832}"/>
                </a:ext>
              </a:extLst>
            </p:cNvPr>
            <p:cNvSpPr/>
            <p:nvPr/>
          </p:nvSpPr>
          <p:spPr bwMode="gray">
            <a:xfrm>
              <a:off x="358775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6" name="Forme libre : forme 5325">
              <a:extLst>
                <a:ext uri="{FF2B5EF4-FFF2-40B4-BE49-F238E27FC236}">
                  <a16:creationId xmlns:a16="http://schemas.microsoft.com/office/drawing/2014/main" id="{2A196004-2E8B-97D4-8486-54C7640D83C2}"/>
                </a:ext>
              </a:extLst>
            </p:cNvPr>
            <p:cNvSpPr/>
            <p:nvPr/>
          </p:nvSpPr>
          <p:spPr bwMode="gray">
            <a:xfrm>
              <a:off x="353822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7" name="Forme libre : forme 5326">
              <a:extLst>
                <a:ext uri="{FF2B5EF4-FFF2-40B4-BE49-F238E27FC236}">
                  <a16:creationId xmlns:a16="http://schemas.microsoft.com/office/drawing/2014/main" id="{BE38ABFB-3982-FC5C-6A0A-D06D004CB0D2}"/>
                </a:ext>
              </a:extLst>
            </p:cNvPr>
            <p:cNvSpPr/>
            <p:nvPr/>
          </p:nvSpPr>
          <p:spPr bwMode="gray">
            <a:xfrm>
              <a:off x="348996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8" name="Forme libre : forme 5327">
              <a:extLst>
                <a:ext uri="{FF2B5EF4-FFF2-40B4-BE49-F238E27FC236}">
                  <a16:creationId xmlns:a16="http://schemas.microsoft.com/office/drawing/2014/main" id="{65964B92-3849-A260-3EA8-B09A79592781}"/>
                </a:ext>
              </a:extLst>
            </p:cNvPr>
            <p:cNvSpPr/>
            <p:nvPr/>
          </p:nvSpPr>
          <p:spPr bwMode="gray">
            <a:xfrm>
              <a:off x="231394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29" name="Forme libre : forme 5328">
              <a:extLst>
                <a:ext uri="{FF2B5EF4-FFF2-40B4-BE49-F238E27FC236}">
                  <a16:creationId xmlns:a16="http://schemas.microsoft.com/office/drawing/2014/main" id="{6C42EDDE-D407-A036-0EA8-0E099E2B9C9F}"/>
                </a:ext>
              </a:extLst>
            </p:cNvPr>
            <p:cNvSpPr/>
            <p:nvPr/>
          </p:nvSpPr>
          <p:spPr bwMode="gray">
            <a:xfrm>
              <a:off x="226441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0" name="Forme libre : forme 5329">
              <a:extLst>
                <a:ext uri="{FF2B5EF4-FFF2-40B4-BE49-F238E27FC236}">
                  <a16:creationId xmlns:a16="http://schemas.microsoft.com/office/drawing/2014/main" id="{5FCCDAA0-5F25-457B-60CF-C8D69FF7C5BD}"/>
                </a:ext>
              </a:extLst>
            </p:cNvPr>
            <p:cNvSpPr/>
            <p:nvPr/>
          </p:nvSpPr>
          <p:spPr bwMode="gray">
            <a:xfrm>
              <a:off x="221488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1" name="Forme libre : forme 5330">
              <a:extLst>
                <a:ext uri="{FF2B5EF4-FFF2-40B4-BE49-F238E27FC236}">
                  <a16:creationId xmlns:a16="http://schemas.microsoft.com/office/drawing/2014/main" id="{27841E92-DA58-8223-A3D0-298F78A336B1}"/>
                </a:ext>
              </a:extLst>
            </p:cNvPr>
            <p:cNvSpPr/>
            <p:nvPr/>
          </p:nvSpPr>
          <p:spPr bwMode="gray">
            <a:xfrm>
              <a:off x="216662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2" name="Forme libre : forme 5331">
              <a:extLst>
                <a:ext uri="{FF2B5EF4-FFF2-40B4-BE49-F238E27FC236}">
                  <a16:creationId xmlns:a16="http://schemas.microsoft.com/office/drawing/2014/main" id="{2662BF75-5918-2FE5-B0EE-118F14B9EE72}"/>
                </a:ext>
              </a:extLst>
            </p:cNvPr>
            <p:cNvSpPr/>
            <p:nvPr/>
          </p:nvSpPr>
          <p:spPr bwMode="gray">
            <a:xfrm>
              <a:off x="21170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3" name="Forme libre : forme 5332">
              <a:extLst>
                <a:ext uri="{FF2B5EF4-FFF2-40B4-BE49-F238E27FC236}">
                  <a16:creationId xmlns:a16="http://schemas.microsoft.com/office/drawing/2014/main" id="{543E54AD-732E-3FFD-7C01-E5A47B465078}"/>
                </a:ext>
              </a:extLst>
            </p:cNvPr>
            <p:cNvSpPr/>
            <p:nvPr/>
          </p:nvSpPr>
          <p:spPr bwMode="gray">
            <a:xfrm>
              <a:off x="206883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4" name="Forme libre : forme 5333">
              <a:extLst>
                <a:ext uri="{FF2B5EF4-FFF2-40B4-BE49-F238E27FC236}">
                  <a16:creationId xmlns:a16="http://schemas.microsoft.com/office/drawing/2014/main" id="{96A9026C-55A7-306D-8E1A-FDC8CF4DF1C7}"/>
                </a:ext>
              </a:extLst>
            </p:cNvPr>
            <p:cNvSpPr/>
            <p:nvPr/>
          </p:nvSpPr>
          <p:spPr bwMode="gray">
            <a:xfrm>
              <a:off x="201930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5" name="Forme libre : forme 5334">
              <a:extLst>
                <a:ext uri="{FF2B5EF4-FFF2-40B4-BE49-F238E27FC236}">
                  <a16:creationId xmlns:a16="http://schemas.microsoft.com/office/drawing/2014/main" id="{341567E4-457B-F271-9A76-413E2ADEE42C}"/>
                </a:ext>
              </a:extLst>
            </p:cNvPr>
            <p:cNvSpPr/>
            <p:nvPr/>
          </p:nvSpPr>
          <p:spPr bwMode="gray">
            <a:xfrm>
              <a:off x="196977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6" name="Forme libre : forme 5335">
              <a:extLst>
                <a:ext uri="{FF2B5EF4-FFF2-40B4-BE49-F238E27FC236}">
                  <a16:creationId xmlns:a16="http://schemas.microsoft.com/office/drawing/2014/main" id="{7A638188-05EC-2041-E99A-45FA4ECB2114}"/>
                </a:ext>
              </a:extLst>
            </p:cNvPr>
            <p:cNvSpPr/>
            <p:nvPr/>
          </p:nvSpPr>
          <p:spPr bwMode="gray">
            <a:xfrm>
              <a:off x="1774190" y="38569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7" name="Forme libre : forme 5336">
              <a:extLst>
                <a:ext uri="{FF2B5EF4-FFF2-40B4-BE49-F238E27FC236}">
                  <a16:creationId xmlns:a16="http://schemas.microsoft.com/office/drawing/2014/main" id="{F1E30E34-6F93-EFBE-5EB3-B276518AFC96}"/>
                </a:ext>
              </a:extLst>
            </p:cNvPr>
            <p:cNvSpPr/>
            <p:nvPr/>
          </p:nvSpPr>
          <p:spPr bwMode="gray">
            <a:xfrm>
              <a:off x="6479540" y="38074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8" name="Forme libre : forme 5337">
              <a:extLst>
                <a:ext uri="{FF2B5EF4-FFF2-40B4-BE49-F238E27FC236}">
                  <a16:creationId xmlns:a16="http://schemas.microsoft.com/office/drawing/2014/main" id="{56DE100A-5BC6-6727-A825-B393BABEA4EB}"/>
                </a:ext>
              </a:extLst>
            </p:cNvPr>
            <p:cNvSpPr/>
            <p:nvPr/>
          </p:nvSpPr>
          <p:spPr bwMode="gray">
            <a:xfrm>
              <a:off x="643001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39" name="Forme libre : forme 5338">
              <a:extLst>
                <a:ext uri="{FF2B5EF4-FFF2-40B4-BE49-F238E27FC236}">
                  <a16:creationId xmlns:a16="http://schemas.microsoft.com/office/drawing/2014/main" id="{29BADB10-1E54-4CC8-6918-C166F7155F7E}"/>
                </a:ext>
              </a:extLst>
            </p:cNvPr>
            <p:cNvSpPr/>
            <p:nvPr/>
          </p:nvSpPr>
          <p:spPr bwMode="gray">
            <a:xfrm>
              <a:off x="638175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0" name="Forme libre : forme 5339">
              <a:extLst>
                <a:ext uri="{FF2B5EF4-FFF2-40B4-BE49-F238E27FC236}">
                  <a16:creationId xmlns:a16="http://schemas.microsoft.com/office/drawing/2014/main" id="{486DEECE-EF8C-72CD-ED40-2B32746B4E77}"/>
                </a:ext>
              </a:extLst>
            </p:cNvPr>
            <p:cNvSpPr/>
            <p:nvPr/>
          </p:nvSpPr>
          <p:spPr bwMode="gray">
            <a:xfrm>
              <a:off x="633222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1" name="Forme libre : forme 5340">
              <a:extLst>
                <a:ext uri="{FF2B5EF4-FFF2-40B4-BE49-F238E27FC236}">
                  <a16:creationId xmlns:a16="http://schemas.microsoft.com/office/drawing/2014/main" id="{2E27651C-3964-86E8-0D61-C3F9900C7A1E}"/>
                </a:ext>
              </a:extLst>
            </p:cNvPr>
            <p:cNvSpPr/>
            <p:nvPr/>
          </p:nvSpPr>
          <p:spPr bwMode="gray">
            <a:xfrm>
              <a:off x="62839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2" name="Forme libre : forme 5341">
              <a:extLst>
                <a:ext uri="{FF2B5EF4-FFF2-40B4-BE49-F238E27FC236}">
                  <a16:creationId xmlns:a16="http://schemas.microsoft.com/office/drawing/2014/main" id="{BB4F78C1-B123-33B4-F936-9CA8074F7D66}"/>
                </a:ext>
              </a:extLst>
            </p:cNvPr>
            <p:cNvSpPr/>
            <p:nvPr/>
          </p:nvSpPr>
          <p:spPr bwMode="gray">
            <a:xfrm>
              <a:off x="623443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3" name="Forme libre : forme 5342">
              <a:extLst>
                <a:ext uri="{FF2B5EF4-FFF2-40B4-BE49-F238E27FC236}">
                  <a16:creationId xmlns:a16="http://schemas.microsoft.com/office/drawing/2014/main" id="{C5275E46-9B28-F9C8-2953-3AE9B7D3535F}"/>
                </a:ext>
              </a:extLst>
            </p:cNvPr>
            <p:cNvSpPr/>
            <p:nvPr/>
          </p:nvSpPr>
          <p:spPr bwMode="gray">
            <a:xfrm>
              <a:off x="579374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4" name="Forme libre : forme 5343">
              <a:extLst>
                <a:ext uri="{FF2B5EF4-FFF2-40B4-BE49-F238E27FC236}">
                  <a16:creationId xmlns:a16="http://schemas.microsoft.com/office/drawing/2014/main" id="{19EFBAD1-11F3-38D5-6698-4BE377ACF32C}"/>
                </a:ext>
              </a:extLst>
            </p:cNvPr>
            <p:cNvSpPr/>
            <p:nvPr/>
          </p:nvSpPr>
          <p:spPr bwMode="gray">
            <a:xfrm>
              <a:off x="574421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5" name="Forme libre : forme 5344">
              <a:extLst>
                <a:ext uri="{FF2B5EF4-FFF2-40B4-BE49-F238E27FC236}">
                  <a16:creationId xmlns:a16="http://schemas.microsoft.com/office/drawing/2014/main" id="{49DD1EBE-5764-40B1-3517-A74D38938093}"/>
                </a:ext>
              </a:extLst>
            </p:cNvPr>
            <p:cNvSpPr/>
            <p:nvPr/>
          </p:nvSpPr>
          <p:spPr bwMode="gray">
            <a:xfrm>
              <a:off x="569595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6" name="Forme libre : forme 5345">
              <a:extLst>
                <a:ext uri="{FF2B5EF4-FFF2-40B4-BE49-F238E27FC236}">
                  <a16:creationId xmlns:a16="http://schemas.microsoft.com/office/drawing/2014/main" id="{F907A546-DBA9-019C-C2B6-BF8CBFBAF369}"/>
                </a:ext>
              </a:extLst>
            </p:cNvPr>
            <p:cNvSpPr/>
            <p:nvPr/>
          </p:nvSpPr>
          <p:spPr bwMode="gray">
            <a:xfrm>
              <a:off x="505841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7" name="Forme libre : forme 5346">
              <a:extLst>
                <a:ext uri="{FF2B5EF4-FFF2-40B4-BE49-F238E27FC236}">
                  <a16:creationId xmlns:a16="http://schemas.microsoft.com/office/drawing/2014/main" id="{B9F966C2-F654-DC09-A9A8-7643C32F40FA}"/>
                </a:ext>
              </a:extLst>
            </p:cNvPr>
            <p:cNvSpPr/>
            <p:nvPr/>
          </p:nvSpPr>
          <p:spPr bwMode="gray">
            <a:xfrm>
              <a:off x="500888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8" name="Forme libre : forme 5347">
              <a:extLst>
                <a:ext uri="{FF2B5EF4-FFF2-40B4-BE49-F238E27FC236}">
                  <a16:creationId xmlns:a16="http://schemas.microsoft.com/office/drawing/2014/main" id="{761B30F2-4759-1097-5EDC-2033A271F44E}"/>
                </a:ext>
              </a:extLst>
            </p:cNvPr>
            <p:cNvSpPr/>
            <p:nvPr/>
          </p:nvSpPr>
          <p:spPr bwMode="gray">
            <a:xfrm>
              <a:off x="48615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49" name="Forme libre : forme 5348">
              <a:extLst>
                <a:ext uri="{FF2B5EF4-FFF2-40B4-BE49-F238E27FC236}">
                  <a16:creationId xmlns:a16="http://schemas.microsoft.com/office/drawing/2014/main" id="{D274F986-4AF9-162B-EC55-A4308384CCB4}"/>
                </a:ext>
              </a:extLst>
            </p:cNvPr>
            <p:cNvSpPr/>
            <p:nvPr/>
          </p:nvSpPr>
          <p:spPr bwMode="gray">
            <a:xfrm>
              <a:off x="481330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0" name="Forme libre : forme 5349">
              <a:extLst>
                <a:ext uri="{FF2B5EF4-FFF2-40B4-BE49-F238E27FC236}">
                  <a16:creationId xmlns:a16="http://schemas.microsoft.com/office/drawing/2014/main" id="{F78A910A-93B7-54F8-8B32-17A514C00F4B}"/>
                </a:ext>
              </a:extLst>
            </p:cNvPr>
            <p:cNvSpPr/>
            <p:nvPr/>
          </p:nvSpPr>
          <p:spPr bwMode="gray">
            <a:xfrm>
              <a:off x="476377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1" name="Forme libre : forme 5350">
              <a:extLst>
                <a:ext uri="{FF2B5EF4-FFF2-40B4-BE49-F238E27FC236}">
                  <a16:creationId xmlns:a16="http://schemas.microsoft.com/office/drawing/2014/main" id="{EB9550FD-02E0-42F2-09A1-8B947930C370}"/>
                </a:ext>
              </a:extLst>
            </p:cNvPr>
            <p:cNvSpPr/>
            <p:nvPr/>
          </p:nvSpPr>
          <p:spPr bwMode="gray">
            <a:xfrm>
              <a:off x="471551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2" name="Forme libre : forme 5351">
              <a:extLst>
                <a:ext uri="{FF2B5EF4-FFF2-40B4-BE49-F238E27FC236}">
                  <a16:creationId xmlns:a16="http://schemas.microsoft.com/office/drawing/2014/main" id="{EFD0DBD6-FC64-1E54-B299-2915FA11A709}"/>
                </a:ext>
              </a:extLst>
            </p:cNvPr>
            <p:cNvSpPr/>
            <p:nvPr/>
          </p:nvSpPr>
          <p:spPr bwMode="gray">
            <a:xfrm>
              <a:off x="466598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3" name="Forme libre : forme 5352">
              <a:extLst>
                <a:ext uri="{FF2B5EF4-FFF2-40B4-BE49-F238E27FC236}">
                  <a16:creationId xmlns:a16="http://schemas.microsoft.com/office/drawing/2014/main" id="{DBFC43D8-E683-DF8C-A7EC-C39078F8904A}"/>
                </a:ext>
              </a:extLst>
            </p:cNvPr>
            <p:cNvSpPr/>
            <p:nvPr/>
          </p:nvSpPr>
          <p:spPr bwMode="gray">
            <a:xfrm>
              <a:off x="461772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4" name="Forme libre : forme 5353">
              <a:extLst>
                <a:ext uri="{FF2B5EF4-FFF2-40B4-BE49-F238E27FC236}">
                  <a16:creationId xmlns:a16="http://schemas.microsoft.com/office/drawing/2014/main" id="{9F04917B-268F-101E-BB87-D9BF68A52E78}"/>
                </a:ext>
              </a:extLst>
            </p:cNvPr>
            <p:cNvSpPr/>
            <p:nvPr/>
          </p:nvSpPr>
          <p:spPr bwMode="gray">
            <a:xfrm>
              <a:off x="456819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5" name="Forme libre : forme 5354">
              <a:extLst>
                <a:ext uri="{FF2B5EF4-FFF2-40B4-BE49-F238E27FC236}">
                  <a16:creationId xmlns:a16="http://schemas.microsoft.com/office/drawing/2014/main" id="{C9E2FDF9-1366-2954-5C5C-A11662F132DD}"/>
                </a:ext>
              </a:extLst>
            </p:cNvPr>
            <p:cNvSpPr/>
            <p:nvPr/>
          </p:nvSpPr>
          <p:spPr bwMode="gray">
            <a:xfrm>
              <a:off x="45186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6" name="Forme libre : forme 5355">
              <a:extLst>
                <a:ext uri="{FF2B5EF4-FFF2-40B4-BE49-F238E27FC236}">
                  <a16:creationId xmlns:a16="http://schemas.microsoft.com/office/drawing/2014/main" id="{45C560FD-9A53-4EDB-A8E4-93E3EB001D0D}"/>
                </a:ext>
              </a:extLst>
            </p:cNvPr>
            <p:cNvSpPr/>
            <p:nvPr/>
          </p:nvSpPr>
          <p:spPr bwMode="gray">
            <a:xfrm>
              <a:off x="447040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7" name="Forme libre : forme 5356">
              <a:extLst>
                <a:ext uri="{FF2B5EF4-FFF2-40B4-BE49-F238E27FC236}">
                  <a16:creationId xmlns:a16="http://schemas.microsoft.com/office/drawing/2014/main" id="{81A568B4-ECB4-22EE-9887-2D435314F89B}"/>
                </a:ext>
              </a:extLst>
            </p:cNvPr>
            <p:cNvSpPr/>
            <p:nvPr/>
          </p:nvSpPr>
          <p:spPr bwMode="gray">
            <a:xfrm>
              <a:off x="442087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8" name="Forme libre : forme 5357">
              <a:extLst>
                <a:ext uri="{FF2B5EF4-FFF2-40B4-BE49-F238E27FC236}">
                  <a16:creationId xmlns:a16="http://schemas.microsoft.com/office/drawing/2014/main" id="{4310A051-6D7F-48EB-DF2D-DC7D48EEDD5D}"/>
                </a:ext>
              </a:extLst>
            </p:cNvPr>
            <p:cNvSpPr/>
            <p:nvPr/>
          </p:nvSpPr>
          <p:spPr bwMode="gray">
            <a:xfrm>
              <a:off x="437261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59" name="Forme libre : forme 5358">
              <a:extLst>
                <a:ext uri="{FF2B5EF4-FFF2-40B4-BE49-F238E27FC236}">
                  <a16:creationId xmlns:a16="http://schemas.microsoft.com/office/drawing/2014/main" id="{F599F53D-B04D-5DAE-D251-34EABE0D5C15}"/>
                </a:ext>
              </a:extLst>
            </p:cNvPr>
            <p:cNvSpPr/>
            <p:nvPr/>
          </p:nvSpPr>
          <p:spPr bwMode="gray">
            <a:xfrm>
              <a:off x="432308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0" name="Forme libre : forme 5359">
              <a:extLst>
                <a:ext uri="{FF2B5EF4-FFF2-40B4-BE49-F238E27FC236}">
                  <a16:creationId xmlns:a16="http://schemas.microsoft.com/office/drawing/2014/main" id="{F3AEFD89-03AD-B1C4-1D6E-BE4798D711F4}"/>
                </a:ext>
              </a:extLst>
            </p:cNvPr>
            <p:cNvSpPr/>
            <p:nvPr/>
          </p:nvSpPr>
          <p:spPr bwMode="gray">
            <a:xfrm>
              <a:off x="427355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1" name="Forme libre : forme 5360">
              <a:extLst>
                <a:ext uri="{FF2B5EF4-FFF2-40B4-BE49-F238E27FC236}">
                  <a16:creationId xmlns:a16="http://schemas.microsoft.com/office/drawing/2014/main" id="{91A63256-E84E-E58A-3436-022DD86A81A6}"/>
                </a:ext>
              </a:extLst>
            </p:cNvPr>
            <p:cNvSpPr/>
            <p:nvPr/>
          </p:nvSpPr>
          <p:spPr bwMode="gray">
            <a:xfrm>
              <a:off x="422529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2" name="Forme libre : forme 5361">
              <a:extLst>
                <a:ext uri="{FF2B5EF4-FFF2-40B4-BE49-F238E27FC236}">
                  <a16:creationId xmlns:a16="http://schemas.microsoft.com/office/drawing/2014/main" id="{A9956F4D-0B04-7F97-4B0B-339FA7EFE136}"/>
                </a:ext>
              </a:extLst>
            </p:cNvPr>
            <p:cNvSpPr/>
            <p:nvPr/>
          </p:nvSpPr>
          <p:spPr bwMode="gray">
            <a:xfrm>
              <a:off x="41757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3" name="Forme libre : forme 5362">
              <a:extLst>
                <a:ext uri="{FF2B5EF4-FFF2-40B4-BE49-F238E27FC236}">
                  <a16:creationId xmlns:a16="http://schemas.microsoft.com/office/drawing/2014/main" id="{DD600204-E6B2-3143-3D9A-073889CA95B6}"/>
                </a:ext>
              </a:extLst>
            </p:cNvPr>
            <p:cNvSpPr/>
            <p:nvPr/>
          </p:nvSpPr>
          <p:spPr bwMode="gray">
            <a:xfrm>
              <a:off x="412750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4" name="Forme libre : forme 5363">
              <a:extLst>
                <a:ext uri="{FF2B5EF4-FFF2-40B4-BE49-F238E27FC236}">
                  <a16:creationId xmlns:a16="http://schemas.microsoft.com/office/drawing/2014/main" id="{7418D475-6538-E7A0-BE2D-79194FBB941B}"/>
                </a:ext>
              </a:extLst>
            </p:cNvPr>
            <p:cNvSpPr/>
            <p:nvPr/>
          </p:nvSpPr>
          <p:spPr bwMode="gray">
            <a:xfrm>
              <a:off x="407797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5" name="Forme libre : forme 5364">
              <a:extLst>
                <a:ext uri="{FF2B5EF4-FFF2-40B4-BE49-F238E27FC236}">
                  <a16:creationId xmlns:a16="http://schemas.microsoft.com/office/drawing/2014/main" id="{39866F31-040F-0E2C-FF2E-DAFB38140FE1}"/>
                </a:ext>
              </a:extLst>
            </p:cNvPr>
            <p:cNvSpPr/>
            <p:nvPr/>
          </p:nvSpPr>
          <p:spPr bwMode="gray">
            <a:xfrm>
              <a:off x="402844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6" name="Forme libre : forme 5365">
              <a:extLst>
                <a:ext uri="{FF2B5EF4-FFF2-40B4-BE49-F238E27FC236}">
                  <a16:creationId xmlns:a16="http://schemas.microsoft.com/office/drawing/2014/main" id="{5749CA6A-D748-8263-2B80-065D0BDEA4EA}"/>
                </a:ext>
              </a:extLst>
            </p:cNvPr>
            <p:cNvSpPr/>
            <p:nvPr/>
          </p:nvSpPr>
          <p:spPr bwMode="gray">
            <a:xfrm>
              <a:off x="398018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7" name="Forme libre : forme 5366">
              <a:extLst>
                <a:ext uri="{FF2B5EF4-FFF2-40B4-BE49-F238E27FC236}">
                  <a16:creationId xmlns:a16="http://schemas.microsoft.com/office/drawing/2014/main" id="{5AAEB042-42FA-5CCD-2876-95FC6785A187}"/>
                </a:ext>
              </a:extLst>
            </p:cNvPr>
            <p:cNvSpPr/>
            <p:nvPr/>
          </p:nvSpPr>
          <p:spPr bwMode="gray">
            <a:xfrm>
              <a:off x="393065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8" name="Forme libre : forme 5367">
              <a:extLst>
                <a:ext uri="{FF2B5EF4-FFF2-40B4-BE49-F238E27FC236}">
                  <a16:creationId xmlns:a16="http://schemas.microsoft.com/office/drawing/2014/main" id="{8BB1F394-18C9-D4AC-2FFC-3730E1FDAE1A}"/>
                </a:ext>
              </a:extLst>
            </p:cNvPr>
            <p:cNvSpPr/>
            <p:nvPr/>
          </p:nvSpPr>
          <p:spPr bwMode="gray">
            <a:xfrm>
              <a:off x="388239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69" name="Forme libre : forme 5368">
              <a:extLst>
                <a:ext uri="{FF2B5EF4-FFF2-40B4-BE49-F238E27FC236}">
                  <a16:creationId xmlns:a16="http://schemas.microsoft.com/office/drawing/2014/main" id="{74D6962E-A87F-01C6-C8BE-A418A04DCEBB}"/>
                </a:ext>
              </a:extLst>
            </p:cNvPr>
            <p:cNvSpPr/>
            <p:nvPr/>
          </p:nvSpPr>
          <p:spPr bwMode="gray">
            <a:xfrm>
              <a:off x="38328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0" name="Forme libre : forme 5369">
              <a:extLst>
                <a:ext uri="{FF2B5EF4-FFF2-40B4-BE49-F238E27FC236}">
                  <a16:creationId xmlns:a16="http://schemas.microsoft.com/office/drawing/2014/main" id="{F20B63A6-CA37-4777-9C63-1C52B9A5CFC3}"/>
                </a:ext>
              </a:extLst>
            </p:cNvPr>
            <p:cNvSpPr/>
            <p:nvPr/>
          </p:nvSpPr>
          <p:spPr bwMode="gray">
            <a:xfrm>
              <a:off x="378333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1" name="Forme libre : forme 5370">
              <a:extLst>
                <a:ext uri="{FF2B5EF4-FFF2-40B4-BE49-F238E27FC236}">
                  <a16:creationId xmlns:a16="http://schemas.microsoft.com/office/drawing/2014/main" id="{51EBB57E-D6AD-97E2-3CD8-CE5F1CEBEBF5}"/>
                </a:ext>
              </a:extLst>
            </p:cNvPr>
            <p:cNvSpPr/>
            <p:nvPr/>
          </p:nvSpPr>
          <p:spPr bwMode="gray">
            <a:xfrm>
              <a:off x="373507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2" name="Forme libre : forme 5371">
              <a:extLst>
                <a:ext uri="{FF2B5EF4-FFF2-40B4-BE49-F238E27FC236}">
                  <a16:creationId xmlns:a16="http://schemas.microsoft.com/office/drawing/2014/main" id="{91F0ABD3-848A-FFDE-BCF1-20CA6544ADAF}"/>
                </a:ext>
              </a:extLst>
            </p:cNvPr>
            <p:cNvSpPr/>
            <p:nvPr/>
          </p:nvSpPr>
          <p:spPr bwMode="gray">
            <a:xfrm>
              <a:off x="368554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3" name="Forme libre : forme 5372">
              <a:extLst>
                <a:ext uri="{FF2B5EF4-FFF2-40B4-BE49-F238E27FC236}">
                  <a16:creationId xmlns:a16="http://schemas.microsoft.com/office/drawing/2014/main" id="{7B0E5F4F-F025-3D23-4948-D542867C938F}"/>
                </a:ext>
              </a:extLst>
            </p:cNvPr>
            <p:cNvSpPr/>
            <p:nvPr/>
          </p:nvSpPr>
          <p:spPr bwMode="gray">
            <a:xfrm>
              <a:off x="363728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4" name="Forme libre : forme 5373">
              <a:extLst>
                <a:ext uri="{FF2B5EF4-FFF2-40B4-BE49-F238E27FC236}">
                  <a16:creationId xmlns:a16="http://schemas.microsoft.com/office/drawing/2014/main" id="{FB540882-7391-4C0C-8FAF-28D9BBECBB74}"/>
                </a:ext>
              </a:extLst>
            </p:cNvPr>
            <p:cNvSpPr/>
            <p:nvPr/>
          </p:nvSpPr>
          <p:spPr bwMode="gray">
            <a:xfrm>
              <a:off x="358775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5" name="Forme libre : forme 5374">
              <a:extLst>
                <a:ext uri="{FF2B5EF4-FFF2-40B4-BE49-F238E27FC236}">
                  <a16:creationId xmlns:a16="http://schemas.microsoft.com/office/drawing/2014/main" id="{9ADB2C50-5192-F34E-9483-795BA678AC29}"/>
                </a:ext>
              </a:extLst>
            </p:cNvPr>
            <p:cNvSpPr/>
            <p:nvPr/>
          </p:nvSpPr>
          <p:spPr bwMode="gray">
            <a:xfrm>
              <a:off x="353822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6" name="Forme libre : forme 5375">
              <a:extLst>
                <a:ext uri="{FF2B5EF4-FFF2-40B4-BE49-F238E27FC236}">
                  <a16:creationId xmlns:a16="http://schemas.microsoft.com/office/drawing/2014/main" id="{EFEBF4E2-26BD-6139-038C-E0B8E2826F8C}"/>
                </a:ext>
              </a:extLst>
            </p:cNvPr>
            <p:cNvSpPr/>
            <p:nvPr/>
          </p:nvSpPr>
          <p:spPr bwMode="gray">
            <a:xfrm>
              <a:off x="348996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7" name="Forme libre : forme 5376">
              <a:extLst>
                <a:ext uri="{FF2B5EF4-FFF2-40B4-BE49-F238E27FC236}">
                  <a16:creationId xmlns:a16="http://schemas.microsoft.com/office/drawing/2014/main" id="{263D1EA9-171D-F53E-1993-DBBC0ABFE3B7}"/>
                </a:ext>
              </a:extLst>
            </p:cNvPr>
            <p:cNvSpPr/>
            <p:nvPr/>
          </p:nvSpPr>
          <p:spPr bwMode="gray">
            <a:xfrm>
              <a:off x="344043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8" name="Forme libre : forme 5377">
              <a:extLst>
                <a:ext uri="{FF2B5EF4-FFF2-40B4-BE49-F238E27FC236}">
                  <a16:creationId xmlns:a16="http://schemas.microsoft.com/office/drawing/2014/main" id="{9426993A-743E-6924-35DE-A5EAB1478B15}"/>
                </a:ext>
              </a:extLst>
            </p:cNvPr>
            <p:cNvSpPr/>
            <p:nvPr/>
          </p:nvSpPr>
          <p:spPr bwMode="gray">
            <a:xfrm>
              <a:off x="211709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79" name="Forme libre : forme 5378">
              <a:extLst>
                <a:ext uri="{FF2B5EF4-FFF2-40B4-BE49-F238E27FC236}">
                  <a16:creationId xmlns:a16="http://schemas.microsoft.com/office/drawing/2014/main" id="{47B727FA-8FB9-EEBE-3B0F-A387F919445B}"/>
                </a:ext>
              </a:extLst>
            </p:cNvPr>
            <p:cNvSpPr/>
            <p:nvPr/>
          </p:nvSpPr>
          <p:spPr bwMode="gray">
            <a:xfrm>
              <a:off x="206883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0" name="Forme libre : forme 5379">
              <a:extLst>
                <a:ext uri="{FF2B5EF4-FFF2-40B4-BE49-F238E27FC236}">
                  <a16:creationId xmlns:a16="http://schemas.microsoft.com/office/drawing/2014/main" id="{E1B95817-FA10-7003-1467-0EC04D411614}"/>
                </a:ext>
              </a:extLst>
            </p:cNvPr>
            <p:cNvSpPr/>
            <p:nvPr/>
          </p:nvSpPr>
          <p:spPr bwMode="gray">
            <a:xfrm>
              <a:off x="177419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1" name="Forme libre : forme 5380">
              <a:extLst>
                <a:ext uri="{FF2B5EF4-FFF2-40B4-BE49-F238E27FC236}">
                  <a16:creationId xmlns:a16="http://schemas.microsoft.com/office/drawing/2014/main" id="{33C9665F-9ED9-122D-FEB3-C26FDE1CD2D6}"/>
                </a:ext>
              </a:extLst>
            </p:cNvPr>
            <p:cNvSpPr/>
            <p:nvPr/>
          </p:nvSpPr>
          <p:spPr bwMode="gray">
            <a:xfrm>
              <a:off x="1725930" y="38074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2" name="Forme libre : forme 5381">
              <a:extLst>
                <a:ext uri="{FF2B5EF4-FFF2-40B4-BE49-F238E27FC236}">
                  <a16:creationId xmlns:a16="http://schemas.microsoft.com/office/drawing/2014/main" id="{F0CED3E3-6692-BD59-079F-06EAA9C08962}"/>
                </a:ext>
              </a:extLst>
            </p:cNvPr>
            <p:cNvSpPr/>
            <p:nvPr/>
          </p:nvSpPr>
          <p:spPr bwMode="gray">
            <a:xfrm>
              <a:off x="6871969" y="3757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3" name="Forme libre : forme 5382">
              <a:extLst>
                <a:ext uri="{FF2B5EF4-FFF2-40B4-BE49-F238E27FC236}">
                  <a16:creationId xmlns:a16="http://schemas.microsoft.com/office/drawing/2014/main" id="{809E73FA-15A9-D8F4-FE7F-7B13F4265F19}"/>
                </a:ext>
              </a:extLst>
            </p:cNvPr>
            <p:cNvSpPr/>
            <p:nvPr/>
          </p:nvSpPr>
          <p:spPr bwMode="gray">
            <a:xfrm>
              <a:off x="6822439" y="3757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4" name="Forme libre : forme 5383">
              <a:extLst>
                <a:ext uri="{FF2B5EF4-FFF2-40B4-BE49-F238E27FC236}">
                  <a16:creationId xmlns:a16="http://schemas.microsoft.com/office/drawing/2014/main" id="{8E21E051-AED0-8755-6914-8E4B50D6BA78}"/>
                </a:ext>
              </a:extLst>
            </p:cNvPr>
            <p:cNvSpPr/>
            <p:nvPr/>
          </p:nvSpPr>
          <p:spPr bwMode="gray">
            <a:xfrm>
              <a:off x="6774180" y="3757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5" name="Forme libre : forme 5384">
              <a:extLst>
                <a:ext uri="{FF2B5EF4-FFF2-40B4-BE49-F238E27FC236}">
                  <a16:creationId xmlns:a16="http://schemas.microsoft.com/office/drawing/2014/main" id="{7906B1D0-9C07-CA54-9300-0F9E979A1B39}"/>
                </a:ext>
              </a:extLst>
            </p:cNvPr>
            <p:cNvSpPr/>
            <p:nvPr/>
          </p:nvSpPr>
          <p:spPr bwMode="gray">
            <a:xfrm>
              <a:off x="6479540" y="3757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6" name="Forme libre : forme 5385">
              <a:extLst>
                <a:ext uri="{FF2B5EF4-FFF2-40B4-BE49-F238E27FC236}">
                  <a16:creationId xmlns:a16="http://schemas.microsoft.com/office/drawing/2014/main" id="{496F4494-4618-37B8-F045-EACC659F62D7}"/>
                </a:ext>
              </a:extLst>
            </p:cNvPr>
            <p:cNvSpPr/>
            <p:nvPr/>
          </p:nvSpPr>
          <p:spPr bwMode="gray">
            <a:xfrm>
              <a:off x="643001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7" name="Forme libre : forme 5386">
              <a:extLst>
                <a:ext uri="{FF2B5EF4-FFF2-40B4-BE49-F238E27FC236}">
                  <a16:creationId xmlns:a16="http://schemas.microsoft.com/office/drawing/2014/main" id="{79AFF409-DCDC-C859-FDB0-B2A18FCDB07D}"/>
                </a:ext>
              </a:extLst>
            </p:cNvPr>
            <p:cNvSpPr/>
            <p:nvPr/>
          </p:nvSpPr>
          <p:spPr bwMode="gray">
            <a:xfrm>
              <a:off x="638175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8" name="Forme libre : forme 5387">
              <a:extLst>
                <a:ext uri="{FF2B5EF4-FFF2-40B4-BE49-F238E27FC236}">
                  <a16:creationId xmlns:a16="http://schemas.microsoft.com/office/drawing/2014/main" id="{4BAB42FA-C657-F432-C3AB-F61F06B31917}"/>
                </a:ext>
              </a:extLst>
            </p:cNvPr>
            <p:cNvSpPr/>
            <p:nvPr/>
          </p:nvSpPr>
          <p:spPr bwMode="gray">
            <a:xfrm>
              <a:off x="633222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89" name="Forme libre : forme 5388">
              <a:extLst>
                <a:ext uri="{FF2B5EF4-FFF2-40B4-BE49-F238E27FC236}">
                  <a16:creationId xmlns:a16="http://schemas.microsoft.com/office/drawing/2014/main" id="{7AE753A5-BCCF-A679-5E96-34581E00CC40}"/>
                </a:ext>
              </a:extLst>
            </p:cNvPr>
            <p:cNvSpPr/>
            <p:nvPr/>
          </p:nvSpPr>
          <p:spPr bwMode="gray">
            <a:xfrm>
              <a:off x="62839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0" name="Forme libre : forme 5389">
              <a:extLst>
                <a:ext uri="{FF2B5EF4-FFF2-40B4-BE49-F238E27FC236}">
                  <a16:creationId xmlns:a16="http://schemas.microsoft.com/office/drawing/2014/main" id="{45A03D2F-1B20-583B-292E-0B2103F22AA1}"/>
                </a:ext>
              </a:extLst>
            </p:cNvPr>
            <p:cNvSpPr/>
            <p:nvPr/>
          </p:nvSpPr>
          <p:spPr bwMode="gray">
            <a:xfrm>
              <a:off x="623443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1" name="Forme libre : forme 5390">
              <a:extLst>
                <a:ext uri="{FF2B5EF4-FFF2-40B4-BE49-F238E27FC236}">
                  <a16:creationId xmlns:a16="http://schemas.microsoft.com/office/drawing/2014/main" id="{EBA796AD-A9F5-850D-AF26-C6EDB13823E5}"/>
                </a:ext>
              </a:extLst>
            </p:cNvPr>
            <p:cNvSpPr/>
            <p:nvPr/>
          </p:nvSpPr>
          <p:spPr bwMode="gray">
            <a:xfrm>
              <a:off x="579374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2" name="Forme libre : forme 5391">
              <a:extLst>
                <a:ext uri="{FF2B5EF4-FFF2-40B4-BE49-F238E27FC236}">
                  <a16:creationId xmlns:a16="http://schemas.microsoft.com/office/drawing/2014/main" id="{8D3C109B-B538-C1BB-6FE1-7D22EDBD5CDC}"/>
                </a:ext>
              </a:extLst>
            </p:cNvPr>
            <p:cNvSpPr/>
            <p:nvPr/>
          </p:nvSpPr>
          <p:spPr bwMode="gray">
            <a:xfrm>
              <a:off x="574421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3" name="Forme libre : forme 5392">
              <a:extLst>
                <a:ext uri="{FF2B5EF4-FFF2-40B4-BE49-F238E27FC236}">
                  <a16:creationId xmlns:a16="http://schemas.microsoft.com/office/drawing/2014/main" id="{A6C4458E-8D02-6FEE-2BCD-0B11170E2087}"/>
                </a:ext>
              </a:extLst>
            </p:cNvPr>
            <p:cNvSpPr/>
            <p:nvPr/>
          </p:nvSpPr>
          <p:spPr bwMode="gray">
            <a:xfrm>
              <a:off x="569595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4" name="Forme libre : forme 5393">
              <a:extLst>
                <a:ext uri="{FF2B5EF4-FFF2-40B4-BE49-F238E27FC236}">
                  <a16:creationId xmlns:a16="http://schemas.microsoft.com/office/drawing/2014/main" id="{8741CE49-D792-013A-3D8C-22A0E6D86ACA}"/>
                </a:ext>
              </a:extLst>
            </p:cNvPr>
            <p:cNvSpPr/>
            <p:nvPr/>
          </p:nvSpPr>
          <p:spPr bwMode="gray">
            <a:xfrm>
              <a:off x="564642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5" name="Forme libre : forme 5394">
              <a:extLst>
                <a:ext uri="{FF2B5EF4-FFF2-40B4-BE49-F238E27FC236}">
                  <a16:creationId xmlns:a16="http://schemas.microsoft.com/office/drawing/2014/main" id="{AEEFA4A3-6144-BE43-5D3F-F7C849F4C417}"/>
                </a:ext>
              </a:extLst>
            </p:cNvPr>
            <p:cNvSpPr/>
            <p:nvPr/>
          </p:nvSpPr>
          <p:spPr bwMode="gray">
            <a:xfrm>
              <a:off x="496062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6" name="Forme libre : forme 5395">
              <a:extLst>
                <a:ext uri="{FF2B5EF4-FFF2-40B4-BE49-F238E27FC236}">
                  <a16:creationId xmlns:a16="http://schemas.microsoft.com/office/drawing/2014/main" id="{F78847CF-6D7C-DC2E-CEAD-30C390CD287D}"/>
                </a:ext>
              </a:extLst>
            </p:cNvPr>
            <p:cNvSpPr/>
            <p:nvPr/>
          </p:nvSpPr>
          <p:spPr bwMode="gray">
            <a:xfrm>
              <a:off x="491109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7" name="Forme libre : forme 5396">
              <a:extLst>
                <a:ext uri="{FF2B5EF4-FFF2-40B4-BE49-F238E27FC236}">
                  <a16:creationId xmlns:a16="http://schemas.microsoft.com/office/drawing/2014/main" id="{C6ED34BF-DF42-38E4-71A8-5FE118FFE0D4}"/>
                </a:ext>
              </a:extLst>
            </p:cNvPr>
            <p:cNvSpPr/>
            <p:nvPr/>
          </p:nvSpPr>
          <p:spPr bwMode="gray">
            <a:xfrm>
              <a:off x="48615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8" name="Forme libre : forme 5397">
              <a:extLst>
                <a:ext uri="{FF2B5EF4-FFF2-40B4-BE49-F238E27FC236}">
                  <a16:creationId xmlns:a16="http://schemas.microsoft.com/office/drawing/2014/main" id="{6AF50226-08AA-1D24-783F-49BDCF936940}"/>
                </a:ext>
              </a:extLst>
            </p:cNvPr>
            <p:cNvSpPr/>
            <p:nvPr/>
          </p:nvSpPr>
          <p:spPr bwMode="gray">
            <a:xfrm>
              <a:off x="481330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99" name="Forme libre : forme 5398">
              <a:extLst>
                <a:ext uri="{FF2B5EF4-FFF2-40B4-BE49-F238E27FC236}">
                  <a16:creationId xmlns:a16="http://schemas.microsoft.com/office/drawing/2014/main" id="{EB61E426-DA46-3B89-CE0D-8D6CAF0738D3}"/>
                </a:ext>
              </a:extLst>
            </p:cNvPr>
            <p:cNvSpPr/>
            <p:nvPr/>
          </p:nvSpPr>
          <p:spPr bwMode="gray">
            <a:xfrm>
              <a:off x="47637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0" name="Forme libre : forme 5399">
              <a:extLst>
                <a:ext uri="{FF2B5EF4-FFF2-40B4-BE49-F238E27FC236}">
                  <a16:creationId xmlns:a16="http://schemas.microsoft.com/office/drawing/2014/main" id="{501F0717-B225-5254-726F-592A650E793C}"/>
                </a:ext>
              </a:extLst>
            </p:cNvPr>
            <p:cNvSpPr/>
            <p:nvPr/>
          </p:nvSpPr>
          <p:spPr bwMode="gray">
            <a:xfrm>
              <a:off x="471551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1" name="Forme libre : forme 5400">
              <a:extLst>
                <a:ext uri="{FF2B5EF4-FFF2-40B4-BE49-F238E27FC236}">
                  <a16:creationId xmlns:a16="http://schemas.microsoft.com/office/drawing/2014/main" id="{99CD33AC-FED3-B4A8-21E8-AA9F5B366E1D}"/>
                </a:ext>
              </a:extLst>
            </p:cNvPr>
            <p:cNvSpPr/>
            <p:nvPr/>
          </p:nvSpPr>
          <p:spPr bwMode="gray">
            <a:xfrm>
              <a:off x="466598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2" name="Forme libre : forme 5401">
              <a:extLst>
                <a:ext uri="{FF2B5EF4-FFF2-40B4-BE49-F238E27FC236}">
                  <a16:creationId xmlns:a16="http://schemas.microsoft.com/office/drawing/2014/main" id="{BF28C935-DB68-F310-6AF0-CC2618F27880}"/>
                </a:ext>
              </a:extLst>
            </p:cNvPr>
            <p:cNvSpPr/>
            <p:nvPr/>
          </p:nvSpPr>
          <p:spPr bwMode="gray">
            <a:xfrm>
              <a:off x="461772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3" name="Forme libre : forme 5402">
              <a:extLst>
                <a:ext uri="{FF2B5EF4-FFF2-40B4-BE49-F238E27FC236}">
                  <a16:creationId xmlns:a16="http://schemas.microsoft.com/office/drawing/2014/main" id="{ED344B85-18A0-5C5F-4811-EFF709605AC1}"/>
                </a:ext>
              </a:extLst>
            </p:cNvPr>
            <p:cNvSpPr/>
            <p:nvPr/>
          </p:nvSpPr>
          <p:spPr bwMode="gray">
            <a:xfrm>
              <a:off x="456819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4" name="Forme libre : forme 5403">
              <a:extLst>
                <a:ext uri="{FF2B5EF4-FFF2-40B4-BE49-F238E27FC236}">
                  <a16:creationId xmlns:a16="http://schemas.microsoft.com/office/drawing/2014/main" id="{219EBA10-BFEC-E7EC-BC1B-C0EBE9549363}"/>
                </a:ext>
              </a:extLst>
            </p:cNvPr>
            <p:cNvSpPr/>
            <p:nvPr/>
          </p:nvSpPr>
          <p:spPr bwMode="gray">
            <a:xfrm>
              <a:off x="45186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5" name="Forme libre : forme 5404">
              <a:extLst>
                <a:ext uri="{FF2B5EF4-FFF2-40B4-BE49-F238E27FC236}">
                  <a16:creationId xmlns:a16="http://schemas.microsoft.com/office/drawing/2014/main" id="{D260332C-B808-49ED-34B3-537AD9B4E2A3}"/>
                </a:ext>
              </a:extLst>
            </p:cNvPr>
            <p:cNvSpPr/>
            <p:nvPr/>
          </p:nvSpPr>
          <p:spPr bwMode="gray">
            <a:xfrm>
              <a:off x="447040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6" name="Forme libre : forme 5405">
              <a:extLst>
                <a:ext uri="{FF2B5EF4-FFF2-40B4-BE49-F238E27FC236}">
                  <a16:creationId xmlns:a16="http://schemas.microsoft.com/office/drawing/2014/main" id="{387AF7EC-997A-58D4-5252-F921D99C8E21}"/>
                </a:ext>
              </a:extLst>
            </p:cNvPr>
            <p:cNvSpPr/>
            <p:nvPr/>
          </p:nvSpPr>
          <p:spPr bwMode="gray">
            <a:xfrm>
              <a:off x="44208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7" name="Forme libre : forme 5406">
              <a:extLst>
                <a:ext uri="{FF2B5EF4-FFF2-40B4-BE49-F238E27FC236}">
                  <a16:creationId xmlns:a16="http://schemas.microsoft.com/office/drawing/2014/main" id="{D63F2610-8215-F1D1-A5EF-A023A18A960B}"/>
                </a:ext>
              </a:extLst>
            </p:cNvPr>
            <p:cNvSpPr/>
            <p:nvPr/>
          </p:nvSpPr>
          <p:spPr bwMode="gray">
            <a:xfrm>
              <a:off x="437261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8" name="Forme libre : forme 5407">
              <a:extLst>
                <a:ext uri="{FF2B5EF4-FFF2-40B4-BE49-F238E27FC236}">
                  <a16:creationId xmlns:a16="http://schemas.microsoft.com/office/drawing/2014/main" id="{D684BE8F-783E-69E7-1319-4B7E0120674A}"/>
                </a:ext>
              </a:extLst>
            </p:cNvPr>
            <p:cNvSpPr/>
            <p:nvPr/>
          </p:nvSpPr>
          <p:spPr bwMode="gray">
            <a:xfrm>
              <a:off x="432308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09" name="Forme libre : forme 5408">
              <a:extLst>
                <a:ext uri="{FF2B5EF4-FFF2-40B4-BE49-F238E27FC236}">
                  <a16:creationId xmlns:a16="http://schemas.microsoft.com/office/drawing/2014/main" id="{85B6024E-DED7-30ED-7259-500B46EF5CA6}"/>
                </a:ext>
              </a:extLst>
            </p:cNvPr>
            <p:cNvSpPr/>
            <p:nvPr/>
          </p:nvSpPr>
          <p:spPr bwMode="gray">
            <a:xfrm>
              <a:off x="427355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0" name="Forme libre : forme 5409">
              <a:extLst>
                <a:ext uri="{FF2B5EF4-FFF2-40B4-BE49-F238E27FC236}">
                  <a16:creationId xmlns:a16="http://schemas.microsoft.com/office/drawing/2014/main" id="{AD39275D-F436-8F5D-35F3-D8D095CB3868}"/>
                </a:ext>
              </a:extLst>
            </p:cNvPr>
            <p:cNvSpPr/>
            <p:nvPr/>
          </p:nvSpPr>
          <p:spPr bwMode="gray">
            <a:xfrm>
              <a:off x="422529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1" name="Forme libre : forme 5410">
              <a:extLst>
                <a:ext uri="{FF2B5EF4-FFF2-40B4-BE49-F238E27FC236}">
                  <a16:creationId xmlns:a16="http://schemas.microsoft.com/office/drawing/2014/main" id="{71A3BF7C-BC91-27E2-E0A0-82B81E21053D}"/>
                </a:ext>
              </a:extLst>
            </p:cNvPr>
            <p:cNvSpPr/>
            <p:nvPr/>
          </p:nvSpPr>
          <p:spPr bwMode="gray">
            <a:xfrm>
              <a:off x="41757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2" name="Forme libre : forme 5411">
              <a:extLst>
                <a:ext uri="{FF2B5EF4-FFF2-40B4-BE49-F238E27FC236}">
                  <a16:creationId xmlns:a16="http://schemas.microsoft.com/office/drawing/2014/main" id="{AF741DE4-EFCB-867A-9EB5-0A1237364885}"/>
                </a:ext>
              </a:extLst>
            </p:cNvPr>
            <p:cNvSpPr/>
            <p:nvPr/>
          </p:nvSpPr>
          <p:spPr bwMode="gray">
            <a:xfrm>
              <a:off x="412750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3" name="Forme libre : forme 5412">
              <a:extLst>
                <a:ext uri="{FF2B5EF4-FFF2-40B4-BE49-F238E27FC236}">
                  <a16:creationId xmlns:a16="http://schemas.microsoft.com/office/drawing/2014/main" id="{3EA6851D-DC5C-0467-B4E4-8689124A758A}"/>
                </a:ext>
              </a:extLst>
            </p:cNvPr>
            <p:cNvSpPr/>
            <p:nvPr/>
          </p:nvSpPr>
          <p:spPr bwMode="gray">
            <a:xfrm>
              <a:off x="40779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4" name="Forme libre : forme 5413">
              <a:extLst>
                <a:ext uri="{FF2B5EF4-FFF2-40B4-BE49-F238E27FC236}">
                  <a16:creationId xmlns:a16="http://schemas.microsoft.com/office/drawing/2014/main" id="{11452ECD-F265-769D-A3D1-77AA70B60410}"/>
                </a:ext>
              </a:extLst>
            </p:cNvPr>
            <p:cNvSpPr/>
            <p:nvPr/>
          </p:nvSpPr>
          <p:spPr bwMode="gray">
            <a:xfrm>
              <a:off x="402844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5" name="Forme libre : forme 5414">
              <a:extLst>
                <a:ext uri="{FF2B5EF4-FFF2-40B4-BE49-F238E27FC236}">
                  <a16:creationId xmlns:a16="http://schemas.microsoft.com/office/drawing/2014/main" id="{633E06D8-39EF-1116-714C-42C10230A736}"/>
                </a:ext>
              </a:extLst>
            </p:cNvPr>
            <p:cNvSpPr/>
            <p:nvPr/>
          </p:nvSpPr>
          <p:spPr bwMode="gray">
            <a:xfrm>
              <a:off x="398018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6" name="Forme libre : forme 5415">
              <a:extLst>
                <a:ext uri="{FF2B5EF4-FFF2-40B4-BE49-F238E27FC236}">
                  <a16:creationId xmlns:a16="http://schemas.microsoft.com/office/drawing/2014/main" id="{0B2260F8-B313-42D8-28E6-7E8B774AF541}"/>
                </a:ext>
              </a:extLst>
            </p:cNvPr>
            <p:cNvSpPr/>
            <p:nvPr/>
          </p:nvSpPr>
          <p:spPr bwMode="gray">
            <a:xfrm>
              <a:off x="393065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7" name="Forme libre : forme 5416">
              <a:extLst>
                <a:ext uri="{FF2B5EF4-FFF2-40B4-BE49-F238E27FC236}">
                  <a16:creationId xmlns:a16="http://schemas.microsoft.com/office/drawing/2014/main" id="{6307FDEE-491E-DA3D-3A5D-61EDCD47964B}"/>
                </a:ext>
              </a:extLst>
            </p:cNvPr>
            <p:cNvSpPr/>
            <p:nvPr/>
          </p:nvSpPr>
          <p:spPr bwMode="gray">
            <a:xfrm>
              <a:off x="388239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8" name="Forme libre : forme 5417">
              <a:extLst>
                <a:ext uri="{FF2B5EF4-FFF2-40B4-BE49-F238E27FC236}">
                  <a16:creationId xmlns:a16="http://schemas.microsoft.com/office/drawing/2014/main" id="{B081708A-5A77-48E7-6AFE-CC2F6C2DF81A}"/>
                </a:ext>
              </a:extLst>
            </p:cNvPr>
            <p:cNvSpPr/>
            <p:nvPr/>
          </p:nvSpPr>
          <p:spPr bwMode="gray">
            <a:xfrm>
              <a:off x="38328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19" name="Forme libre : forme 5418">
              <a:extLst>
                <a:ext uri="{FF2B5EF4-FFF2-40B4-BE49-F238E27FC236}">
                  <a16:creationId xmlns:a16="http://schemas.microsoft.com/office/drawing/2014/main" id="{1DA426A5-33F5-19A9-FFA2-40FF3CFE95FE}"/>
                </a:ext>
              </a:extLst>
            </p:cNvPr>
            <p:cNvSpPr/>
            <p:nvPr/>
          </p:nvSpPr>
          <p:spPr bwMode="gray">
            <a:xfrm>
              <a:off x="378333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0" name="Forme libre : forme 5419">
              <a:extLst>
                <a:ext uri="{FF2B5EF4-FFF2-40B4-BE49-F238E27FC236}">
                  <a16:creationId xmlns:a16="http://schemas.microsoft.com/office/drawing/2014/main" id="{0E0AC476-EC14-947B-1818-B80C9BE1C3A9}"/>
                </a:ext>
              </a:extLst>
            </p:cNvPr>
            <p:cNvSpPr/>
            <p:nvPr/>
          </p:nvSpPr>
          <p:spPr bwMode="gray">
            <a:xfrm>
              <a:off x="37350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1" name="Forme libre : forme 5420">
              <a:extLst>
                <a:ext uri="{FF2B5EF4-FFF2-40B4-BE49-F238E27FC236}">
                  <a16:creationId xmlns:a16="http://schemas.microsoft.com/office/drawing/2014/main" id="{2CD2BB1F-F514-6D9B-C5D4-164E7869B1C6}"/>
                </a:ext>
              </a:extLst>
            </p:cNvPr>
            <p:cNvSpPr/>
            <p:nvPr/>
          </p:nvSpPr>
          <p:spPr bwMode="gray">
            <a:xfrm>
              <a:off x="368554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2" name="Forme libre : forme 5421">
              <a:extLst>
                <a:ext uri="{FF2B5EF4-FFF2-40B4-BE49-F238E27FC236}">
                  <a16:creationId xmlns:a16="http://schemas.microsoft.com/office/drawing/2014/main" id="{00882D07-F540-825A-4108-6878D245F0B0}"/>
                </a:ext>
              </a:extLst>
            </p:cNvPr>
            <p:cNvSpPr/>
            <p:nvPr/>
          </p:nvSpPr>
          <p:spPr bwMode="gray">
            <a:xfrm>
              <a:off x="363728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3" name="Forme libre : forme 5422">
              <a:extLst>
                <a:ext uri="{FF2B5EF4-FFF2-40B4-BE49-F238E27FC236}">
                  <a16:creationId xmlns:a16="http://schemas.microsoft.com/office/drawing/2014/main" id="{4E5607D6-6AA9-5A8E-FD3D-7313D0776F93}"/>
                </a:ext>
              </a:extLst>
            </p:cNvPr>
            <p:cNvSpPr/>
            <p:nvPr/>
          </p:nvSpPr>
          <p:spPr bwMode="gray">
            <a:xfrm>
              <a:off x="358775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4" name="Forme libre : forme 5423">
              <a:extLst>
                <a:ext uri="{FF2B5EF4-FFF2-40B4-BE49-F238E27FC236}">
                  <a16:creationId xmlns:a16="http://schemas.microsoft.com/office/drawing/2014/main" id="{D585AD78-0AB5-D915-BDFF-264246B60950}"/>
                </a:ext>
              </a:extLst>
            </p:cNvPr>
            <p:cNvSpPr/>
            <p:nvPr/>
          </p:nvSpPr>
          <p:spPr bwMode="gray">
            <a:xfrm>
              <a:off x="353822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5" name="Forme libre : forme 5424">
              <a:extLst>
                <a:ext uri="{FF2B5EF4-FFF2-40B4-BE49-F238E27FC236}">
                  <a16:creationId xmlns:a16="http://schemas.microsoft.com/office/drawing/2014/main" id="{3E18B371-8CCB-49F9-2103-13DDAC527B76}"/>
                </a:ext>
              </a:extLst>
            </p:cNvPr>
            <p:cNvSpPr/>
            <p:nvPr/>
          </p:nvSpPr>
          <p:spPr bwMode="gray">
            <a:xfrm>
              <a:off x="348996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6" name="Forme libre : forme 5425">
              <a:extLst>
                <a:ext uri="{FF2B5EF4-FFF2-40B4-BE49-F238E27FC236}">
                  <a16:creationId xmlns:a16="http://schemas.microsoft.com/office/drawing/2014/main" id="{47A01E2F-B0BE-3B39-FB8A-315CDF607566}"/>
                </a:ext>
              </a:extLst>
            </p:cNvPr>
            <p:cNvSpPr/>
            <p:nvPr/>
          </p:nvSpPr>
          <p:spPr bwMode="gray">
            <a:xfrm>
              <a:off x="344043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7" name="Forme libre : forme 5426">
              <a:extLst>
                <a:ext uri="{FF2B5EF4-FFF2-40B4-BE49-F238E27FC236}">
                  <a16:creationId xmlns:a16="http://schemas.microsoft.com/office/drawing/2014/main" id="{60B675AC-4216-4B6A-261A-6F5B4483022E}"/>
                </a:ext>
              </a:extLst>
            </p:cNvPr>
            <p:cNvSpPr/>
            <p:nvPr/>
          </p:nvSpPr>
          <p:spPr bwMode="gray">
            <a:xfrm>
              <a:off x="33921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8" name="Forme libre : forme 5427">
              <a:extLst>
                <a:ext uri="{FF2B5EF4-FFF2-40B4-BE49-F238E27FC236}">
                  <a16:creationId xmlns:a16="http://schemas.microsoft.com/office/drawing/2014/main" id="{D92BCCFF-7D9B-B223-37A3-7E94685EE9BD}"/>
                </a:ext>
              </a:extLst>
            </p:cNvPr>
            <p:cNvSpPr/>
            <p:nvPr/>
          </p:nvSpPr>
          <p:spPr bwMode="gray">
            <a:xfrm>
              <a:off x="177419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29" name="Forme libre : forme 5428">
              <a:extLst>
                <a:ext uri="{FF2B5EF4-FFF2-40B4-BE49-F238E27FC236}">
                  <a16:creationId xmlns:a16="http://schemas.microsoft.com/office/drawing/2014/main" id="{0F779C5E-F65A-1901-0C07-7F6D4A6BDB83}"/>
                </a:ext>
              </a:extLst>
            </p:cNvPr>
            <p:cNvSpPr/>
            <p:nvPr/>
          </p:nvSpPr>
          <p:spPr bwMode="gray">
            <a:xfrm>
              <a:off x="172593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0" name="Forme libre : forme 5429">
              <a:extLst>
                <a:ext uri="{FF2B5EF4-FFF2-40B4-BE49-F238E27FC236}">
                  <a16:creationId xmlns:a16="http://schemas.microsoft.com/office/drawing/2014/main" id="{52AE9D5D-B67E-5AF9-4A44-D34C1B955312}"/>
                </a:ext>
              </a:extLst>
            </p:cNvPr>
            <p:cNvSpPr/>
            <p:nvPr/>
          </p:nvSpPr>
          <p:spPr bwMode="gray">
            <a:xfrm>
              <a:off x="167640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1" name="Forme libre : forme 5430">
              <a:extLst>
                <a:ext uri="{FF2B5EF4-FFF2-40B4-BE49-F238E27FC236}">
                  <a16:creationId xmlns:a16="http://schemas.microsoft.com/office/drawing/2014/main" id="{ED093C77-ECB2-15B7-6786-4DBB4E73DFC7}"/>
                </a:ext>
              </a:extLst>
            </p:cNvPr>
            <p:cNvSpPr/>
            <p:nvPr/>
          </p:nvSpPr>
          <p:spPr bwMode="gray">
            <a:xfrm>
              <a:off x="1626870" y="3757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2" name="Forme libre : forme 5431">
              <a:extLst>
                <a:ext uri="{FF2B5EF4-FFF2-40B4-BE49-F238E27FC236}">
                  <a16:creationId xmlns:a16="http://schemas.microsoft.com/office/drawing/2014/main" id="{8DEBC40A-8322-71DD-B8A5-E0CFB5589276}"/>
                </a:ext>
              </a:extLst>
            </p:cNvPr>
            <p:cNvSpPr/>
            <p:nvPr/>
          </p:nvSpPr>
          <p:spPr bwMode="gray">
            <a:xfrm>
              <a:off x="6774180" y="3708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3" name="Forme libre : forme 5432">
              <a:extLst>
                <a:ext uri="{FF2B5EF4-FFF2-40B4-BE49-F238E27FC236}">
                  <a16:creationId xmlns:a16="http://schemas.microsoft.com/office/drawing/2014/main" id="{32DED198-710D-BE4B-A841-89A833014959}"/>
                </a:ext>
              </a:extLst>
            </p:cNvPr>
            <p:cNvSpPr/>
            <p:nvPr/>
          </p:nvSpPr>
          <p:spPr bwMode="gray">
            <a:xfrm>
              <a:off x="6479540" y="3708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4" name="Forme libre : forme 5433">
              <a:extLst>
                <a:ext uri="{FF2B5EF4-FFF2-40B4-BE49-F238E27FC236}">
                  <a16:creationId xmlns:a16="http://schemas.microsoft.com/office/drawing/2014/main" id="{CEB10C5F-81B7-A2B9-0DC1-FF47732A01E1}"/>
                </a:ext>
              </a:extLst>
            </p:cNvPr>
            <p:cNvSpPr/>
            <p:nvPr/>
          </p:nvSpPr>
          <p:spPr bwMode="gray">
            <a:xfrm>
              <a:off x="643001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5" name="Forme libre : forme 5434">
              <a:extLst>
                <a:ext uri="{FF2B5EF4-FFF2-40B4-BE49-F238E27FC236}">
                  <a16:creationId xmlns:a16="http://schemas.microsoft.com/office/drawing/2014/main" id="{3CC4F0E6-9693-7F90-BBA6-7D80752B04B6}"/>
                </a:ext>
              </a:extLst>
            </p:cNvPr>
            <p:cNvSpPr/>
            <p:nvPr/>
          </p:nvSpPr>
          <p:spPr bwMode="gray">
            <a:xfrm>
              <a:off x="638175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6" name="Forme libre : forme 5435">
              <a:extLst>
                <a:ext uri="{FF2B5EF4-FFF2-40B4-BE49-F238E27FC236}">
                  <a16:creationId xmlns:a16="http://schemas.microsoft.com/office/drawing/2014/main" id="{63D9D22B-A442-7DE9-206A-C10AA31E4209}"/>
                </a:ext>
              </a:extLst>
            </p:cNvPr>
            <p:cNvSpPr/>
            <p:nvPr/>
          </p:nvSpPr>
          <p:spPr bwMode="gray">
            <a:xfrm>
              <a:off x="633222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7" name="Forme libre : forme 5436">
              <a:extLst>
                <a:ext uri="{FF2B5EF4-FFF2-40B4-BE49-F238E27FC236}">
                  <a16:creationId xmlns:a16="http://schemas.microsoft.com/office/drawing/2014/main" id="{0BDADED9-7453-D765-CF72-2DF809E1E51C}"/>
                </a:ext>
              </a:extLst>
            </p:cNvPr>
            <p:cNvSpPr/>
            <p:nvPr/>
          </p:nvSpPr>
          <p:spPr bwMode="gray">
            <a:xfrm>
              <a:off x="628396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8" name="Forme libre : forme 5437">
              <a:extLst>
                <a:ext uri="{FF2B5EF4-FFF2-40B4-BE49-F238E27FC236}">
                  <a16:creationId xmlns:a16="http://schemas.microsoft.com/office/drawing/2014/main" id="{032344B2-35A4-76C7-2D8A-93D029605AD6}"/>
                </a:ext>
              </a:extLst>
            </p:cNvPr>
            <p:cNvSpPr/>
            <p:nvPr/>
          </p:nvSpPr>
          <p:spPr bwMode="gray">
            <a:xfrm>
              <a:off x="623443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39" name="Forme libre : forme 5438">
              <a:extLst>
                <a:ext uri="{FF2B5EF4-FFF2-40B4-BE49-F238E27FC236}">
                  <a16:creationId xmlns:a16="http://schemas.microsoft.com/office/drawing/2014/main" id="{0EFA2384-3E3F-6878-7808-1BDD5F02D906}"/>
                </a:ext>
              </a:extLst>
            </p:cNvPr>
            <p:cNvSpPr/>
            <p:nvPr/>
          </p:nvSpPr>
          <p:spPr bwMode="gray">
            <a:xfrm>
              <a:off x="618490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0" name="Forme libre : forme 5439">
              <a:extLst>
                <a:ext uri="{FF2B5EF4-FFF2-40B4-BE49-F238E27FC236}">
                  <a16:creationId xmlns:a16="http://schemas.microsoft.com/office/drawing/2014/main" id="{47E279EC-1ED6-D9C1-D0BB-52EE077E17B6}"/>
                </a:ext>
              </a:extLst>
            </p:cNvPr>
            <p:cNvSpPr/>
            <p:nvPr/>
          </p:nvSpPr>
          <p:spPr bwMode="gray">
            <a:xfrm>
              <a:off x="613664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1" name="Forme libre : forme 5440">
              <a:extLst>
                <a:ext uri="{FF2B5EF4-FFF2-40B4-BE49-F238E27FC236}">
                  <a16:creationId xmlns:a16="http://schemas.microsoft.com/office/drawing/2014/main" id="{F17EA256-AA13-D434-2F8B-DEFB42FD4B10}"/>
                </a:ext>
              </a:extLst>
            </p:cNvPr>
            <p:cNvSpPr/>
            <p:nvPr/>
          </p:nvSpPr>
          <p:spPr bwMode="gray">
            <a:xfrm>
              <a:off x="579374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2" name="Forme libre : forme 5441">
              <a:extLst>
                <a:ext uri="{FF2B5EF4-FFF2-40B4-BE49-F238E27FC236}">
                  <a16:creationId xmlns:a16="http://schemas.microsoft.com/office/drawing/2014/main" id="{CBFEABAF-B9D5-9C99-968F-1944C7727CD7}"/>
                </a:ext>
              </a:extLst>
            </p:cNvPr>
            <p:cNvSpPr/>
            <p:nvPr/>
          </p:nvSpPr>
          <p:spPr bwMode="gray">
            <a:xfrm>
              <a:off x="574421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3" name="Forme libre : forme 5442">
              <a:extLst>
                <a:ext uri="{FF2B5EF4-FFF2-40B4-BE49-F238E27FC236}">
                  <a16:creationId xmlns:a16="http://schemas.microsoft.com/office/drawing/2014/main" id="{E5B2D25C-C4B3-62E9-ADE1-3B3F852F35FE}"/>
                </a:ext>
              </a:extLst>
            </p:cNvPr>
            <p:cNvSpPr/>
            <p:nvPr/>
          </p:nvSpPr>
          <p:spPr bwMode="gray">
            <a:xfrm>
              <a:off x="569595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4" name="Forme libre : forme 5443">
              <a:extLst>
                <a:ext uri="{FF2B5EF4-FFF2-40B4-BE49-F238E27FC236}">
                  <a16:creationId xmlns:a16="http://schemas.microsoft.com/office/drawing/2014/main" id="{B4F27AF0-5145-8EC3-04FC-81D2BE747A03}"/>
                </a:ext>
              </a:extLst>
            </p:cNvPr>
            <p:cNvSpPr/>
            <p:nvPr/>
          </p:nvSpPr>
          <p:spPr bwMode="gray">
            <a:xfrm>
              <a:off x="564642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5" name="Forme libre : forme 5444">
              <a:extLst>
                <a:ext uri="{FF2B5EF4-FFF2-40B4-BE49-F238E27FC236}">
                  <a16:creationId xmlns:a16="http://schemas.microsoft.com/office/drawing/2014/main" id="{871BC0F9-D42C-65D5-C38C-57C331C60DA9}"/>
                </a:ext>
              </a:extLst>
            </p:cNvPr>
            <p:cNvSpPr/>
            <p:nvPr/>
          </p:nvSpPr>
          <p:spPr bwMode="gray">
            <a:xfrm>
              <a:off x="505841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6" name="Forme libre : forme 5445">
              <a:extLst>
                <a:ext uri="{FF2B5EF4-FFF2-40B4-BE49-F238E27FC236}">
                  <a16:creationId xmlns:a16="http://schemas.microsoft.com/office/drawing/2014/main" id="{1C80A3E5-32E1-4CE2-6DC9-6D215BF23172}"/>
                </a:ext>
              </a:extLst>
            </p:cNvPr>
            <p:cNvSpPr/>
            <p:nvPr/>
          </p:nvSpPr>
          <p:spPr bwMode="gray">
            <a:xfrm>
              <a:off x="500888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7" name="Forme libre : forme 5446">
              <a:extLst>
                <a:ext uri="{FF2B5EF4-FFF2-40B4-BE49-F238E27FC236}">
                  <a16:creationId xmlns:a16="http://schemas.microsoft.com/office/drawing/2014/main" id="{8BA05490-E351-A9B5-6EEA-158A29570052}"/>
                </a:ext>
              </a:extLst>
            </p:cNvPr>
            <p:cNvSpPr/>
            <p:nvPr/>
          </p:nvSpPr>
          <p:spPr bwMode="gray">
            <a:xfrm>
              <a:off x="496062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8" name="Forme libre : forme 5447">
              <a:extLst>
                <a:ext uri="{FF2B5EF4-FFF2-40B4-BE49-F238E27FC236}">
                  <a16:creationId xmlns:a16="http://schemas.microsoft.com/office/drawing/2014/main" id="{F16BEBBD-A8E1-C57D-BB29-325D09C6427E}"/>
                </a:ext>
              </a:extLst>
            </p:cNvPr>
            <p:cNvSpPr/>
            <p:nvPr/>
          </p:nvSpPr>
          <p:spPr bwMode="gray">
            <a:xfrm>
              <a:off x="491109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49" name="Forme libre : forme 5448">
              <a:extLst>
                <a:ext uri="{FF2B5EF4-FFF2-40B4-BE49-F238E27FC236}">
                  <a16:creationId xmlns:a16="http://schemas.microsoft.com/office/drawing/2014/main" id="{11575C15-F1B6-7308-2FB1-C78EBEBBBEA8}"/>
                </a:ext>
              </a:extLst>
            </p:cNvPr>
            <p:cNvSpPr/>
            <p:nvPr/>
          </p:nvSpPr>
          <p:spPr bwMode="gray">
            <a:xfrm>
              <a:off x="47637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0" name="Forme libre : forme 5449">
              <a:extLst>
                <a:ext uri="{FF2B5EF4-FFF2-40B4-BE49-F238E27FC236}">
                  <a16:creationId xmlns:a16="http://schemas.microsoft.com/office/drawing/2014/main" id="{5E52FD70-5376-C6D0-ADA4-36A95BF599AC}"/>
                </a:ext>
              </a:extLst>
            </p:cNvPr>
            <p:cNvSpPr/>
            <p:nvPr/>
          </p:nvSpPr>
          <p:spPr bwMode="gray">
            <a:xfrm>
              <a:off x="471551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1" name="Forme libre : forme 5450">
              <a:extLst>
                <a:ext uri="{FF2B5EF4-FFF2-40B4-BE49-F238E27FC236}">
                  <a16:creationId xmlns:a16="http://schemas.microsoft.com/office/drawing/2014/main" id="{E7DA49D1-FFCB-48E7-0748-4A382B1EFE4C}"/>
                </a:ext>
              </a:extLst>
            </p:cNvPr>
            <p:cNvSpPr/>
            <p:nvPr/>
          </p:nvSpPr>
          <p:spPr bwMode="gray">
            <a:xfrm>
              <a:off x="466598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2" name="Forme libre : forme 5451">
              <a:extLst>
                <a:ext uri="{FF2B5EF4-FFF2-40B4-BE49-F238E27FC236}">
                  <a16:creationId xmlns:a16="http://schemas.microsoft.com/office/drawing/2014/main" id="{3B6A13BF-E096-9DA4-B8AF-B658551D18AB}"/>
                </a:ext>
              </a:extLst>
            </p:cNvPr>
            <p:cNvSpPr/>
            <p:nvPr/>
          </p:nvSpPr>
          <p:spPr bwMode="gray">
            <a:xfrm>
              <a:off x="461772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3" name="Forme libre : forme 5452">
              <a:extLst>
                <a:ext uri="{FF2B5EF4-FFF2-40B4-BE49-F238E27FC236}">
                  <a16:creationId xmlns:a16="http://schemas.microsoft.com/office/drawing/2014/main" id="{20F2DE18-3FD9-2CC6-FD7E-A47B6A15F6FC}"/>
                </a:ext>
              </a:extLst>
            </p:cNvPr>
            <p:cNvSpPr/>
            <p:nvPr/>
          </p:nvSpPr>
          <p:spPr bwMode="gray">
            <a:xfrm>
              <a:off x="456819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4" name="Forme libre : forme 5453">
              <a:extLst>
                <a:ext uri="{FF2B5EF4-FFF2-40B4-BE49-F238E27FC236}">
                  <a16:creationId xmlns:a16="http://schemas.microsoft.com/office/drawing/2014/main" id="{A8492FA5-7DC3-90E2-4A69-BFC20945633B}"/>
                </a:ext>
              </a:extLst>
            </p:cNvPr>
            <p:cNvSpPr/>
            <p:nvPr/>
          </p:nvSpPr>
          <p:spPr bwMode="gray">
            <a:xfrm>
              <a:off x="451866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5" name="Forme libre : forme 5454">
              <a:extLst>
                <a:ext uri="{FF2B5EF4-FFF2-40B4-BE49-F238E27FC236}">
                  <a16:creationId xmlns:a16="http://schemas.microsoft.com/office/drawing/2014/main" id="{6EDFE957-8CA2-9C3F-4CB4-6F6D9DD217C0}"/>
                </a:ext>
              </a:extLst>
            </p:cNvPr>
            <p:cNvSpPr/>
            <p:nvPr/>
          </p:nvSpPr>
          <p:spPr bwMode="gray">
            <a:xfrm>
              <a:off x="447040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6" name="Forme libre : forme 5455">
              <a:extLst>
                <a:ext uri="{FF2B5EF4-FFF2-40B4-BE49-F238E27FC236}">
                  <a16:creationId xmlns:a16="http://schemas.microsoft.com/office/drawing/2014/main" id="{CC9A67C2-67B3-9A59-989A-97F015EB13BB}"/>
                </a:ext>
              </a:extLst>
            </p:cNvPr>
            <p:cNvSpPr/>
            <p:nvPr/>
          </p:nvSpPr>
          <p:spPr bwMode="gray">
            <a:xfrm>
              <a:off x="44208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7" name="Forme libre : forme 5456">
              <a:extLst>
                <a:ext uri="{FF2B5EF4-FFF2-40B4-BE49-F238E27FC236}">
                  <a16:creationId xmlns:a16="http://schemas.microsoft.com/office/drawing/2014/main" id="{2041A489-FAAD-69ED-3A8F-48936073929A}"/>
                </a:ext>
              </a:extLst>
            </p:cNvPr>
            <p:cNvSpPr/>
            <p:nvPr/>
          </p:nvSpPr>
          <p:spPr bwMode="gray">
            <a:xfrm>
              <a:off x="437261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8" name="Forme libre : forme 5457">
              <a:extLst>
                <a:ext uri="{FF2B5EF4-FFF2-40B4-BE49-F238E27FC236}">
                  <a16:creationId xmlns:a16="http://schemas.microsoft.com/office/drawing/2014/main" id="{DBB29468-0D52-6261-784D-4125A73EB818}"/>
                </a:ext>
              </a:extLst>
            </p:cNvPr>
            <p:cNvSpPr/>
            <p:nvPr/>
          </p:nvSpPr>
          <p:spPr bwMode="gray">
            <a:xfrm>
              <a:off x="432308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59" name="Forme libre : forme 5458">
              <a:extLst>
                <a:ext uri="{FF2B5EF4-FFF2-40B4-BE49-F238E27FC236}">
                  <a16:creationId xmlns:a16="http://schemas.microsoft.com/office/drawing/2014/main" id="{9F6591C7-E0E7-5773-8D27-59246D6972CA}"/>
                </a:ext>
              </a:extLst>
            </p:cNvPr>
            <p:cNvSpPr/>
            <p:nvPr/>
          </p:nvSpPr>
          <p:spPr bwMode="gray">
            <a:xfrm>
              <a:off x="427355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0" name="Forme libre : forme 5459">
              <a:extLst>
                <a:ext uri="{FF2B5EF4-FFF2-40B4-BE49-F238E27FC236}">
                  <a16:creationId xmlns:a16="http://schemas.microsoft.com/office/drawing/2014/main" id="{5DFD7890-C1B6-1704-006C-E628FC5378BD}"/>
                </a:ext>
              </a:extLst>
            </p:cNvPr>
            <p:cNvSpPr/>
            <p:nvPr/>
          </p:nvSpPr>
          <p:spPr bwMode="gray">
            <a:xfrm>
              <a:off x="422529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1" name="Forme libre : forme 5460">
              <a:extLst>
                <a:ext uri="{FF2B5EF4-FFF2-40B4-BE49-F238E27FC236}">
                  <a16:creationId xmlns:a16="http://schemas.microsoft.com/office/drawing/2014/main" id="{712C057C-1B10-D5B3-8D2A-3BB7310B32DA}"/>
                </a:ext>
              </a:extLst>
            </p:cNvPr>
            <p:cNvSpPr/>
            <p:nvPr/>
          </p:nvSpPr>
          <p:spPr bwMode="gray">
            <a:xfrm>
              <a:off x="417576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2" name="Forme libre : forme 5461">
              <a:extLst>
                <a:ext uri="{FF2B5EF4-FFF2-40B4-BE49-F238E27FC236}">
                  <a16:creationId xmlns:a16="http://schemas.microsoft.com/office/drawing/2014/main" id="{9985B8A3-DE56-8A4A-61BC-245F5A70C7E1}"/>
                </a:ext>
              </a:extLst>
            </p:cNvPr>
            <p:cNvSpPr/>
            <p:nvPr/>
          </p:nvSpPr>
          <p:spPr bwMode="gray">
            <a:xfrm>
              <a:off x="412750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3" name="Forme libre : forme 5462">
              <a:extLst>
                <a:ext uri="{FF2B5EF4-FFF2-40B4-BE49-F238E27FC236}">
                  <a16:creationId xmlns:a16="http://schemas.microsoft.com/office/drawing/2014/main" id="{0F4CA784-58B4-D1A0-B721-B2AEF1EABAA0}"/>
                </a:ext>
              </a:extLst>
            </p:cNvPr>
            <p:cNvSpPr/>
            <p:nvPr/>
          </p:nvSpPr>
          <p:spPr bwMode="gray">
            <a:xfrm>
              <a:off x="40779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4" name="Forme libre : forme 5463">
              <a:extLst>
                <a:ext uri="{FF2B5EF4-FFF2-40B4-BE49-F238E27FC236}">
                  <a16:creationId xmlns:a16="http://schemas.microsoft.com/office/drawing/2014/main" id="{E56BB675-B7D8-4393-6E24-6DEA1C106101}"/>
                </a:ext>
              </a:extLst>
            </p:cNvPr>
            <p:cNvSpPr/>
            <p:nvPr/>
          </p:nvSpPr>
          <p:spPr bwMode="gray">
            <a:xfrm>
              <a:off x="402844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5" name="Forme libre : forme 5464">
              <a:extLst>
                <a:ext uri="{FF2B5EF4-FFF2-40B4-BE49-F238E27FC236}">
                  <a16:creationId xmlns:a16="http://schemas.microsoft.com/office/drawing/2014/main" id="{8FD6ED3B-64D2-E94A-FB81-35A1F5077531}"/>
                </a:ext>
              </a:extLst>
            </p:cNvPr>
            <p:cNvSpPr/>
            <p:nvPr/>
          </p:nvSpPr>
          <p:spPr bwMode="gray">
            <a:xfrm>
              <a:off x="398018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6" name="Forme libre : forme 5465">
              <a:extLst>
                <a:ext uri="{FF2B5EF4-FFF2-40B4-BE49-F238E27FC236}">
                  <a16:creationId xmlns:a16="http://schemas.microsoft.com/office/drawing/2014/main" id="{8C55BFA2-5476-6CDC-A6DA-84919697F31A}"/>
                </a:ext>
              </a:extLst>
            </p:cNvPr>
            <p:cNvSpPr/>
            <p:nvPr/>
          </p:nvSpPr>
          <p:spPr bwMode="gray">
            <a:xfrm>
              <a:off x="393065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7" name="Forme libre : forme 5466">
              <a:extLst>
                <a:ext uri="{FF2B5EF4-FFF2-40B4-BE49-F238E27FC236}">
                  <a16:creationId xmlns:a16="http://schemas.microsoft.com/office/drawing/2014/main" id="{9B518DDF-D31C-AA3B-3AC9-3291329B34CB}"/>
                </a:ext>
              </a:extLst>
            </p:cNvPr>
            <p:cNvSpPr/>
            <p:nvPr/>
          </p:nvSpPr>
          <p:spPr bwMode="gray">
            <a:xfrm>
              <a:off x="388239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8" name="Forme libre : forme 5467">
              <a:extLst>
                <a:ext uri="{FF2B5EF4-FFF2-40B4-BE49-F238E27FC236}">
                  <a16:creationId xmlns:a16="http://schemas.microsoft.com/office/drawing/2014/main" id="{AD12D8DE-610B-A0CB-6F80-5C6D755F8A17}"/>
                </a:ext>
              </a:extLst>
            </p:cNvPr>
            <p:cNvSpPr/>
            <p:nvPr/>
          </p:nvSpPr>
          <p:spPr bwMode="gray">
            <a:xfrm>
              <a:off x="383286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69" name="Forme libre : forme 5468">
              <a:extLst>
                <a:ext uri="{FF2B5EF4-FFF2-40B4-BE49-F238E27FC236}">
                  <a16:creationId xmlns:a16="http://schemas.microsoft.com/office/drawing/2014/main" id="{2AB6133D-96D1-CCD7-99C9-FBFC942542CA}"/>
                </a:ext>
              </a:extLst>
            </p:cNvPr>
            <p:cNvSpPr/>
            <p:nvPr/>
          </p:nvSpPr>
          <p:spPr bwMode="gray">
            <a:xfrm>
              <a:off x="378333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0" name="Forme libre : forme 5469">
              <a:extLst>
                <a:ext uri="{FF2B5EF4-FFF2-40B4-BE49-F238E27FC236}">
                  <a16:creationId xmlns:a16="http://schemas.microsoft.com/office/drawing/2014/main" id="{E8359803-678D-8BEB-8D02-10508D39A5B4}"/>
                </a:ext>
              </a:extLst>
            </p:cNvPr>
            <p:cNvSpPr/>
            <p:nvPr/>
          </p:nvSpPr>
          <p:spPr bwMode="gray">
            <a:xfrm>
              <a:off x="37350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1" name="Forme libre : forme 5470">
              <a:extLst>
                <a:ext uri="{FF2B5EF4-FFF2-40B4-BE49-F238E27FC236}">
                  <a16:creationId xmlns:a16="http://schemas.microsoft.com/office/drawing/2014/main" id="{E19BA203-7D23-F606-97A4-23B0AF6EAE7F}"/>
                </a:ext>
              </a:extLst>
            </p:cNvPr>
            <p:cNvSpPr/>
            <p:nvPr/>
          </p:nvSpPr>
          <p:spPr bwMode="gray">
            <a:xfrm>
              <a:off x="368554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2" name="Forme libre : forme 5471">
              <a:extLst>
                <a:ext uri="{FF2B5EF4-FFF2-40B4-BE49-F238E27FC236}">
                  <a16:creationId xmlns:a16="http://schemas.microsoft.com/office/drawing/2014/main" id="{C896E1E1-F077-5EE5-9D20-18099F1BBBEC}"/>
                </a:ext>
              </a:extLst>
            </p:cNvPr>
            <p:cNvSpPr/>
            <p:nvPr/>
          </p:nvSpPr>
          <p:spPr bwMode="gray">
            <a:xfrm>
              <a:off x="363728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3" name="Forme libre : forme 5472">
              <a:extLst>
                <a:ext uri="{FF2B5EF4-FFF2-40B4-BE49-F238E27FC236}">
                  <a16:creationId xmlns:a16="http://schemas.microsoft.com/office/drawing/2014/main" id="{EBA7B1A9-494E-CC50-1553-92E53CB8F9BF}"/>
                </a:ext>
              </a:extLst>
            </p:cNvPr>
            <p:cNvSpPr/>
            <p:nvPr/>
          </p:nvSpPr>
          <p:spPr bwMode="gray">
            <a:xfrm>
              <a:off x="358775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4" name="Forme libre : forme 5473">
              <a:extLst>
                <a:ext uri="{FF2B5EF4-FFF2-40B4-BE49-F238E27FC236}">
                  <a16:creationId xmlns:a16="http://schemas.microsoft.com/office/drawing/2014/main" id="{60A5E1DD-BA71-FE2D-DBA6-72F33ACF9A7B}"/>
                </a:ext>
              </a:extLst>
            </p:cNvPr>
            <p:cNvSpPr/>
            <p:nvPr/>
          </p:nvSpPr>
          <p:spPr bwMode="gray">
            <a:xfrm>
              <a:off x="353822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5" name="Forme libre : forme 5474">
              <a:extLst>
                <a:ext uri="{FF2B5EF4-FFF2-40B4-BE49-F238E27FC236}">
                  <a16:creationId xmlns:a16="http://schemas.microsoft.com/office/drawing/2014/main" id="{D6D79827-F13D-EF6B-7E13-05BAFE6F4E92}"/>
                </a:ext>
              </a:extLst>
            </p:cNvPr>
            <p:cNvSpPr/>
            <p:nvPr/>
          </p:nvSpPr>
          <p:spPr bwMode="gray">
            <a:xfrm>
              <a:off x="348996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6" name="Forme libre : forme 5475">
              <a:extLst>
                <a:ext uri="{FF2B5EF4-FFF2-40B4-BE49-F238E27FC236}">
                  <a16:creationId xmlns:a16="http://schemas.microsoft.com/office/drawing/2014/main" id="{60F81CBD-F06A-4BC9-8ABB-72F24639193A}"/>
                </a:ext>
              </a:extLst>
            </p:cNvPr>
            <p:cNvSpPr/>
            <p:nvPr/>
          </p:nvSpPr>
          <p:spPr bwMode="gray">
            <a:xfrm>
              <a:off x="344043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7" name="Forme libre : forme 5476">
              <a:extLst>
                <a:ext uri="{FF2B5EF4-FFF2-40B4-BE49-F238E27FC236}">
                  <a16:creationId xmlns:a16="http://schemas.microsoft.com/office/drawing/2014/main" id="{BA7110FA-DA94-B434-4F7C-DDC4B55EFA01}"/>
                </a:ext>
              </a:extLst>
            </p:cNvPr>
            <p:cNvSpPr/>
            <p:nvPr/>
          </p:nvSpPr>
          <p:spPr bwMode="gray">
            <a:xfrm>
              <a:off x="33921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8" name="Forme libre : forme 5477">
              <a:extLst>
                <a:ext uri="{FF2B5EF4-FFF2-40B4-BE49-F238E27FC236}">
                  <a16:creationId xmlns:a16="http://schemas.microsoft.com/office/drawing/2014/main" id="{9F76CC4F-7AFE-BD9A-389B-1BBD81C9605C}"/>
                </a:ext>
              </a:extLst>
            </p:cNvPr>
            <p:cNvSpPr/>
            <p:nvPr/>
          </p:nvSpPr>
          <p:spPr bwMode="gray">
            <a:xfrm>
              <a:off x="177419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79" name="Forme libre : forme 5478">
              <a:extLst>
                <a:ext uri="{FF2B5EF4-FFF2-40B4-BE49-F238E27FC236}">
                  <a16:creationId xmlns:a16="http://schemas.microsoft.com/office/drawing/2014/main" id="{6CCFDFF7-FAF7-AC91-4C55-6FEB19E19AEB}"/>
                </a:ext>
              </a:extLst>
            </p:cNvPr>
            <p:cNvSpPr/>
            <p:nvPr/>
          </p:nvSpPr>
          <p:spPr bwMode="gray">
            <a:xfrm>
              <a:off x="172593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0" name="Forme libre : forme 5479">
              <a:extLst>
                <a:ext uri="{FF2B5EF4-FFF2-40B4-BE49-F238E27FC236}">
                  <a16:creationId xmlns:a16="http://schemas.microsoft.com/office/drawing/2014/main" id="{CC0E0790-A7C2-29DD-FB9E-781B1953F7A5}"/>
                </a:ext>
              </a:extLst>
            </p:cNvPr>
            <p:cNvSpPr/>
            <p:nvPr/>
          </p:nvSpPr>
          <p:spPr bwMode="gray">
            <a:xfrm>
              <a:off x="167640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1" name="Forme libre : forme 5480">
              <a:extLst>
                <a:ext uri="{FF2B5EF4-FFF2-40B4-BE49-F238E27FC236}">
                  <a16:creationId xmlns:a16="http://schemas.microsoft.com/office/drawing/2014/main" id="{3BEF8E97-1F98-7202-C026-31515C6ED0CC}"/>
                </a:ext>
              </a:extLst>
            </p:cNvPr>
            <p:cNvSpPr/>
            <p:nvPr/>
          </p:nvSpPr>
          <p:spPr bwMode="gray">
            <a:xfrm>
              <a:off x="1626870" y="3708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2" name="Forme libre : forme 5481">
              <a:extLst>
                <a:ext uri="{FF2B5EF4-FFF2-40B4-BE49-F238E27FC236}">
                  <a16:creationId xmlns:a16="http://schemas.microsoft.com/office/drawing/2014/main" id="{9B5AE503-9E30-312B-A53A-D7C93AB5ED08}"/>
                </a:ext>
              </a:extLst>
            </p:cNvPr>
            <p:cNvSpPr/>
            <p:nvPr/>
          </p:nvSpPr>
          <p:spPr bwMode="gray">
            <a:xfrm>
              <a:off x="1578610" y="3708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3" name="Forme libre : forme 5482">
              <a:extLst>
                <a:ext uri="{FF2B5EF4-FFF2-40B4-BE49-F238E27FC236}">
                  <a16:creationId xmlns:a16="http://schemas.microsoft.com/office/drawing/2014/main" id="{02775E27-035A-7112-64DC-BE77F583D8B3}"/>
                </a:ext>
              </a:extLst>
            </p:cNvPr>
            <p:cNvSpPr/>
            <p:nvPr/>
          </p:nvSpPr>
          <p:spPr bwMode="gray">
            <a:xfrm>
              <a:off x="677418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4" name="Forme libre : forme 5483">
              <a:extLst>
                <a:ext uri="{FF2B5EF4-FFF2-40B4-BE49-F238E27FC236}">
                  <a16:creationId xmlns:a16="http://schemas.microsoft.com/office/drawing/2014/main" id="{593C4C86-BE04-7960-2AB3-5E514479838C}"/>
                </a:ext>
              </a:extLst>
            </p:cNvPr>
            <p:cNvSpPr/>
            <p:nvPr/>
          </p:nvSpPr>
          <p:spPr bwMode="gray">
            <a:xfrm>
              <a:off x="643001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5" name="Forme libre : forme 5484">
              <a:extLst>
                <a:ext uri="{FF2B5EF4-FFF2-40B4-BE49-F238E27FC236}">
                  <a16:creationId xmlns:a16="http://schemas.microsoft.com/office/drawing/2014/main" id="{1EB6E397-79AA-5E77-9D7F-607478DB8D1C}"/>
                </a:ext>
              </a:extLst>
            </p:cNvPr>
            <p:cNvSpPr/>
            <p:nvPr/>
          </p:nvSpPr>
          <p:spPr bwMode="gray">
            <a:xfrm>
              <a:off x="638175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6" name="Forme libre : forme 5485">
              <a:extLst>
                <a:ext uri="{FF2B5EF4-FFF2-40B4-BE49-F238E27FC236}">
                  <a16:creationId xmlns:a16="http://schemas.microsoft.com/office/drawing/2014/main" id="{5FA4903F-BC2C-904B-8401-2301049B857F}"/>
                </a:ext>
              </a:extLst>
            </p:cNvPr>
            <p:cNvSpPr/>
            <p:nvPr/>
          </p:nvSpPr>
          <p:spPr bwMode="gray">
            <a:xfrm>
              <a:off x="633222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7" name="Forme libre : forme 5486">
              <a:extLst>
                <a:ext uri="{FF2B5EF4-FFF2-40B4-BE49-F238E27FC236}">
                  <a16:creationId xmlns:a16="http://schemas.microsoft.com/office/drawing/2014/main" id="{7C1CCAAA-2E2A-8B9A-B94E-744B19BC465D}"/>
                </a:ext>
              </a:extLst>
            </p:cNvPr>
            <p:cNvSpPr/>
            <p:nvPr/>
          </p:nvSpPr>
          <p:spPr bwMode="gray">
            <a:xfrm>
              <a:off x="62839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8" name="Forme libre : forme 5487">
              <a:extLst>
                <a:ext uri="{FF2B5EF4-FFF2-40B4-BE49-F238E27FC236}">
                  <a16:creationId xmlns:a16="http://schemas.microsoft.com/office/drawing/2014/main" id="{4D8461A1-17AA-B78F-A0EF-321919B21D0C}"/>
                </a:ext>
              </a:extLst>
            </p:cNvPr>
            <p:cNvSpPr/>
            <p:nvPr/>
          </p:nvSpPr>
          <p:spPr bwMode="gray">
            <a:xfrm>
              <a:off x="623443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89" name="Forme libre : forme 5488">
              <a:extLst>
                <a:ext uri="{FF2B5EF4-FFF2-40B4-BE49-F238E27FC236}">
                  <a16:creationId xmlns:a16="http://schemas.microsoft.com/office/drawing/2014/main" id="{A0507A41-D606-B8CF-5E05-B4EDE5721908}"/>
                </a:ext>
              </a:extLst>
            </p:cNvPr>
            <p:cNvSpPr/>
            <p:nvPr/>
          </p:nvSpPr>
          <p:spPr bwMode="gray">
            <a:xfrm>
              <a:off x="61849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0" name="Forme libre : forme 5489">
              <a:extLst>
                <a:ext uri="{FF2B5EF4-FFF2-40B4-BE49-F238E27FC236}">
                  <a16:creationId xmlns:a16="http://schemas.microsoft.com/office/drawing/2014/main" id="{9BA8BEB4-316A-5203-A8AE-85A008683424}"/>
                </a:ext>
              </a:extLst>
            </p:cNvPr>
            <p:cNvSpPr/>
            <p:nvPr/>
          </p:nvSpPr>
          <p:spPr bwMode="gray">
            <a:xfrm>
              <a:off x="613664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1" name="Forme libre : forme 5490">
              <a:extLst>
                <a:ext uri="{FF2B5EF4-FFF2-40B4-BE49-F238E27FC236}">
                  <a16:creationId xmlns:a16="http://schemas.microsoft.com/office/drawing/2014/main" id="{FC62DE08-ED82-A809-173C-B9550C203501}"/>
                </a:ext>
              </a:extLst>
            </p:cNvPr>
            <p:cNvSpPr/>
            <p:nvPr/>
          </p:nvSpPr>
          <p:spPr bwMode="gray">
            <a:xfrm>
              <a:off x="58420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2" name="Forme libre : forme 5491">
              <a:extLst>
                <a:ext uri="{FF2B5EF4-FFF2-40B4-BE49-F238E27FC236}">
                  <a16:creationId xmlns:a16="http://schemas.microsoft.com/office/drawing/2014/main" id="{3E41A1C0-8968-0B30-20B6-BE45D02CBF51}"/>
                </a:ext>
              </a:extLst>
            </p:cNvPr>
            <p:cNvSpPr/>
            <p:nvPr/>
          </p:nvSpPr>
          <p:spPr bwMode="gray">
            <a:xfrm>
              <a:off x="579374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3" name="Forme libre : forme 5492">
              <a:extLst>
                <a:ext uri="{FF2B5EF4-FFF2-40B4-BE49-F238E27FC236}">
                  <a16:creationId xmlns:a16="http://schemas.microsoft.com/office/drawing/2014/main" id="{EFCB3738-4204-12FB-E7C0-849051381C92}"/>
                </a:ext>
              </a:extLst>
            </p:cNvPr>
            <p:cNvSpPr/>
            <p:nvPr/>
          </p:nvSpPr>
          <p:spPr bwMode="gray">
            <a:xfrm>
              <a:off x="574421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4" name="Forme libre : forme 5493">
              <a:extLst>
                <a:ext uri="{FF2B5EF4-FFF2-40B4-BE49-F238E27FC236}">
                  <a16:creationId xmlns:a16="http://schemas.microsoft.com/office/drawing/2014/main" id="{73146A8F-019E-517A-17C9-4F6765C98F41}"/>
                </a:ext>
              </a:extLst>
            </p:cNvPr>
            <p:cNvSpPr/>
            <p:nvPr/>
          </p:nvSpPr>
          <p:spPr bwMode="gray">
            <a:xfrm>
              <a:off x="569595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5" name="Forme libre : forme 5494">
              <a:extLst>
                <a:ext uri="{FF2B5EF4-FFF2-40B4-BE49-F238E27FC236}">
                  <a16:creationId xmlns:a16="http://schemas.microsoft.com/office/drawing/2014/main" id="{AF35719A-DE39-C007-DD94-A4983BE685C0}"/>
                </a:ext>
              </a:extLst>
            </p:cNvPr>
            <p:cNvSpPr/>
            <p:nvPr/>
          </p:nvSpPr>
          <p:spPr bwMode="gray">
            <a:xfrm>
              <a:off x="564642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6" name="Forme libre : forme 5495">
              <a:extLst>
                <a:ext uri="{FF2B5EF4-FFF2-40B4-BE49-F238E27FC236}">
                  <a16:creationId xmlns:a16="http://schemas.microsoft.com/office/drawing/2014/main" id="{B5FBD24E-4D3C-0C6C-03D7-256C77642F3A}"/>
                </a:ext>
              </a:extLst>
            </p:cNvPr>
            <p:cNvSpPr/>
            <p:nvPr/>
          </p:nvSpPr>
          <p:spPr bwMode="gray">
            <a:xfrm>
              <a:off x="51562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7" name="Forme libre : forme 5496">
              <a:extLst>
                <a:ext uri="{FF2B5EF4-FFF2-40B4-BE49-F238E27FC236}">
                  <a16:creationId xmlns:a16="http://schemas.microsoft.com/office/drawing/2014/main" id="{36B79EA4-E0A3-61DA-566B-33D37E19CCC5}"/>
                </a:ext>
              </a:extLst>
            </p:cNvPr>
            <p:cNvSpPr/>
            <p:nvPr/>
          </p:nvSpPr>
          <p:spPr bwMode="gray">
            <a:xfrm>
              <a:off x="51066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8" name="Forme libre : forme 5497">
              <a:extLst>
                <a:ext uri="{FF2B5EF4-FFF2-40B4-BE49-F238E27FC236}">
                  <a16:creationId xmlns:a16="http://schemas.microsoft.com/office/drawing/2014/main" id="{6B9CBDBD-93C6-DA0F-319D-95E0B52C263E}"/>
                </a:ext>
              </a:extLst>
            </p:cNvPr>
            <p:cNvSpPr/>
            <p:nvPr/>
          </p:nvSpPr>
          <p:spPr bwMode="gray">
            <a:xfrm>
              <a:off x="505841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499" name="Forme libre : forme 5498">
              <a:extLst>
                <a:ext uri="{FF2B5EF4-FFF2-40B4-BE49-F238E27FC236}">
                  <a16:creationId xmlns:a16="http://schemas.microsoft.com/office/drawing/2014/main" id="{DABEE5AF-976B-246E-802B-E30203B14D35}"/>
                </a:ext>
              </a:extLst>
            </p:cNvPr>
            <p:cNvSpPr/>
            <p:nvPr/>
          </p:nvSpPr>
          <p:spPr bwMode="gray">
            <a:xfrm>
              <a:off x="500888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0" name="Forme libre : forme 5499">
              <a:extLst>
                <a:ext uri="{FF2B5EF4-FFF2-40B4-BE49-F238E27FC236}">
                  <a16:creationId xmlns:a16="http://schemas.microsoft.com/office/drawing/2014/main" id="{DCCE35DC-1444-56B8-86D2-30EA18BA6A74}"/>
                </a:ext>
              </a:extLst>
            </p:cNvPr>
            <p:cNvSpPr/>
            <p:nvPr/>
          </p:nvSpPr>
          <p:spPr bwMode="gray">
            <a:xfrm>
              <a:off x="496062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1" name="Forme libre : forme 5500">
              <a:extLst>
                <a:ext uri="{FF2B5EF4-FFF2-40B4-BE49-F238E27FC236}">
                  <a16:creationId xmlns:a16="http://schemas.microsoft.com/office/drawing/2014/main" id="{C21BC2F7-C7C1-EF14-BCFA-BEBE52C487CC}"/>
                </a:ext>
              </a:extLst>
            </p:cNvPr>
            <p:cNvSpPr/>
            <p:nvPr/>
          </p:nvSpPr>
          <p:spPr bwMode="gray">
            <a:xfrm>
              <a:off x="491109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2" name="Forme libre : forme 5501">
              <a:extLst>
                <a:ext uri="{FF2B5EF4-FFF2-40B4-BE49-F238E27FC236}">
                  <a16:creationId xmlns:a16="http://schemas.microsoft.com/office/drawing/2014/main" id="{65827F1F-FE5D-5BBC-B1C1-3761084B3504}"/>
                </a:ext>
              </a:extLst>
            </p:cNvPr>
            <p:cNvSpPr/>
            <p:nvPr/>
          </p:nvSpPr>
          <p:spPr bwMode="gray">
            <a:xfrm>
              <a:off x="48615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3" name="Forme libre : forme 5502">
              <a:extLst>
                <a:ext uri="{FF2B5EF4-FFF2-40B4-BE49-F238E27FC236}">
                  <a16:creationId xmlns:a16="http://schemas.microsoft.com/office/drawing/2014/main" id="{71207901-0D0B-CF47-AA41-6CD251C06384}"/>
                </a:ext>
              </a:extLst>
            </p:cNvPr>
            <p:cNvSpPr/>
            <p:nvPr/>
          </p:nvSpPr>
          <p:spPr bwMode="gray">
            <a:xfrm>
              <a:off x="47637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4" name="Forme libre : forme 5503">
              <a:extLst>
                <a:ext uri="{FF2B5EF4-FFF2-40B4-BE49-F238E27FC236}">
                  <a16:creationId xmlns:a16="http://schemas.microsoft.com/office/drawing/2014/main" id="{8D1143B6-33A7-2210-A779-8CAC02988D87}"/>
                </a:ext>
              </a:extLst>
            </p:cNvPr>
            <p:cNvSpPr/>
            <p:nvPr/>
          </p:nvSpPr>
          <p:spPr bwMode="gray">
            <a:xfrm>
              <a:off x="471551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5" name="Forme libre : forme 5504">
              <a:extLst>
                <a:ext uri="{FF2B5EF4-FFF2-40B4-BE49-F238E27FC236}">
                  <a16:creationId xmlns:a16="http://schemas.microsoft.com/office/drawing/2014/main" id="{FB4E19B6-0D54-A89E-50E6-83819E89400A}"/>
                </a:ext>
              </a:extLst>
            </p:cNvPr>
            <p:cNvSpPr/>
            <p:nvPr/>
          </p:nvSpPr>
          <p:spPr bwMode="gray">
            <a:xfrm>
              <a:off x="466598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6" name="Forme libre : forme 5505">
              <a:extLst>
                <a:ext uri="{FF2B5EF4-FFF2-40B4-BE49-F238E27FC236}">
                  <a16:creationId xmlns:a16="http://schemas.microsoft.com/office/drawing/2014/main" id="{E4DB4FC2-3FEB-3CC6-E263-83A2D50F5D76}"/>
                </a:ext>
              </a:extLst>
            </p:cNvPr>
            <p:cNvSpPr/>
            <p:nvPr/>
          </p:nvSpPr>
          <p:spPr bwMode="gray">
            <a:xfrm>
              <a:off x="461772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7" name="Forme libre : forme 5506">
              <a:extLst>
                <a:ext uri="{FF2B5EF4-FFF2-40B4-BE49-F238E27FC236}">
                  <a16:creationId xmlns:a16="http://schemas.microsoft.com/office/drawing/2014/main" id="{831ECC2F-B559-59CD-36A8-98A991439F9C}"/>
                </a:ext>
              </a:extLst>
            </p:cNvPr>
            <p:cNvSpPr/>
            <p:nvPr/>
          </p:nvSpPr>
          <p:spPr bwMode="gray">
            <a:xfrm>
              <a:off x="456819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8" name="Forme libre : forme 5507">
              <a:extLst>
                <a:ext uri="{FF2B5EF4-FFF2-40B4-BE49-F238E27FC236}">
                  <a16:creationId xmlns:a16="http://schemas.microsoft.com/office/drawing/2014/main" id="{009BDDA1-357D-99C2-BA5B-3DB9A922D021}"/>
                </a:ext>
              </a:extLst>
            </p:cNvPr>
            <p:cNvSpPr/>
            <p:nvPr/>
          </p:nvSpPr>
          <p:spPr bwMode="gray">
            <a:xfrm>
              <a:off x="45186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09" name="Forme libre : forme 5508">
              <a:extLst>
                <a:ext uri="{FF2B5EF4-FFF2-40B4-BE49-F238E27FC236}">
                  <a16:creationId xmlns:a16="http://schemas.microsoft.com/office/drawing/2014/main" id="{89519B75-276D-F7E8-E4ED-F1D832429598}"/>
                </a:ext>
              </a:extLst>
            </p:cNvPr>
            <p:cNvSpPr/>
            <p:nvPr/>
          </p:nvSpPr>
          <p:spPr bwMode="gray">
            <a:xfrm>
              <a:off x="44704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0" name="Forme libre : forme 5509">
              <a:extLst>
                <a:ext uri="{FF2B5EF4-FFF2-40B4-BE49-F238E27FC236}">
                  <a16:creationId xmlns:a16="http://schemas.microsoft.com/office/drawing/2014/main" id="{1DCCB78F-B7C4-13C9-CAB8-83284D384AF2}"/>
                </a:ext>
              </a:extLst>
            </p:cNvPr>
            <p:cNvSpPr/>
            <p:nvPr/>
          </p:nvSpPr>
          <p:spPr bwMode="gray">
            <a:xfrm>
              <a:off x="44208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1" name="Forme libre : forme 5510">
              <a:extLst>
                <a:ext uri="{FF2B5EF4-FFF2-40B4-BE49-F238E27FC236}">
                  <a16:creationId xmlns:a16="http://schemas.microsoft.com/office/drawing/2014/main" id="{A86265C8-BEFF-CFFE-980A-AE7E20622845}"/>
                </a:ext>
              </a:extLst>
            </p:cNvPr>
            <p:cNvSpPr/>
            <p:nvPr/>
          </p:nvSpPr>
          <p:spPr bwMode="gray">
            <a:xfrm>
              <a:off x="437261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2" name="Forme libre : forme 5511">
              <a:extLst>
                <a:ext uri="{FF2B5EF4-FFF2-40B4-BE49-F238E27FC236}">
                  <a16:creationId xmlns:a16="http://schemas.microsoft.com/office/drawing/2014/main" id="{E65855D2-1F8D-6D20-6AC9-9B65E884A63B}"/>
                </a:ext>
              </a:extLst>
            </p:cNvPr>
            <p:cNvSpPr/>
            <p:nvPr/>
          </p:nvSpPr>
          <p:spPr bwMode="gray">
            <a:xfrm>
              <a:off x="432308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3" name="Forme libre : forme 5512">
              <a:extLst>
                <a:ext uri="{FF2B5EF4-FFF2-40B4-BE49-F238E27FC236}">
                  <a16:creationId xmlns:a16="http://schemas.microsoft.com/office/drawing/2014/main" id="{3190391A-A975-57A7-2EE9-11F5AFC69F7C}"/>
                </a:ext>
              </a:extLst>
            </p:cNvPr>
            <p:cNvSpPr/>
            <p:nvPr/>
          </p:nvSpPr>
          <p:spPr bwMode="gray">
            <a:xfrm>
              <a:off x="427355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4" name="Forme libre : forme 5513">
              <a:extLst>
                <a:ext uri="{FF2B5EF4-FFF2-40B4-BE49-F238E27FC236}">
                  <a16:creationId xmlns:a16="http://schemas.microsoft.com/office/drawing/2014/main" id="{14B01BB7-9283-D25E-79C9-4E423990E2B1}"/>
                </a:ext>
              </a:extLst>
            </p:cNvPr>
            <p:cNvSpPr/>
            <p:nvPr/>
          </p:nvSpPr>
          <p:spPr bwMode="gray">
            <a:xfrm>
              <a:off x="422529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5" name="Forme libre : forme 5514">
              <a:extLst>
                <a:ext uri="{FF2B5EF4-FFF2-40B4-BE49-F238E27FC236}">
                  <a16:creationId xmlns:a16="http://schemas.microsoft.com/office/drawing/2014/main" id="{4A66A145-39A4-9893-7424-24D3971F7289}"/>
                </a:ext>
              </a:extLst>
            </p:cNvPr>
            <p:cNvSpPr/>
            <p:nvPr/>
          </p:nvSpPr>
          <p:spPr bwMode="gray">
            <a:xfrm>
              <a:off x="41757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6" name="Forme libre : forme 5515">
              <a:extLst>
                <a:ext uri="{FF2B5EF4-FFF2-40B4-BE49-F238E27FC236}">
                  <a16:creationId xmlns:a16="http://schemas.microsoft.com/office/drawing/2014/main" id="{06E490EF-A7A2-AC00-44CF-659379FB7305}"/>
                </a:ext>
              </a:extLst>
            </p:cNvPr>
            <p:cNvSpPr/>
            <p:nvPr/>
          </p:nvSpPr>
          <p:spPr bwMode="gray">
            <a:xfrm>
              <a:off x="41275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7" name="Forme libre : forme 5516">
              <a:extLst>
                <a:ext uri="{FF2B5EF4-FFF2-40B4-BE49-F238E27FC236}">
                  <a16:creationId xmlns:a16="http://schemas.microsoft.com/office/drawing/2014/main" id="{8163E845-29C5-DD47-2BFE-1E7F5CCD69AE}"/>
                </a:ext>
              </a:extLst>
            </p:cNvPr>
            <p:cNvSpPr/>
            <p:nvPr/>
          </p:nvSpPr>
          <p:spPr bwMode="gray">
            <a:xfrm>
              <a:off x="40779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8" name="Forme libre : forme 5517">
              <a:extLst>
                <a:ext uri="{FF2B5EF4-FFF2-40B4-BE49-F238E27FC236}">
                  <a16:creationId xmlns:a16="http://schemas.microsoft.com/office/drawing/2014/main" id="{C568B7D6-15EE-CA48-4FEF-540BD8C9730A}"/>
                </a:ext>
              </a:extLst>
            </p:cNvPr>
            <p:cNvSpPr/>
            <p:nvPr/>
          </p:nvSpPr>
          <p:spPr bwMode="gray">
            <a:xfrm>
              <a:off x="402844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19" name="Forme libre : forme 5518">
              <a:extLst>
                <a:ext uri="{FF2B5EF4-FFF2-40B4-BE49-F238E27FC236}">
                  <a16:creationId xmlns:a16="http://schemas.microsoft.com/office/drawing/2014/main" id="{B5445981-5E0C-56EF-95F9-84FEFFCF8789}"/>
                </a:ext>
              </a:extLst>
            </p:cNvPr>
            <p:cNvSpPr/>
            <p:nvPr/>
          </p:nvSpPr>
          <p:spPr bwMode="gray">
            <a:xfrm>
              <a:off x="398018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0" name="Forme libre : forme 5519">
              <a:extLst>
                <a:ext uri="{FF2B5EF4-FFF2-40B4-BE49-F238E27FC236}">
                  <a16:creationId xmlns:a16="http://schemas.microsoft.com/office/drawing/2014/main" id="{B26E7B29-389A-FD58-1123-A7E346FDDBD4}"/>
                </a:ext>
              </a:extLst>
            </p:cNvPr>
            <p:cNvSpPr/>
            <p:nvPr/>
          </p:nvSpPr>
          <p:spPr bwMode="gray">
            <a:xfrm>
              <a:off x="393065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1" name="Forme libre : forme 5520">
              <a:extLst>
                <a:ext uri="{FF2B5EF4-FFF2-40B4-BE49-F238E27FC236}">
                  <a16:creationId xmlns:a16="http://schemas.microsoft.com/office/drawing/2014/main" id="{8348F2A3-6095-7649-DE1A-AB4FE08C815E}"/>
                </a:ext>
              </a:extLst>
            </p:cNvPr>
            <p:cNvSpPr/>
            <p:nvPr/>
          </p:nvSpPr>
          <p:spPr bwMode="gray">
            <a:xfrm>
              <a:off x="388239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2" name="Forme libre : forme 5521">
              <a:extLst>
                <a:ext uri="{FF2B5EF4-FFF2-40B4-BE49-F238E27FC236}">
                  <a16:creationId xmlns:a16="http://schemas.microsoft.com/office/drawing/2014/main" id="{1F3516A6-753E-3CF4-D48E-420840CC62DF}"/>
                </a:ext>
              </a:extLst>
            </p:cNvPr>
            <p:cNvSpPr/>
            <p:nvPr/>
          </p:nvSpPr>
          <p:spPr bwMode="gray">
            <a:xfrm>
              <a:off x="38328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3" name="Forme libre : forme 5522">
              <a:extLst>
                <a:ext uri="{FF2B5EF4-FFF2-40B4-BE49-F238E27FC236}">
                  <a16:creationId xmlns:a16="http://schemas.microsoft.com/office/drawing/2014/main" id="{D3C05054-9916-70D2-E660-C13CB57A7361}"/>
                </a:ext>
              </a:extLst>
            </p:cNvPr>
            <p:cNvSpPr/>
            <p:nvPr/>
          </p:nvSpPr>
          <p:spPr bwMode="gray">
            <a:xfrm>
              <a:off x="378333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4" name="Forme libre : forme 5523">
              <a:extLst>
                <a:ext uri="{FF2B5EF4-FFF2-40B4-BE49-F238E27FC236}">
                  <a16:creationId xmlns:a16="http://schemas.microsoft.com/office/drawing/2014/main" id="{F36A8F90-10F4-F7FC-7B0F-70AEAD4042B2}"/>
                </a:ext>
              </a:extLst>
            </p:cNvPr>
            <p:cNvSpPr/>
            <p:nvPr/>
          </p:nvSpPr>
          <p:spPr bwMode="gray">
            <a:xfrm>
              <a:off x="37350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5" name="Forme libre : forme 5524">
              <a:extLst>
                <a:ext uri="{FF2B5EF4-FFF2-40B4-BE49-F238E27FC236}">
                  <a16:creationId xmlns:a16="http://schemas.microsoft.com/office/drawing/2014/main" id="{BA84010A-5C7B-9250-E1DC-71C4D50F3503}"/>
                </a:ext>
              </a:extLst>
            </p:cNvPr>
            <p:cNvSpPr/>
            <p:nvPr/>
          </p:nvSpPr>
          <p:spPr bwMode="gray">
            <a:xfrm>
              <a:off x="368554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6" name="Forme libre : forme 5525">
              <a:extLst>
                <a:ext uri="{FF2B5EF4-FFF2-40B4-BE49-F238E27FC236}">
                  <a16:creationId xmlns:a16="http://schemas.microsoft.com/office/drawing/2014/main" id="{E08802B0-8FFE-5AC3-3577-163435923E63}"/>
                </a:ext>
              </a:extLst>
            </p:cNvPr>
            <p:cNvSpPr/>
            <p:nvPr/>
          </p:nvSpPr>
          <p:spPr bwMode="gray">
            <a:xfrm>
              <a:off x="363728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7" name="Forme libre : forme 5526">
              <a:extLst>
                <a:ext uri="{FF2B5EF4-FFF2-40B4-BE49-F238E27FC236}">
                  <a16:creationId xmlns:a16="http://schemas.microsoft.com/office/drawing/2014/main" id="{A351ECA6-9BB4-0D2D-5B28-707BB4DD5B40}"/>
                </a:ext>
              </a:extLst>
            </p:cNvPr>
            <p:cNvSpPr/>
            <p:nvPr/>
          </p:nvSpPr>
          <p:spPr bwMode="gray">
            <a:xfrm>
              <a:off x="358775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8" name="Forme libre : forme 5527">
              <a:extLst>
                <a:ext uri="{FF2B5EF4-FFF2-40B4-BE49-F238E27FC236}">
                  <a16:creationId xmlns:a16="http://schemas.microsoft.com/office/drawing/2014/main" id="{D68C2D71-51B4-33E7-EAF3-0AFA6F8C9D91}"/>
                </a:ext>
              </a:extLst>
            </p:cNvPr>
            <p:cNvSpPr/>
            <p:nvPr/>
          </p:nvSpPr>
          <p:spPr bwMode="gray">
            <a:xfrm>
              <a:off x="353822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29" name="Forme libre : forme 5528">
              <a:extLst>
                <a:ext uri="{FF2B5EF4-FFF2-40B4-BE49-F238E27FC236}">
                  <a16:creationId xmlns:a16="http://schemas.microsoft.com/office/drawing/2014/main" id="{785F10F1-1746-67C1-1986-C4EEC3510CB2}"/>
                </a:ext>
              </a:extLst>
            </p:cNvPr>
            <p:cNvSpPr/>
            <p:nvPr/>
          </p:nvSpPr>
          <p:spPr bwMode="gray">
            <a:xfrm>
              <a:off x="348996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0" name="Forme libre : forme 5529">
              <a:extLst>
                <a:ext uri="{FF2B5EF4-FFF2-40B4-BE49-F238E27FC236}">
                  <a16:creationId xmlns:a16="http://schemas.microsoft.com/office/drawing/2014/main" id="{0901ABE1-00E9-873C-E83B-497D55F0FE70}"/>
                </a:ext>
              </a:extLst>
            </p:cNvPr>
            <p:cNvSpPr/>
            <p:nvPr/>
          </p:nvSpPr>
          <p:spPr bwMode="gray">
            <a:xfrm>
              <a:off x="344043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1" name="Forme libre : forme 5530">
              <a:extLst>
                <a:ext uri="{FF2B5EF4-FFF2-40B4-BE49-F238E27FC236}">
                  <a16:creationId xmlns:a16="http://schemas.microsoft.com/office/drawing/2014/main" id="{605A1F42-17A2-212E-8C66-713AA11AD037}"/>
                </a:ext>
              </a:extLst>
            </p:cNvPr>
            <p:cNvSpPr/>
            <p:nvPr/>
          </p:nvSpPr>
          <p:spPr bwMode="gray">
            <a:xfrm>
              <a:off x="167640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2" name="Forme libre : forme 5531">
              <a:extLst>
                <a:ext uri="{FF2B5EF4-FFF2-40B4-BE49-F238E27FC236}">
                  <a16:creationId xmlns:a16="http://schemas.microsoft.com/office/drawing/2014/main" id="{9DD29486-C9E9-BB01-77C4-6BFA4DE6DB3A}"/>
                </a:ext>
              </a:extLst>
            </p:cNvPr>
            <p:cNvSpPr/>
            <p:nvPr/>
          </p:nvSpPr>
          <p:spPr bwMode="gray">
            <a:xfrm>
              <a:off x="1626870" y="36601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3" name="Forme libre : forme 5532">
              <a:extLst>
                <a:ext uri="{FF2B5EF4-FFF2-40B4-BE49-F238E27FC236}">
                  <a16:creationId xmlns:a16="http://schemas.microsoft.com/office/drawing/2014/main" id="{31D760E2-8917-D3A0-AA42-0F7507AC5A6C}"/>
                </a:ext>
              </a:extLst>
            </p:cNvPr>
            <p:cNvSpPr/>
            <p:nvPr/>
          </p:nvSpPr>
          <p:spPr bwMode="gray">
            <a:xfrm>
              <a:off x="157861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4" name="Forme libre : forme 5533">
              <a:extLst>
                <a:ext uri="{FF2B5EF4-FFF2-40B4-BE49-F238E27FC236}">
                  <a16:creationId xmlns:a16="http://schemas.microsoft.com/office/drawing/2014/main" id="{96460030-247A-406D-DE78-F68521DB65E6}"/>
                </a:ext>
              </a:extLst>
            </p:cNvPr>
            <p:cNvSpPr/>
            <p:nvPr/>
          </p:nvSpPr>
          <p:spPr bwMode="gray">
            <a:xfrm>
              <a:off x="152908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5" name="Forme libre : forme 5534">
              <a:extLst>
                <a:ext uri="{FF2B5EF4-FFF2-40B4-BE49-F238E27FC236}">
                  <a16:creationId xmlns:a16="http://schemas.microsoft.com/office/drawing/2014/main" id="{CD537065-5A7A-D9B3-EF5B-47C5B8EDF759}"/>
                </a:ext>
              </a:extLst>
            </p:cNvPr>
            <p:cNvSpPr/>
            <p:nvPr/>
          </p:nvSpPr>
          <p:spPr bwMode="gray">
            <a:xfrm>
              <a:off x="148082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6" name="Forme libre : forme 5535">
              <a:extLst>
                <a:ext uri="{FF2B5EF4-FFF2-40B4-BE49-F238E27FC236}">
                  <a16:creationId xmlns:a16="http://schemas.microsoft.com/office/drawing/2014/main" id="{3730772D-0A1E-A00C-099D-1BCD858F425C}"/>
                </a:ext>
              </a:extLst>
            </p:cNvPr>
            <p:cNvSpPr/>
            <p:nvPr/>
          </p:nvSpPr>
          <p:spPr bwMode="gray">
            <a:xfrm>
              <a:off x="143129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7" name="Forme libre : forme 5536">
              <a:extLst>
                <a:ext uri="{FF2B5EF4-FFF2-40B4-BE49-F238E27FC236}">
                  <a16:creationId xmlns:a16="http://schemas.microsoft.com/office/drawing/2014/main" id="{66A1E981-667C-7CDE-6151-897B5E99950D}"/>
                </a:ext>
              </a:extLst>
            </p:cNvPr>
            <p:cNvSpPr/>
            <p:nvPr/>
          </p:nvSpPr>
          <p:spPr bwMode="gray">
            <a:xfrm>
              <a:off x="1381760" y="36601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8" name="Forme libre : forme 5537">
              <a:extLst>
                <a:ext uri="{FF2B5EF4-FFF2-40B4-BE49-F238E27FC236}">
                  <a16:creationId xmlns:a16="http://schemas.microsoft.com/office/drawing/2014/main" id="{DCE15E12-7693-D55B-1B4A-524297984778}"/>
                </a:ext>
              </a:extLst>
            </p:cNvPr>
            <p:cNvSpPr/>
            <p:nvPr/>
          </p:nvSpPr>
          <p:spPr bwMode="gray">
            <a:xfrm>
              <a:off x="677418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39" name="Forme libre : forme 5538">
              <a:extLst>
                <a:ext uri="{FF2B5EF4-FFF2-40B4-BE49-F238E27FC236}">
                  <a16:creationId xmlns:a16="http://schemas.microsoft.com/office/drawing/2014/main" id="{076090B3-D92E-D43B-331F-EBC5A0794688}"/>
                </a:ext>
              </a:extLst>
            </p:cNvPr>
            <p:cNvSpPr/>
            <p:nvPr/>
          </p:nvSpPr>
          <p:spPr bwMode="gray">
            <a:xfrm>
              <a:off x="638175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0" name="Forme libre : forme 5539">
              <a:extLst>
                <a:ext uri="{FF2B5EF4-FFF2-40B4-BE49-F238E27FC236}">
                  <a16:creationId xmlns:a16="http://schemas.microsoft.com/office/drawing/2014/main" id="{A748FABE-4B93-FDDD-AAA9-F2E594D80C94}"/>
                </a:ext>
              </a:extLst>
            </p:cNvPr>
            <p:cNvSpPr/>
            <p:nvPr/>
          </p:nvSpPr>
          <p:spPr bwMode="gray">
            <a:xfrm>
              <a:off x="63322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1" name="Forme libre : forme 5540">
              <a:extLst>
                <a:ext uri="{FF2B5EF4-FFF2-40B4-BE49-F238E27FC236}">
                  <a16:creationId xmlns:a16="http://schemas.microsoft.com/office/drawing/2014/main" id="{269FF2F7-C80D-F343-4509-039C232A8ED6}"/>
                </a:ext>
              </a:extLst>
            </p:cNvPr>
            <p:cNvSpPr/>
            <p:nvPr/>
          </p:nvSpPr>
          <p:spPr bwMode="gray">
            <a:xfrm>
              <a:off x="62839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2" name="Forme libre : forme 5541">
              <a:extLst>
                <a:ext uri="{FF2B5EF4-FFF2-40B4-BE49-F238E27FC236}">
                  <a16:creationId xmlns:a16="http://schemas.microsoft.com/office/drawing/2014/main" id="{04175137-A84B-7791-7B36-946572FEC40E}"/>
                </a:ext>
              </a:extLst>
            </p:cNvPr>
            <p:cNvSpPr/>
            <p:nvPr/>
          </p:nvSpPr>
          <p:spPr bwMode="gray">
            <a:xfrm>
              <a:off x="62344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3" name="Forme libre : forme 5542">
              <a:extLst>
                <a:ext uri="{FF2B5EF4-FFF2-40B4-BE49-F238E27FC236}">
                  <a16:creationId xmlns:a16="http://schemas.microsoft.com/office/drawing/2014/main" id="{5A702CBB-22AA-1D39-AF81-5F3E702D0187}"/>
                </a:ext>
              </a:extLst>
            </p:cNvPr>
            <p:cNvSpPr/>
            <p:nvPr/>
          </p:nvSpPr>
          <p:spPr bwMode="gray">
            <a:xfrm>
              <a:off x="61849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4" name="Forme libre : forme 5543">
              <a:extLst>
                <a:ext uri="{FF2B5EF4-FFF2-40B4-BE49-F238E27FC236}">
                  <a16:creationId xmlns:a16="http://schemas.microsoft.com/office/drawing/2014/main" id="{541AAE0C-8954-6D3E-3793-FEA6548E3EEA}"/>
                </a:ext>
              </a:extLst>
            </p:cNvPr>
            <p:cNvSpPr/>
            <p:nvPr/>
          </p:nvSpPr>
          <p:spPr bwMode="gray">
            <a:xfrm>
              <a:off x="613664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5" name="Forme libre : forme 5544">
              <a:extLst>
                <a:ext uri="{FF2B5EF4-FFF2-40B4-BE49-F238E27FC236}">
                  <a16:creationId xmlns:a16="http://schemas.microsoft.com/office/drawing/2014/main" id="{EDD9D1A8-F017-2A87-B6BE-F4EB259E2634}"/>
                </a:ext>
              </a:extLst>
            </p:cNvPr>
            <p:cNvSpPr/>
            <p:nvPr/>
          </p:nvSpPr>
          <p:spPr bwMode="gray">
            <a:xfrm>
              <a:off x="58915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6" name="Forme libre : forme 5545">
              <a:extLst>
                <a:ext uri="{FF2B5EF4-FFF2-40B4-BE49-F238E27FC236}">
                  <a16:creationId xmlns:a16="http://schemas.microsoft.com/office/drawing/2014/main" id="{B86971B6-00DF-B8FA-73AD-012370FCC1CD}"/>
                </a:ext>
              </a:extLst>
            </p:cNvPr>
            <p:cNvSpPr/>
            <p:nvPr/>
          </p:nvSpPr>
          <p:spPr bwMode="gray">
            <a:xfrm>
              <a:off x="58420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7" name="Forme libre : forme 5546">
              <a:extLst>
                <a:ext uri="{FF2B5EF4-FFF2-40B4-BE49-F238E27FC236}">
                  <a16:creationId xmlns:a16="http://schemas.microsoft.com/office/drawing/2014/main" id="{9BB10DEA-4990-5787-8AA7-13547D3161CC}"/>
                </a:ext>
              </a:extLst>
            </p:cNvPr>
            <p:cNvSpPr/>
            <p:nvPr/>
          </p:nvSpPr>
          <p:spPr bwMode="gray">
            <a:xfrm>
              <a:off x="579374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8" name="Forme libre : forme 5547">
              <a:extLst>
                <a:ext uri="{FF2B5EF4-FFF2-40B4-BE49-F238E27FC236}">
                  <a16:creationId xmlns:a16="http://schemas.microsoft.com/office/drawing/2014/main" id="{68B38E57-03C4-3AFA-C0BD-C9B1E7292086}"/>
                </a:ext>
              </a:extLst>
            </p:cNvPr>
            <p:cNvSpPr/>
            <p:nvPr/>
          </p:nvSpPr>
          <p:spPr bwMode="gray">
            <a:xfrm>
              <a:off x="574421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49" name="Forme libre : forme 5548">
              <a:extLst>
                <a:ext uri="{FF2B5EF4-FFF2-40B4-BE49-F238E27FC236}">
                  <a16:creationId xmlns:a16="http://schemas.microsoft.com/office/drawing/2014/main" id="{0A72D20E-6492-870F-C210-DC8BFE846B64}"/>
                </a:ext>
              </a:extLst>
            </p:cNvPr>
            <p:cNvSpPr/>
            <p:nvPr/>
          </p:nvSpPr>
          <p:spPr bwMode="gray">
            <a:xfrm>
              <a:off x="569595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0" name="Forme libre : forme 5549">
              <a:extLst>
                <a:ext uri="{FF2B5EF4-FFF2-40B4-BE49-F238E27FC236}">
                  <a16:creationId xmlns:a16="http://schemas.microsoft.com/office/drawing/2014/main" id="{686A9151-4C6D-E0E6-661D-3E8B05C6EAB2}"/>
                </a:ext>
              </a:extLst>
            </p:cNvPr>
            <p:cNvSpPr/>
            <p:nvPr/>
          </p:nvSpPr>
          <p:spPr bwMode="gray">
            <a:xfrm>
              <a:off x="56464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1" name="Forme libre : forme 5550">
              <a:extLst>
                <a:ext uri="{FF2B5EF4-FFF2-40B4-BE49-F238E27FC236}">
                  <a16:creationId xmlns:a16="http://schemas.microsoft.com/office/drawing/2014/main" id="{6C3311BB-1DF8-3EC1-6412-541BAFF6F58D}"/>
                </a:ext>
              </a:extLst>
            </p:cNvPr>
            <p:cNvSpPr/>
            <p:nvPr/>
          </p:nvSpPr>
          <p:spPr bwMode="gray">
            <a:xfrm>
              <a:off x="55968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2" name="Forme libre : forme 5551">
              <a:extLst>
                <a:ext uri="{FF2B5EF4-FFF2-40B4-BE49-F238E27FC236}">
                  <a16:creationId xmlns:a16="http://schemas.microsoft.com/office/drawing/2014/main" id="{79666285-F31D-80DE-0FF9-228108181A7F}"/>
                </a:ext>
              </a:extLst>
            </p:cNvPr>
            <p:cNvSpPr/>
            <p:nvPr/>
          </p:nvSpPr>
          <p:spPr bwMode="gray">
            <a:xfrm>
              <a:off x="52057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3" name="Forme libre : forme 5552">
              <a:extLst>
                <a:ext uri="{FF2B5EF4-FFF2-40B4-BE49-F238E27FC236}">
                  <a16:creationId xmlns:a16="http://schemas.microsoft.com/office/drawing/2014/main" id="{961861A4-A20C-5B83-0104-4D67D09A7103}"/>
                </a:ext>
              </a:extLst>
            </p:cNvPr>
            <p:cNvSpPr/>
            <p:nvPr/>
          </p:nvSpPr>
          <p:spPr bwMode="gray">
            <a:xfrm>
              <a:off x="51562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4" name="Forme libre : forme 5553">
              <a:extLst>
                <a:ext uri="{FF2B5EF4-FFF2-40B4-BE49-F238E27FC236}">
                  <a16:creationId xmlns:a16="http://schemas.microsoft.com/office/drawing/2014/main" id="{67EAC7E3-CDED-68D7-F30E-B5A7F46E1541}"/>
                </a:ext>
              </a:extLst>
            </p:cNvPr>
            <p:cNvSpPr/>
            <p:nvPr/>
          </p:nvSpPr>
          <p:spPr bwMode="gray">
            <a:xfrm>
              <a:off x="51066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5" name="Forme libre : forme 5554">
              <a:extLst>
                <a:ext uri="{FF2B5EF4-FFF2-40B4-BE49-F238E27FC236}">
                  <a16:creationId xmlns:a16="http://schemas.microsoft.com/office/drawing/2014/main" id="{F881AFD7-681C-3CEB-BA71-F377BE0F722A}"/>
                </a:ext>
              </a:extLst>
            </p:cNvPr>
            <p:cNvSpPr/>
            <p:nvPr/>
          </p:nvSpPr>
          <p:spPr bwMode="gray">
            <a:xfrm>
              <a:off x="505841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6" name="Forme libre : forme 5555">
              <a:extLst>
                <a:ext uri="{FF2B5EF4-FFF2-40B4-BE49-F238E27FC236}">
                  <a16:creationId xmlns:a16="http://schemas.microsoft.com/office/drawing/2014/main" id="{14F54831-64AA-5A3B-8643-B3014333DF32}"/>
                </a:ext>
              </a:extLst>
            </p:cNvPr>
            <p:cNvSpPr/>
            <p:nvPr/>
          </p:nvSpPr>
          <p:spPr bwMode="gray">
            <a:xfrm>
              <a:off x="500888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7" name="Forme libre : forme 5556">
              <a:extLst>
                <a:ext uri="{FF2B5EF4-FFF2-40B4-BE49-F238E27FC236}">
                  <a16:creationId xmlns:a16="http://schemas.microsoft.com/office/drawing/2014/main" id="{25EAB130-46D1-DB4E-F034-809F57BFD86C}"/>
                </a:ext>
              </a:extLst>
            </p:cNvPr>
            <p:cNvSpPr/>
            <p:nvPr/>
          </p:nvSpPr>
          <p:spPr bwMode="gray">
            <a:xfrm>
              <a:off x="49606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8" name="Forme libre : forme 5557">
              <a:extLst>
                <a:ext uri="{FF2B5EF4-FFF2-40B4-BE49-F238E27FC236}">
                  <a16:creationId xmlns:a16="http://schemas.microsoft.com/office/drawing/2014/main" id="{21A3AB6C-442B-67E6-2462-13F8107362FE}"/>
                </a:ext>
              </a:extLst>
            </p:cNvPr>
            <p:cNvSpPr/>
            <p:nvPr/>
          </p:nvSpPr>
          <p:spPr bwMode="gray">
            <a:xfrm>
              <a:off x="49110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59" name="Forme libre : forme 5558">
              <a:extLst>
                <a:ext uri="{FF2B5EF4-FFF2-40B4-BE49-F238E27FC236}">
                  <a16:creationId xmlns:a16="http://schemas.microsoft.com/office/drawing/2014/main" id="{5E0B8121-B58E-E859-3E91-C2F908822DB2}"/>
                </a:ext>
              </a:extLst>
            </p:cNvPr>
            <p:cNvSpPr/>
            <p:nvPr/>
          </p:nvSpPr>
          <p:spPr bwMode="gray">
            <a:xfrm>
              <a:off x="48615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0" name="Forme libre : forme 5559">
              <a:extLst>
                <a:ext uri="{FF2B5EF4-FFF2-40B4-BE49-F238E27FC236}">
                  <a16:creationId xmlns:a16="http://schemas.microsoft.com/office/drawing/2014/main" id="{0CBB8CEA-9467-FB6D-3A9D-881315318833}"/>
                </a:ext>
              </a:extLst>
            </p:cNvPr>
            <p:cNvSpPr/>
            <p:nvPr/>
          </p:nvSpPr>
          <p:spPr bwMode="gray">
            <a:xfrm>
              <a:off x="47637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1" name="Forme libre : forme 5560">
              <a:extLst>
                <a:ext uri="{FF2B5EF4-FFF2-40B4-BE49-F238E27FC236}">
                  <a16:creationId xmlns:a16="http://schemas.microsoft.com/office/drawing/2014/main" id="{D3A290EE-F93A-0B14-1C28-F9D9180F8F82}"/>
                </a:ext>
              </a:extLst>
            </p:cNvPr>
            <p:cNvSpPr/>
            <p:nvPr/>
          </p:nvSpPr>
          <p:spPr bwMode="gray">
            <a:xfrm>
              <a:off x="471551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2" name="Forme libre : forme 5561">
              <a:extLst>
                <a:ext uri="{FF2B5EF4-FFF2-40B4-BE49-F238E27FC236}">
                  <a16:creationId xmlns:a16="http://schemas.microsoft.com/office/drawing/2014/main" id="{5960550D-926E-375F-0413-5636B3DC6961}"/>
                </a:ext>
              </a:extLst>
            </p:cNvPr>
            <p:cNvSpPr/>
            <p:nvPr/>
          </p:nvSpPr>
          <p:spPr bwMode="gray">
            <a:xfrm>
              <a:off x="466598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3" name="Forme libre : forme 5562">
              <a:extLst>
                <a:ext uri="{FF2B5EF4-FFF2-40B4-BE49-F238E27FC236}">
                  <a16:creationId xmlns:a16="http://schemas.microsoft.com/office/drawing/2014/main" id="{44982AE3-1D71-0791-A716-5E891F8688ED}"/>
                </a:ext>
              </a:extLst>
            </p:cNvPr>
            <p:cNvSpPr/>
            <p:nvPr/>
          </p:nvSpPr>
          <p:spPr bwMode="gray">
            <a:xfrm>
              <a:off x="46177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4" name="Forme libre : forme 5563">
              <a:extLst>
                <a:ext uri="{FF2B5EF4-FFF2-40B4-BE49-F238E27FC236}">
                  <a16:creationId xmlns:a16="http://schemas.microsoft.com/office/drawing/2014/main" id="{A213C197-201D-8C77-F67A-CC2F8521700E}"/>
                </a:ext>
              </a:extLst>
            </p:cNvPr>
            <p:cNvSpPr/>
            <p:nvPr/>
          </p:nvSpPr>
          <p:spPr bwMode="gray">
            <a:xfrm>
              <a:off x="45681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5" name="Forme libre : forme 5564">
              <a:extLst>
                <a:ext uri="{FF2B5EF4-FFF2-40B4-BE49-F238E27FC236}">
                  <a16:creationId xmlns:a16="http://schemas.microsoft.com/office/drawing/2014/main" id="{6833B6D9-A195-B798-FA8A-7447D8B33AA8}"/>
                </a:ext>
              </a:extLst>
            </p:cNvPr>
            <p:cNvSpPr/>
            <p:nvPr/>
          </p:nvSpPr>
          <p:spPr bwMode="gray">
            <a:xfrm>
              <a:off x="45186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6" name="Forme libre : forme 5565">
              <a:extLst>
                <a:ext uri="{FF2B5EF4-FFF2-40B4-BE49-F238E27FC236}">
                  <a16:creationId xmlns:a16="http://schemas.microsoft.com/office/drawing/2014/main" id="{8DA01DC1-CAF6-CAC1-15EE-64851A3461F0}"/>
                </a:ext>
              </a:extLst>
            </p:cNvPr>
            <p:cNvSpPr/>
            <p:nvPr/>
          </p:nvSpPr>
          <p:spPr bwMode="gray">
            <a:xfrm>
              <a:off x="44704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7" name="Forme libre : forme 5566">
              <a:extLst>
                <a:ext uri="{FF2B5EF4-FFF2-40B4-BE49-F238E27FC236}">
                  <a16:creationId xmlns:a16="http://schemas.microsoft.com/office/drawing/2014/main" id="{5DDC9C25-5844-C5A9-831B-ED6E4497E0E6}"/>
                </a:ext>
              </a:extLst>
            </p:cNvPr>
            <p:cNvSpPr/>
            <p:nvPr/>
          </p:nvSpPr>
          <p:spPr bwMode="gray">
            <a:xfrm>
              <a:off x="44208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8" name="Forme libre : forme 5567">
              <a:extLst>
                <a:ext uri="{FF2B5EF4-FFF2-40B4-BE49-F238E27FC236}">
                  <a16:creationId xmlns:a16="http://schemas.microsoft.com/office/drawing/2014/main" id="{4F7C707D-6C21-8FDF-5001-DFF7BF690A04}"/>
                </a:ext>
              </a:extLst>
            </p:cNvPr>
            <p:cNvSpPr/>
            <p:nvPr/>
          </p:nvSpPr>
          <p:spPr bwMode="gray">
            <a:xfrm>
              <a:off x="437261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69" name="Forme libre : forme 5568">
              <a:extLst>
                <a:ext uri="{FF2B5EF4-FFF2-40B4-BE49-F238E27FC236}">
                  <a16:creationId xmlns:a16="http://schemas.microsoft.com/office/drawing/2014/main" id="{BEF2A4D2-4A57-D3C0-E494-421BF2C29FCD}"/>
                </a:ext>
              </a:extLst>
            </p:cNvPr>
            <p:cNvSpPr/>
            <p:nvPr/>
          </p:nvSpPr>
          <p:spPr bwMode="gray">
            <a:xfrm>
              <a:off x="432308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0" name="Forme libre : forme 5569">
              <a:extLst>
                <a:ext uri="{FF2B5EF4-FFF2-40B4-BE49-F238E27FC236}">
                  <a16:creationId xmlns:a16="http://schemas.microsoft.com/office/drawing/2014/main" id="{1ABCE109-A8CE-51FC-7333-2214F04F91E3}"/>
                </a:ext>
              </a:extLst>
            </p:cNvPr>
            <p:cNvSpPr/>
            <p:nvPr/>
          </p:nvSpPr>
          <p:spPr bwMode="gray">
            <a:xfrm>
              <a:off x="427355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1" name="Forme libre : forme 5570">
              <a:extLst>
                <a:ext uri="{FF2B5EF4-FFF2-40B4-BE49-F238E27FC236}">
                  <a16:creationId xmlns:a16="http://schemas.microsoft.com/office/drawing/2014/main" id="{5D255743-0C8C-EA4D-C42E-37AD15F21F29}"/>
                </a:ext>
              </a:extLst>
            </p:cNvPr>
            <p:cNvSpPr/>
            <p:nvPr/>
          </p:nvSpPr>
          <p:spPr bwMode="gray">
            <a:xfrm>
              <a:off x="42252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2" name="Forme libre : forme 5571">
              <a:extLst>
                <a:ext uri="{FF2B5EF4-FFF2-40B4-BE49-F238E27FC236}">
                  <a16:creationId xmlns:a16="http://schemas.microsoft.com/office/drawing/2014/main" id="{10B22084-65C9-92BB-5C2C-44E1EFF48BCC}"/>
                </a:ext>
              </a:extLst>
            </p:cNvPr>
            <p:cNvSpPr/>
            <p:nvPr/>
          </p:nvSpPr>
          <p:spPr bwMode="gray">
            <a:xfrm>
              <a:off x="41757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3" name="Forme libre : forme 5572">
              <a:extLst>
                <a:ext uri="{FF2B5EF4-FFF2-40B4-BE49-F238E27FC236}">
                  <a16:creationId xmlns:a16="http://schemas.microsoft.com/office/drawing/2014/main" id="{E95541C8-DC8F-E9A1-D569-942E27677C5E}"/>
                </a:ext>
              </a:extLst>
            </p:cNvPr>
            <p:cNvSpPr/>
            <p:nvPr/>
          </p:nvSpPr>
          <p:spPr bwMode="gray">
            <a:xfrm>
              <a:off x="41275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4" name="Forme libre : forme 5573">
              <a:extLst>
                <a:ext uri="{FF2B5EF4-FFF2-40B4-BE49-F238E27FC236}">
                  <a16:creationId xmlns:a16="http://schemas.microsoft.com/office/drawing/2014/main" id="{69433710-0DA5-97C8-FDE5-F8E99ACB5AA5}"/>
                </a:ext>
              </a:extLst>
            </p:cNvPr>
            <p:cNvSpPr/>
            <p:nvPr/>
          </p:nvSpPr>
          <p:spPr bwMode="gray">
            <a:xfrm>
              <a:off x="40779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5" name="Forme libre : forme 5574">
              <a:extLst>
                <a:ext uri="{FF2B5EF4-FFF2-40B4-BE49-F238E27FC236}">
                  <a16:creationId xmlns:a16="http://schemas.microsoft.com/office/drawing/2014/main" id="{7EF9B085-BDD5-119D-70EC-D493FAC1BA15}"/>
                </a:ext>
              </a:extLst>
            </p:cNvPr>
            <p:cNvSpPr/>
            <p:nvPr/>
          </p:nvSpPr>
          <p:spPr bwMode="gray">
            <a:xfrm>
              <a:off x="402844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6" name="Forme libre : forme 5575">
              <a:extLst>
                <a:ext uri="{FF2B5EF4-FFF2-40B4-BE49-F238E27FC236}">
                  <a16:creationId xmlns:a16="http://schemas.microsoft.com/office/drawing/2014/main" id="{6B0AAEF3-7259-97B3-F705-2EA306A17AF0}"/>
                </a:ext>
              </a:extLst>
            </p:cNvPr>
            <p:cNvSpPr/>
            <p:nvPr/>
          </p:nvSpPr>
          <p:spPr bwMode="gray">
            <a:xfrm>
              <a:off x="398018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7" name="Forme libre : forme 5576">
              <a:extLst>
                <a:ext uri="{FF2B5EF4-FFF2-40B4-BE49-F238E27FC236}">
                  <a16:creationId xmlns:a16="http://schemas.microsoft.com/office/drawing/2014/main" id="{2ECCA3B8-5EA0-25A8-3496-211894399737}"/>
                </a:ext>
              </a:extLst>
            </p:cNvPr>
            <p:cNvSpPr/>
            <p:nvPr/>
          </p:nvSpPr>
          <p:spPr bwMode="gray">
            <a:xfrm>
              <a:off x="393065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8" name="Forme libre : forme 5577">
              <a:extLst>
                <a:ext uri="{FF2B5EF4-FFF2-40B4-BE49-F238E27FC236}">
                  <a16:creationId xmlns:a16="http://schemas.microsoft.com/office/drawing/2014/main" id="{A5905C5F-7109-0CA2-CD40-F2297E8CECE6}"/>
                </a:ext>
              </a:extLst>
            </p:cNvPr>
            <p:cNvSpPr/>
            <p:nvPr/>
          </p:nvSpPr>
          <p:spPr bwMode="gray">
            <a:xfrm>
              <a:off x="38823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79" name="Forme libre : forme 5578">
              <a:extLst>
                <a:ext uri="{FF2B5EF4-FFF2-40B4-BE49-F238E27FC236}">
                  <a16:creationId xmlns:a16="http://schemas.microsoft.com/office/drawing/2014/main" id="{B435B147-C012-F5FE-5762-E196776A0489}"/>
                </a:ext>
              </a:extLst>
            </p:cNvPr>
            <p:cNvSpPr/>
            <p:nvPr/>
          </p:nvSpPr>
          <p:spPr bwMode="gray">
            <a:xfrm>
              <a:off x="38328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0" name="Forme libre : forme 5579">
              <a:extLst>
                <a:ext uri="{FF2B5EF4-FFF2-40B4-BE49-F238E27FC236}">
                  <a16:creationId xmlns:a16="http://schemas.microsoft.com/office/drawing/2014/main" id="{E35940D4-931B-1421-A7E2-CB727DEF4941}"/>
                </a:ext>
              </a:extLst>
            </p:cNvPr>
            <p:cNvSpPr/>
            <p:nvPr/>
          </p:nvSpPr>
          <p:spPr bwMode="gray">
            <a:xfrm>
              <a:off x="37833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1" name="Forme libre : forme 5580">
              <a:extLst>
                <a:ext uri="{FF2B5EF4-FFF2-40B4-BE49-F238E27FC236}">
                  <a16:creationId xmlns:a16="http://schemas.microsoft.com/office/drawing/2014/main" id="{7156F88B-B67F-A258-9F22-F0257D59340D}"/>
                </a:ext>
              </a:extLst>
            </p:cNvPr>
            <p:cNvSpPr/>
            <p:nvPr/>
          </p:nvSpPr>
          <p:spPr bwMode="gray">
            <a:xfrm>
              <a:off x="37350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2" name="Forme libre : forme 5581">
              <a:extLst>
                <a:ext uri="{FF2B5EF4-FFF2-40B4-BE49-F238E27FC236}">
                  <a16:creationId xmlns:a16="http://schemas.microsoft.com/office/drawing/2014/main" id="{DE44D532-5593-D886-54FE-C1FDBFD3D354}"/>
                </a:ext>
              </a:extLst>
            </p:cNvPr>
            <p:cNvSpPr/>
            <p:nvPr/>
          </p:nvSpPr>
          <p:spPr bwMode="gray">
            <a:xfrm>
              <a:off x="368554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3" name="Forme libre : forme 5582">
              <a:extLst>
                <a:ext uri="{FF2B5EF4-FFF2-40B4-BE49-F238E27FC236}">
                  <a16:creationId xmlns:a16="http://schemas.microsoft.com/office/drawing/2014/main" id="{2B9D6E0B-640E-21EE-46E1-B62F27499DBB}"/>
                </a:ext>
              </a:extLst>
            </p:cNvPr>
            <p:cNvSpPr/>
            <p:nvPr/>
          </p:nvSpPr>
          <p:spPr bwMode="gray">
            <a:xfrm>
              <a:off x="363728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4" name="Forme libre : forme 5583">
              <a:extLst>
                <a:ext uri="{FF2B5EF4-FFF2-40B4-BE49-F238E27FC236}">
                  <a16:creationId xmlns:a16="http://schemas.microsoft.com/office/drawing/2014/main" id="{A43FDA31-AFAD-BB9C-7E89-39DA1425649E}"/>
                </a:ext>
              </a:extLst>
            </p:cNvPr>
            <p:cNvSpPr/>
            <p:nvPr/>
          </p:nvSpPr>
          <p:spPr bwMode="gray">
            <a:xfrm>
              <a:off x="358775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5" name="Forme libre : forme 5584">
              <a:extLst>
                <a:ext uri="{FF2B5EF4-FFF2-40B4-BE49-F238E27FC236}">
                  <a16:creationId xmlns:a16="http://schemas.microsoft.com/office/drawing/2014/main" id="{6CF67786-3A34-E9E9-E8B0-A83E8B923112}"/>
                </a:ext>
              </a:extLst>
            </p:cNvPr>
            <p:cNvSpPr/>
            <p:nvPr/>
          </p:nvSpPr>
          <p:spPr bwMode="gray">
            <a:xfrm>
              <a:off x="35382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6" name="Forme libre : forme 5585">
              <a:extLst>
                <a:ext uri="{FF2B5EF4-FFF2-40B4-BE49-F238E27FC236}">
                  <a16:creationId xmlns:a16="http://schemas.microsoft.com/office/drawing/2014/main" id="{94E239D8-2FFA-B6A0-A1FB-189699155384}"/>
                </a:ext>
              </a:extLst>
            </p:cNvPr>
            <p:cNvSpPr/>
            <p:nvPr/>
          </p:nvSpPr>
          <p:spPr bwMode="gray">
            <a:xfrm>
              <a:off x="348996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7" name="Forme libre : forme 5586">
              <a:extLst>
                <a:ext uri="{FF2B5EF4-FFF2-40B4-BE49-F238E27FC236}">
                  <a16:creationId xmlns:a16="http://schemas.microsoft.com/office/drawing/2014/main" id="{69C1D257-DF0C-63AC-47D5-4516FC400041}"/>
                </a:ext>
              </a:extLst>
            </p:cNvPr>
            <p:cNvSpPr/>
            <p:nvPr/>
          </p:nvSpPr>
          <p:spPr bwMode="gray">
            <a:xfrm>
              <a:off x="34404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8" name="Forme libre : forme 5587">
              <a:extLst>
                <a:ext uri="{FF2B5EF4-FFF2-40B4-BE49-F238E27FC236}">
                  <a16:creationId xmlns:a16="http://schemas.microsoft.com/office/drawing/2014/main" id="{ECE6A47D-E8D7-8EF0-701B-DC5A36DDDB25}"/>
                </a:ext>
              </a:extLst>
            </p:cNvPr>
            <p:cNvSpPr/>
            <p:nvPr/>
          </p:nvSpPr>
          <p:spPr bwMode="gray">
            <a:xfrm>
              <a:off x="216662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89" name="Forme libre : forme 5588">
              <a:extLst>
                <a:ext uri="{FF2B5EF4-FFF2-40B4-BE49-F238E27FC236}">
                  <a16:creationId xmlns:a16="http://schemas.microsoft.com/office/drawing/2014/main" id="{C7AE2051-5854-3C9B-CBC1-C3DE7245EC48}"/>
                </a:ext>
              </a:extLst>
            </p:cNvPr>
            <p:cNvSpPr/>
            <p:nvPr/>
          </p:nvSpPr>
          <p:spPr bwMode="gray">
            <a:xfrm>
              <a:off x="211709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0" name="Forme libre : forme 5589">
              <a:extLst>
                <a:ext uri="{FF2B5EF4-FFF2-40B4-BE49-F238E27FC236}">
                  <a16:creationId xmlns:a16="http://schemas.microsoft.com/office/drawing/2014/main" id="{0978C6A3-4C5F-26BE-0AE9-7F3F6B536F4B}"/>
                </a:ext>
              </a:extLst>
            </p:cNvPr>
            <p:cNvSpPr/>
            <p:nvPr/>
          </p:nvSpPr>
          <p:spPr bwMode="gray">
            <a:xfrm>
              <a:off x="206883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1" name="Forme libre : forme 5590">
              <a:extLst>
                <a:ext uri="{FF2B5EF4-FFF2-40B4-BE49-F238E27FC236}">
                  <a16:creationId xmlns:a16="http://schemas.microsoft.com/office/drawing/2014/main" id="{0809D00A-E520-7B60-D519-E2CC3D242C84}"/>
                </a:ext>
              </a:extLst>
            </p:cNvPr>
            <p:cNvSpPr/>
            <p:nvPr/>
          </p:nvSpPr>
          <p:spPr bwMode="gray">
            <a:xfrm>
              <a:off x="20193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2" name="Forme libre : forme 5591">
              <a:extLst>
                <a:ext uri="{FF2B5EF4-FFF2-40B4-BE49-F238E27FC236}">
                  <a16:creationId xmlns:a16="http://schemas.microsoft.com/office/drawing/2014/main" id="{10E390F5-2301-1CDF-CFB5-80EF52106E50}"/>
                </a:ext>
              </a:extLst>
            </p:cNvPr>
            <p:cNvSpPr/>
            <p:nvPr/>
          </p:nvSpPr>
          <p:spPr bwMode="gray">
            <a:xfrm>
              <a:off x="167640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3" name="Forme libre : forme 5592">
              <a:extLst>
                <a:ext uri="{FF2B5EF4-FFF2-40B4-BE49-F238E27FC236}">
                  <a16:creationId xmlns:a16="http://schemas.microsoft.com/office/drawing/2014/main" id="{21914EA4-B69D-7806-2F54-8E0411CB18B8}"/>
                </a:ext>
              </a:extLst>
            </p:cNvPr>
            <p:cNvSpPr/>
            <p:nvPr/>
          </p:nvSpPr>
          <p:spPr bwMode="gray">
            <a:xfrm>
              <a:off x="1626870" y="36106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4" name="Forme libre : forme 5593">
              <a:extLst>
                <a:ext uri="{FF2B5EF4-FFF2-40B4-BE49-F238E27FC236}">
                  <a16:creationId xmlns:a16="http://schemas.microsoft.com/office/drawing/2014/main" id="{8771F55B-5775-D4AC-09B6-92D42E8596E4}"/>
                </a:ext>
              </a:extLst>
            </p:cNvPr>
            <p:cNvSpPr/>
            <p:nvPr/>
          </p:nvSpPr>
          <p:spPr bwMode="gray">
            <a:xfrm>
              <a:off x="157861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5" name="Forme libre : forme 5594">
              <a:extLst>
                <a:ext uri="{FF2B5EF4-FFF2-40B4-BE49-F238E27FC236}">
                  <a16:creationId xmlns:a16="http://schemas.microsoft.com/office/drawing/2014/main" id="{8A878911-9175-386B-52F9-3B14AB8A9428}"/>
                </a:ext>
              </a:extLst>
            </p:cNvPr>
            <p:cNvSpPr/>
            <p:nvPr/>
          </p:nvSpPr>
          <p:spPr bwMode="gray">
            <a:xfrm>
              <a:off x="152908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6" name="Forme libre : forme 5595">
              <a:extLst>
                <a:ext uri="{FF2B5EF4-FFF2-40B4-BE49-F238E27FC236}">
                  <a16:creationId xmlns:a16="http://schemas.microsoft.com/office/drawing/2014/main" id="{ADF498B6-438A-A025-D04E-70D126D37151}"/>
                </a:ext>
              </a:extLst>
            </p:cNvPr>
            <p:cNvSpPr/>
            <p:nvPr/>
          </p:nvSpPr>
          <p:spPr bwMode="gray">
            <a:xfrm>
              <a:off x="148082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7" name="Forme libre : forme 5596">
              <a:extLst>
                <a:ext uri="{FF2B5EF4-FFF2-40B4-BE49-F238E27FC236}">
                  <a16:creationId xmlns:a16="http://schemas.microsoft.com/office/drawing/2014/main" id="{8D3EBC2E-8CEB-8902-F504-B4349FA1B276}"/>
                </a:ext>
              </a:extLst>
            </p:cNvPr>
            <p:cNvSpPr/>
            <p:nvPr/>
          </p:nvSpPr>
          <p:spPr bwMode="gray">
            <a:xfrm>
              <a:off x="143129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8" name="Forme libre : forme 5597">
              <a:extLst>
                <a:ext uri="{FF2B5EF4-FFF2-40B4-BE49-F238E27FC236}">
                  <a16:creationId xmlns:a16="http://schemas.microsoft.com/office/drawing/2014/main" id="{5DD879FD-F9B9-3912-4EFF-8FDBDB40B387}"/>
                </a:ext>
              </a:extLst>
            </p:cNvPr>
            <p:cNvSpPr/>
            <p:nvPr/>
          </p:nvSpPr>
          <p:spPr bwMode="gray">
            <a:xfrm>
              <a:off x="138176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99" name="Forme libre : forme 5598">
              <a:extLst>
                <a:ext uri="{FF2B5EF4-FFF2-40B4-BE49-F238E27FC236}">
                  <a16:creationId xmlns:a16="http://schemas.microsoft.com/office/drawing/2014/main" id="{A6A929F3-9356-4326-3D1B-D6257C215109}"/>
                </a:ext>
              </a:extLst>
            </p:cNvPr>
            <p:cNvSpPr/>
            <p:nvPr/>
          </p:nvSpPr>
          <p:spPr bwMode="gray">
            <a:xfrm>
              <a:off x="1333500" y="36106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0" name="Forme libre : forme 5599">
              <a:extLst>
                <a:ext uri="{FF2B5EF4-FFF2-40B4-BE49-F238E27FC236}">
                  <a16:creationId xmlns:a16="http://schemas.microsoft.com/office/drawing/2014/main" id="{0DA9143E-66A8-E4E2-9AE9-EB9344271340}"/>
                </a:ext>
              </a:extLst>
            </p:cNvPr>
            <p:cNvSpPr/>
            <p:nvPr/>
          </p:nvSpPr>
          <p:spPr bwMode="gray">
            <a:xfrm>
              <a:off x="6529069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1" name="Forme libre : forme 5600">
              <a:extLst>
                <a:ext uri="{FF2B5EF4-FFF2-40B4-BE49-F238E27FC236}">
                  <a16:creationId xmlns:a16="http://schemas.microsoft.com/office/drawing/2014/main" id="{34A3B9C1-3A18-4F90-D372-C7626F1A142D}"/>
                </a:ext>
              </a:extLst>
            </p:cNvPr>
            <p:cNvSpPr/>
            <p:nvPr/>
          </p:nvSpPr>
          <p:spPr bwMode="gray">
            <a:xfrm>
              <a:off x="647954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2" name="Forme libre : forme 5601">
              <a:extLst>
                <a:ext uri="{FF2B5EF4-FFF2-40B4-BE49-F238E27FC236}">
                  <a16:creationId xmlns:a16="http://schemas.microsoft.com/office/drawing/2014/main" id="{4467A357-CED4-9180-04DC-D49254A3FC97}"/>
                </a:ext>
              </a:extLst>
            </p:cNvPr>
            <p:cNvSpPr/>
            <p:nvPr/>
          </p:nvSpPr>
          <p:spPr bwMode="gray">
            <a:xfrm>
              <a:off x="638175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3" name="Forme libre : forme 5602">
              <a:extLst>
                <a:ext uri="{FF2B5EF4-FFF2-40B4-BE49-F238E27FC236}">
                  <a16:creationId xmlns:a16="http://schemas.microsoft.com/office/drawing/2014/main" id="{07F6EDD9-4455-9DEC-4738-06C8CEFEF983}"/>
                </a:ext>
              </a:extLst>
            </p:cNvPr>
            <p:cNvSpPr/>
            <p:nvPr/>
          </p:nvSpPr>
          <p:spPr bwMode="gray">
            <a:xfrm>
              <a:off x="633222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4" name="Forme libre : forme 5603">
              <a:extLst>
                <a:ext uri="{FF2B5EF4-FFF2-40B4-BE49-F238E27FC236}">
                  <a16:creationId xmlns:a16="http://schemas.microsoft.com/office/drawing/2014/main" id="{9AE3FB98-F880-75F1-C70F-991140FA84E0}"/>
                </a:ext>
              </a:extLst>
            </p:cNvPr>
            <p:cNvSpPr/>
            <p:nvPr/>
          </p:nvSpPr>
          <p:spPr bwMode="gray">
            <a:xfrm>
              <a:off x="62839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5" name="Forme libre : forme 5604">
              <a:extLst>
                <a:ext uri="{FF2B5EF4-FFF2-40B4-BE49-F238E27FC236}">
                  <a16:creationId xmlns:a16="http://schemas.microsoft.com/office/drawing/2014/main" id="{D78AAE95-D561-62D1-37F7-714E974BF27E}"/>
                </a:ext>
              </a:extLst>
            </p:cNvPr>
            <p:cNvSpPr/>
            <p:nvPr/>
          </p:nvSpPr>
          <p:spPr bwMode="gray">
            <a:xfrm>
              <a:off x="62344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6" name="Forme libre : forme 5605">
              <a:extLst>
                <a:ext uri="{FF2B5EF4-FFF2-40B4-BE49-F238E27FC236}">
                  <a16:creationId xmlns:a16="http://schemas.microsoft.com/office/drawing/2014/main" id="{F9F8B7E6-75A6-96AD-7624-808F36999C55}"/>
                </a:ext>
              </a:extLst>
            </p:cNvPr>
            <p:cNvSpPr/>
            <p:nvPr/>
          </p:nvSpPr>
          <p:spPr bwMode="gray">
            <a:xfrm>
              <a:off x="61849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7" name="Forme libre : forme 5606">
              <a:extLst>
                <a:ext uri="{FF2B5EF4-FFF2-40B4-BE49-F238E27FC236}">
                  <a16:creationId xmlns:a16="http://schemas.microsoft.com/office/drawing/2014/main" id="{93AD6F2F-13CF-5CC3-E25D-A4712AECB400}"/>
                </a:ext>
              </a:extLst>
            </p:cNvPr>
            <p:cNvSpPr/>
            <p:nvPr/>
          </p:nvSpPr>
          <p:spPr bwMode="gray">
            <a:xfrm>
              <a:off x="613664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8" name="Forme libre : forme 5607">
              <a:extLst>
                <a:ext uri="{FF2B5EF4-FFF2-40B4-BE49-F238E27FC236}">
                  <a16:creationId xmlns:a16="http://schemas.microsoft.com/office/drawing/2014/main" id="{6F75FF51-4CB5-58BA-5E05-30A2D03AD7E4}"/>
                </a:ext>
              </a:extLst>
            </p:cNvPr>
            <p:cNvSpPr/>
            <p:nvPr/>
          </p:nvSpPr>
          <p:spPr bwMode="gray">
            <a:xfrm>
              <a:off x="608711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09" name="Forme libre : forme 5608">
              <a:extLst>
                <a:ext uri="{FF2B5EF4-FFF2-40B4-BE49-F238E27FC236}">
                  <a16:creationId xmlns:a16="http://schemas.microsoft.com/office/drawing/2014/main" id="{B2A08B0C-76B9-6BB1-132A-F712DDA39734}"/>
                </a:ext>
              </a:extLst>
            </p:cNvPr>
            <p:cNvSpPr/>
            <p:nvPr/>
          </p:nvSpPr>
          <p:spPr bwMode="gray">
            <a:xfrm>
              <a:off x="58915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0" name="Forme libre : forme 5609">
              <a:extLst>
                <a:ext uri="{FF2B5EF4-FFF2-40B4-BE49-F238E27FC236}">
                  <a16:creationId xmlns:a16="http://schemas.microsoft.com/office/drawing/2014/main" id="{9E8FDED4-9AF4-CAB2-07A8-20736DBEFF14}"/>
                </a:ext>
              </a:extLst>
            </p:cNvPr>
            <p:cNvSpPr/>
            <p:nvPr/>
          </p:nvSpPr>
          <p:spPr bwMode="gray">
            <a:xfrm>
              <a:off x="58420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1" name="Forme libre : forme 5610">
              <a:extLst>
                <a:ext uri="{FF2B5EF4-FFF2-40B4-BE49-F238E27FC236}">
                  <a16:creationId xmlns:a16="http://schemas.microsoft.com/office/drawing/2014/main" id="{856A5F22-07EE-F1F2-8173-4F8D5E024300}"/>
                </a:ext>
              </a:extLst>
            </p:cNvPr>
            <p:cNvSpPr/>
            <p:nvPr/>
          </p:nvSpPr>
          <p:spPr bwMode="gray">
            <a:xfrm>
              <a:off x="579374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2" name="Forme libre : forme 5611">
              <a:extLst>
                <a:ext uri="{FF2B5EF4-FFF2-40B4-BE49-F238E27FC236}">
                  <a16:creationId xmlns:a16="http://schemas.microsoft.com/office/drawing/2014/main" id="{43207B87-F223-E5D2-824A-3B4553EDC5F1}"/>
                </a:ext>
              </a:extLst>
            </p:cNvPr>
            <p:cNvSpPr/>
            <p:nvPr/>
          </p:nvSpPr>
          <p:spPr bwMode="gray">
            <a:xfrm>
              <a:off x="574421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3" name="Forme libre : forme 5612">
              <a:extLst>
                <a:ext uri="{FF2B5EF4-FFF2-40B4-BE49-F238E27FC236}">
                  <a16:creationId xmlns:a16="http://schemas.microsoft.com/office/drawing/2014/main" id="{CFEBC0A9-8FDF-024B-868C-8E3BE27B66ED}"/>
                </a:ext>
              </a:extLst>
            </p:cNvPr>
            <p:cNvSpPr/>
            <p:nvPr/>
          </p:nvSpPr>
          <p:spPr bwMode="gray">
            <a:xfrm>
              <a:off x="569595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4" name="Forme libre : forme 5613">
              <a:extLst>
                <a:ext uri="{FF2B5EF4-FFF2-40B4-BE49-F238E27FC236}">
                  <a16:creationId xmlns:a16="http://schemas.microsoft.com/office/drawing/2014/main" id="{AAD610B5-42A8-9A0C-7796-EB1B8BE69127}"/>
                </a:ext>
              </a:extLst>
            </p:cNvPr>
            <p:cNvSpPr/>
            <p:nvPr/>
          </p:nvSpPr>
          <p:spPr bwMode="gray">
            <a:xfrm>
              <a:off x="564642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5" name="Forme libre : forme 5614">
              <a:extLst>
                <a:ext uri="{FF2B5EF4-FFF2-40B4-BE49-F238E27FC236}">
                  <a16:creationId xmlns:a16="http://schemas.microsoft.com/office/drawing/2014/main" id="{0FEEACBC-DA24-BF59-CE1C-87E2D7098324}"/>
                </a:ext>
              </a:extLst>
            </p:cNvPr>
            <p:cNvSpPr/>
            <p:nvPr/>
          </p:nvSpPr>
          <p:spPr bwMode="gray">
            <a:xfrm>
              <a:off x="55968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6" name="Forme libre : forme 5615">
              <a:extLst>
                <a:ext uri="{FF2B5EF4-FFF2-40B4-BE49-F238E27FC236}">
                  <a16:creationId xmlns:a16="http://schemas.microsoft.com/office/drawing/2014/main" id="{726D9B04-2E1C-E853-FED0-7D99E51B01F0}"/>
                </a:ext>
              </a:extLst>
            </p:cNvPr>
            <p:cNvSpPr/>
            <p:nvPr/>
          </p:nvSpPr>
          <p:spPr bwMode="gray">
            <a:xfrm>
              <a:off x="52539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7" name="Forme libre : forme 5616">
              <a:extLst>
                <a:ext uri="{FF2B5EF4-FFF2-40B4-BE49-F238E27FC236}">
                  <a16:creationId xmlns:a16="http://schemas.microsoft.com/office/drawing/2014/main" id="{F2F29D23-125B-D278-C119-18A8D0263E9A}"/>
                </a:ext>
              </a:extLst>
            </p:cNvPr>
            <p:cNvSpPr/>
            <p:nvPr/>
          </p:nvSpPr>
          <p:spPr bwMode="gray">
            <a:xfrm>
              <a:off x="52057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8" name="Forme libre : forme 5617">
              <a:extLst>
                <a:ext uri="{FF2B5EF4-FFF2-40B4-BE49-F238E27FC236}">
                  <a16:creationId xmlns:a16="http://schemas.microsoft.com/office/drawing/2014/main" id="{68681C12-8800-5A69-F38F-464F2410F66D}"/>
                </a:ext>
              </a:extLst>
            </p:cNvPr>
            <p:cNvSpPr/>
            <p:nvPr/>
          </p:nvSpPr>
          <p:spPr bwMode="gray">
            <a:xfrm>
              <a:off x="51562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19" name="Forme libre : forme 5618">
              <a:extLst>
                <a:ext uri="{FF2B5EF4-FFF2-40B4-BE49-F238E27FC236}">
                  <a16:creationId xmlns:a16="http://schemas.microsoft.com/office/drawing/2014/main" id="{DE297A73-71E3-06CF-6ED7-A75F8AD4DD67}"/>
                </a:ext>
              </a:extLst>
            </p:cNvPr>
            <p:cNvSpPr/>
            <p:nvPr/>
          </p:nvSpPr>
          <p:spPr bwMode="gray">
            <a:xfrm>
              <a:off x="51066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0" name="Forme libre : forme 5619">
              <a:extLst>
                <a:ext uri="{FF2B5EF4-FFF2-40B4-BE49-F238E27FC236}">
                  <a16:creationId xmlns:a16="http://schemas.microsoft.com/office/drawing/2014/main" id="{F1272A23-24EA-E473-9031-4B5BDE4C13CD}"/>
                </a:ext>
              </a:extLst>
            </p:cNvPr>
            <p:cNvSpPr/>
            <p:nvPr/>
          </p:nvSpPr>
          <p:spPr bwMode="gray">
            <a:xfrm>
              <a:off x="505841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1" name="Forme libre : forme 5620">
              <a:extLst>
                <a:ext uri="{FF2B5EF4-FFF2-40B4-BE49-F238E27FC236}">
                  <a16:creationId xmlns:a16="http://schemas.microsoft.com/office/drawing/2014/main" id="{BC66361D-A432-EEA4-B869-CF743D240C3B}"/>
                </a:ext>
              </a:extLst>
            </p:cNvPr>
            <p:cNvSpPr/>
            <p:nvPr/>
          </p:nvSpPr>
          <p:spPr bwMode="gray">
            <a:xfrm>
              <a:off x="500888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2" name="Forme libre : forme 5621">
              <a:extLst>
                <a:ext uri="{FF2B5EF4-FFF2-40B4-BE49-F238E27FC236}">
                  <a16:creationId xmlns:a16="http://schemas.microsoft.com/office/drawing/2014/main" id="{F04AFB3B-3CD1-4AA2-4C5A-118BD790152C}"/>
                </a:ext>
              </a:extLst>
            </p:cNvPr>
            <p:cNvSpPr/>
            <p:nvPr/>
          </p:nvSpPr>
          <p:spPr bwMode="gray">
            <a:xfrm>
              <a:off x="496062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3" name="Forme libre : forme 5622">
              <a:extLst>
                <a:ext uri="{FF2B5EF4-FFF2-40B4-BE49-F238E27FC236}">
                  <a16:creationId xmlns:a16="http://schemas.microsoft.com/office/drawing/2014/main" id="{8AFAAE46-225C-3A7A-4220-A2C99B7109CB}"/>
                </a:ext>
              </a:extLst>
            </p:cNvPr>
            <p:cNvSpPr/>
            <p:nvPr/>
          </p:nvSpPr>
          <p:spPr bwMode="gray">
            <a:xfrm>
              <a:off x="49110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4" name="Forme libre : forme 5623">
              <a:extLst>
                <a:ext uri="{FF2B5EF4-FFF2-40B4-BE49-F238E27FC236}">
                  <a16:creationId xmlns:a16="http://schemas.microsoft.com/office/drawing/2014/main" id="{42C53358-D07B-3AA8-DC69-7ABDCB39BF04}"/>
                </a:ext>
              </a:extLst>
            </p:cNvPr>
            <p:cNvSpPr/>
            <p:nvPr/>
          </p:nvSpPr>
          <p:spPr bwMode="gray">
            <a:xfrm>
              <a:off x="48615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5" name="Forme libre : forme 5624">
              <a:extLst>
                <a:ext uri="{FF2B5EF4-FFF2-40B4-BE49-F238E27FC236}">
                  <a16:creationId xmlns:a16="http://schemas.microsoft.com/office/drawing/2014/main" id="{0E0690F7-9DB2-042D-8A06-394FC87F2B75}"/>
                </a:ext>
              </a:extLst>
            </p:cNvPr>
            <p:cNvSpPr/>
            <p:nvPr/>
          </p:nvSpPr>
          <p:spPr bwMode="gray">
            <a:xfrm>
              <a:off x="48133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6" name="Forme libre : forme 5625">
              <a:extLst>
                <a:ext uri="{FF2B5EF4-FFF2-40B4-BE49-F238E27FC236}">
                  <a16:creationId xmlns:a16="http://schemas.microsoft.com/office/drawing/2014/main" id="{83526632-C2AA-64A5-DA7A-811CA99E32BB}"/>
                </a:ext>
              </a:extLst>
            </p:cNvPr>
            <p:cNvSpPr/>
            <p:nvPr/>
          </p:nvSpPr>
          <p:spPr bwMode="gray">
            <a:xfrm>
              <a:off x="471551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7" name="Forme libre : forme 5626">
              <a:extLst>
                <a:ext uri="{FF2B5EF4-FFF2-40B4-BE49-F238E27FC236}">
                  <a16:creationId xmlns:a16="http://schemas.microsoft.com/office/drawing/2014/main" id="{66F757B2-A847-105C-7638-17F8A3C9EBBC}"/>
                </a:ext>
              </a:extLst>
            </p:cNvPr>
            <p:cNvSpPr/>
            <p:nvPr/>
          </p:nvSpPr>
          <p:spPr bwMode="gray">
            <a:xfrm>
              <a:off x="466598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8" name="Forme libre : forme 5627">
              <a:extLst>
                <a:ext uri="{FF2B5EF4-FFF2-40B4-BE49-F238E27FC236}">
                  <a16:creationId xmlns:a16="http://schemas.microsoft.com/office/drawing/2014/main" id="{43E788C3-5D79-FD7F-363B-18AE2C67CC8B}"/>
                </a:ext>
              </a:extLst>
            </p:cNvPr>
            <p:cNvSpPr/>
            <p:nvPr/>
          </p:nvSpPr>
          <p:spPr bwMode="gray">
            <a:xfrm>
              <a:off x="461772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29" name="Forme libre : forme 5628">
              <a:extLst>
                <a:ext uri="{FF2B5EF4-FFF2-40B4-BE49-F238E27FC236}">
                  <a16:creationId xmlns:a16="http://schemas.microsoft.com/office/drawing/2014/main" id="{6229D098-5F98-FC0F-C8C3-5EF0C5FED645}"/>
                </a:ext>
              </a:extLst>
            </p:cNvPr>
            <p:cNvSpPr/>
            <p:nvPr/>
          </p:nvSpPr>
          <p:spPr bwMode="gray">
            <a:xfrm>
              <a:off x="45681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0" name="Forme libre : forme 5629">
              <a:extLst>
                <a:ext uri="{FF2B5EF4-FFF2-40B4-BE49-F238E27FC236}">
                  <a16:creationId xmlns:a16="http://schemas.microsoft.com/office/drawing/2014/main" id="{FE521E2F-B276-B06A-8287-02E122949D2D}"/>
                </a:ext>
              </a:extLst>
            </p:cNvPr>
            <p:cNvSpPr/>
            <p:nvPr/>
          </p:nvSpPr>
          <p:spPr bwMode="gray">
            <a:xfrm>
              <a:off x="45186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1" name="Forme libre : forme 5630">
              <a:extLst>
                <a:ext uri="{FF2B5EF4-FFF2-40B4-BE49-F238E27FC236}">
                  <a16:creationId xmlns:a16="http://schemas.microsoft.com/office/drawing/2014/main" id="{329AFCFD-4082-E5C9-19B9-1751B3043723}"/>
                </a:ext>
              </a:extLst>
            </p:cNvPr>
            <p:cNvSpPr/>
            <p:nvPr/>
          </p:nvSpPr>
          <p:spPr bwMode="gray">
            <a:xfrm>
              <a:off x="44704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2" name="Forme libre : forme 5631">
              <a:extLst>
                <a:ext uri="{FF2B5EF4-FFF2-40B4-BE49-F238E27FC236}">
                  <a16:creationId xmlns:a16="http://schemas.microsoft.com/office/drawing/2014/main" id="{CBDE6ABE-F1B0-3C57-B9C3-037ACC5179F4}"/>
                </a:ext>
              </a:extLst>
            </p:cNvPr>
            <p:cNvSpPr/>
            <p:nvPr/>
          </p:nvSpPr>
          <p:spPr bwMode="gray">
            <a:xfrm>
              <a:off x="44208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3" name="Forme libre : forme 5632">
              <a:extLst>
                <a:ext uri="{FF2B5EF4-FFF2-40B4-BE49-F238E27FC236}">
                  <a16:creationId xmlns:a16="http://schemas.microsoft.com/office/drawing/2014/main" id="{4572A8BC-0559-5A9E-D498-08AC24B861CE}"/>
                </a:ext>
              </a:extLst>
            </p:cNvPr>
            <p:cNvSpPr/>
            <p:nvPr/>
          </p:nvSpPr>
          <p:spPr bwMode="gray">
            <a:xfrm>
              <a:off x="437261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4" name="Forme libre : forme 5633">
              <a:extLst>
                <a:ext uri="{FF2B5EF4-FFF2-40B4-BE49-F238E27FC236}">
                  <a16:creationId xmlns:a16="http://schemas.microsoft.com/office/drawing/2014/main" id="{208F2A1D-4A48-0185-FA19-B09A9D0B71A1}"/>
                </a:ext>
              </a:extLst>
            </p:cNvPr>
            <p:cNvSpPr/>
            <p:nvPr/>
          </p:nvSpPr>
          <p:spPr bwMode="gray">
            <a:xfrm>
              <a:off x="432308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5" name="Forme libre : forme 5634">
              <a:extLst>
                <a:ext uri="{FF2B5EF4-FFF2-40B4-BE49-F238E27FC236}">
                  <a16:creationId xmlns:a16="http://schemas.microsoft.com/office/drawing/2014/main" id="{79863A12-1EA1-677C-6D78-6D628BCD639F}"/>
                </a:ext>
              </a:extLst>
            </p:cNvPr>
            <p:cNvSpPr/>
            <p:nvPr/>
          </p:nvSpPr>
          <p:spPr bwMode="gray">
            <a:xfrm>
              <a:off x="427355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6" name="Forme libre : forme 5635">
              <a:extLst>
                <a:ext uri="{FF2B5EF4-FFF2-40B4-BE49-F238E27FC236}">
                  <a16:creationId xmlns:a16="http://schemas.microsoft.com/office/drawing/2014/main" id="{37794873-E6B4-EF9F-FD92-7E7771AABE36}"/>
                </a:ext>
              </a:extLst>
            </p:cNvPr>
            <p:cNvSpPr/>
            <p:nvPr/>
          </p:nvSpPr>
          <p:spPr bwMode="gray">
            <a:xfrm>
              <a:off x="42252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7" name="Forme libre : forme 5636">
              <a:extLst>
                <a:ext uri="{FF2B5EF4-FFF2-40B4-BE49-F238E27FC236}">
                  <a16:creationId xmlns:a16="http://schemas.microsoft.com/office/drawing/2014/main" id="{3E8F2C11-5FF0-D197-A8EE-F8F5891AE8B7}"/>
                </a:ext>
              </a:extLst>
            </p:cNvPr>
            <p:cNvSpPr/>
            <p:nvPr/>
          </p:nvSpPr>
          <p:spPr bwMode="gray">
            <a:xfrm>
              <a:off x="41757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8" name="Forme libre : forme 5637">
              <a:extLst>
                <a:ext uri="{FF2B5EF4-FFF2-40B4-BE49-F238E27FC236}">
                  <a16:creationId xmlns:a16="http://schemas.microsoft.com/office/drawing/2014/main" id="{0C16DBCC-F64B-CDA7-014F-CBFDBE891956}"/>
                </a:ext>
              </a:extLst>
            </p:cNvPr>
            <p:cNvSpPr/>
            <p:nvPr/>
          </p:nvSpPr>
          <p:spPr bwMode="gray">
            <a:xfrm>
              <a:off x="41275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39" name="Forme libre : forme 5638">
              <a:extLst>
                <a:ext uri="{FF2B5EF4-FFF2-40B4-BE49-F238E27FC236}">
                  <a16:creationId xmlns:a16="http://schemas.microsoft.com/office/drawing/2014/main" id="{40EDDF5F-0E1F-C460-F769-4EECE253008D}"/>
                </a:ext>
              </a:extLst>
            </p:cNvPr>
            <p:cNvSpPr/>
            <p:nvPr/>
          </p:nvSpPr>
          <p:spPr bwMode="gray">
            <a:xfrm>
              <a:off x="40779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0" name="Forme libre : forme 5639">
              <a:extLst>
                <a:ext uri="{FF2B5EF4-FFF2-40B4-BE49-F238E27FC236}">
                  <a16:creationId xmlns:a16="http://schemas.microsoft.com/office/drawing/2014/main" id="{659A833C-E1F1-E89B-B828-83E68D3B1888}"/>
                </a:ext>
              </a:extLst>
            </p:cNvPr>
            <p:cNvSpPr/>
            <p:nvPr/>
          </p:nvSpPr>
          <p:spPr bwMode="gray">
            <a:xfrm>
              <a:off x="402844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1" name="Forme libre : forme 5640">
              <a:extLst>
                <a:ext uri="{FF2B5EF4-FFF2-40B4-BE49-F238E27FC236}">
                  <a16:creationId xmlns:a16="http://schemas.microsoft.com/office/drawing/2014/main" id="{E14FC590-A7E2-CD20-6F87-267B14666A8D}"/>
                </a:ext>
              </a:extLst>
            </p:cNvPr>
            <p:cNvSpPr/>
            <p:nvPr/>
          </p:nvSpPr>
          <p:spPr bwMode="gray">
            <a:xfrm>
              <a:off x="398018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2" name="Forme libre : forme 5641">
              <a:extLst>
                <a:ext uri="{FF2B5EF4-FFF2-40B4-BE49-F238E27FC236}">
                  <a16:creationId xmlns:a16="http://schemas.microsoft.com/office/drawing/2014/main" id="{E93CBF66-F55B-72FB-85AE-D914DF34DAD4}"/>
                </a:ext>
              </a:extLst>
            </p:cNvPr>
            <p:cNvSpPr/>
            <p:nvPr/>
          </p:nvSpPr>
          <p:spPr bwMode="gray">
            <a:xfrm>
              <a:off x="393065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3" name="Forme libre : forme 5642">
              <a:extLst>
                <a:ext uri="{FF2B5EF4-FFF2-40B4-BE49-F238E27FC236}">
                  <a16:creationId xmlns:a16="http://schemas.microsoft.com/office/drawing/2014/main" id="{E00264DB-B14D-76BF-8103-2F899D0B9ED0}"/>
                </a:ext>
              </a:extLst>
            </p:cNvPr>
            <p:cNvSpPr/>
            <p:nvPr/>
          </p:nvSpPr>
          <p:spPr bwMode="gray">
            <a:xfrm>
              <a:off x="388239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4" name="Forme libre : forme 5643">
              <a:extLst>
                <a:ext uri="{FF2B5EF4-FFF2-40B4-BE49-F238E27FC236}">
                  <a16:creationId xmlns:a16="http://schemas.microsoft.com/office/drawing/2014/main" id="{89395CC7-C720-02A2-92CB-6ADFA674F0C9}"/>
                </a:ext>
              </a:extLst>
            </p:cNvPr>
            <p:cNvSpPr/>
            <p:nvPr/>
          </p:nvSpPr>
          <p:spPr bwMode="gray">
            <a:xfrm>
              <a:off x="38328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5" name="Forme libre : forme 5644">
              <a:extLst>
                <a:ext uri="{FF2B5EF4-FFF2-40B4-BE49-F238E27FC236}">
                  <a16:creationId xmlns:a16="http://schemas.microsoft.com/office/drawing/2014/main" id="{6F3D5F66-6D04-AD82-7ED3-2B03DF8C2510}"/>
                </a:ext>
              </a:extLst>
            </p:cNvPr>
            <p:cNvSpPr/>
            <p:nvPr/>
          </p:nvSpPr>
          <p:spPr bwMode="gray">
            <a:xfrm>
              <a:off x="37833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6" name="Forme libre : forme 5645">
              <a:extLst>
                <a:ext uri="{FF2B5EF4-FFF2-40B4-BE49-F238E27FC236}">
                  <a16:creationId xmlns:a16="http://schemas.microsoft.com/office/drawing/2014/main" id="{BA378887-7549-B382-C06F-3D24D8ABB5BB}"/>
                </a:ext>
              </a:extLst>
            </p:cNvPr>
            <p:cNvSpPr/>
            <p:nvPr/>
          </p:nvSpPr>
          <p:spPr bwMode="gray">
            <a:xfrm>
              <a:off x="37350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7" name="Forme libre : forme 5646">
              <a:extLst>
                <a:ext uri="{FF2B5EF4-FFF2-40B4-BE49-F238E27FC236}">
                  <a16:creationId xmlns:a16="http://schemas.microsoft.com/office/drawing/2014/main" id="{979D5C38-BF31-0A7C-9EEE-3F18E164CCF6}"/>
                </a:ext>
              </a:extLst>
            </p:cNvPr>
            <p:cNvSpPr/>
            <p:nvPr/>
          </p:nvSpPr>
          <p:spPr bwMode="gray">
            <a:xfrm>
              <a:off x="368554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8" name="Forme libre : forme 5647">
              <a:extLst>
                <a:ext uri="{FF2B5EF4-FFF2-40B4-BE49-F238E27FC236}">
                  <a16:creationId xmlns:a16="http://schemas.microsoft.com/office/drawing/2014/main" id="{CAE7C06D-9C40-6CFE-A816-618110178C44}"/>
                </a:ext>
              </a:extLst>
            </p:cNvPr>
            <p:cNvSpPr/>
            <p:nvPr/>
          </p:nvSpPr>
          <p:spPr bwMode="gray">
            <a:xfrm>
              <a:off x="363728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49" name="Forme libre : forme 5648">
              <a:extLst>
                <a:ext uri="{FF2B5EF4-FFF2-40B4-BE49-F238E27FC236}">
                  <a16:creationId xmlns:a16="http://schemas.microsoft.com/office/drawing/2014/main" id="{83D25997-924F-BB70-1A84-471CEE93577A}"/>
                </a:ext>
              </a:extLst>
            </p:cNvPr>
            <p:cNvSpPr/>
            <p:nvPr/>
          </p:nvSpPr>
          <p:spPr bwMode="gray">
            <a:xfrm>
              <a:off x="358775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0" name="Forme libre : forme 5649">
              <a:extLst>
                <a:ext uri="{FF2B5EF4-FFF2-40B4-BE49-F238E27FC236}">
                  <a16:creationId xmlns:a16="http://schemas.microsoft.com/office/drawing/2014/main" id="{D408FFFE-DD4A-EB28-D33E-FC24D8133ED6}"/>
                </a:ext>
              </a:extLst>
            </p:cNvPr>
            <p:cNvSpPr/>
            <p:nvPr/>
          </p:nvSpPr>
          <p:spPr bwMode="gray">
            <a:xfrm>
              <a:off x="353822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1" name="Forme libre : forme 5650">
              <a:extLst>
                <a:ext uri="{FF2B5EF4-FFF2-40B4-BE49-F238E27FC236}">
                  <a16:creationId xmlns:a16="http://schemas.microsoft.com/office/drawing/2014/main" id="{49BCAC85-A804-2ED1-7BF0-0288F9F7875D}"/>
                </a:ext>
              </a:extLst>
            </p:cNvPr>
            <p:cNvSpPr/>
            <p:nvPr/>
          </p:nvSpPr>
          <p:spPr bwMode="gray">
            <a:xfrm>
              <a:off x="348996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2" name="Forme libre : forme 5651">
              <a:extLst>
                <a:ext uri="{FF2B5EF4-FFF2-40B4-BE49-F238E27FC236}">
                  <a16:creationId xmlns:a16="http://schemas.microsoft.com/office/drawing/2014/main" id="{8E533677-F3E7-3FEE-2A85-51B659DF2E47}"/>
                </a:ext>
              </a:extLst>
            </p:cNvPr>
            <p:cNvSpPr/>
            <p:nvPr/>
          </p:nvSpPr>
          <p:spPr bwMode="gray">
            <a:xfrm>
              <a:off x="34404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3" name="Forme libre : forme 5652">
              <a:extLst>
                <a:ext uri="{FF2B5EF4-FFF2-40B4-BE49-F238E27FC236}">
                  <a16:creationId xmlns:a16="http://schemas.microsoft.com/office/drawing/2014/main" id="{A956491B-C266-96FC-5055-21478E5C9D6C}"/>
                </a:ext>
              </a:extLst>
            </p:cNvPr>
            <p:cNvSpPr/>
            <p:nvPr/>
          </p:nvSpPr>
          <p:spPr bwMode="gray">
            <a:xfrm>
              <a:off x="20193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4" name="Forme libre : forme 5653">
              <a:extLst>
                <a:ext uri="{FF2B5EF4-FFF2-40B4-BE49-F238E27FC236}">
                  <a16:creationId xmlns:a16="http://schemas.microsoft.com/office/drawing/2014/main" id="{E19459D9-B722-4B42-2B79-C4290B530E1F}"/>
                </a:ext>
              </a:extLst>
            </p:cNvPr>
            <p:cNvSpPr/>
            <p:nvPr/>
          </p:nvSpPr>
          <p:spPr bwMode="gray">
            <a:xfrm>
              <a:off x="19697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5" name="Forme libre : forme 5654">
              <a:extLst>
                <a:ext uri="{FF2B5EF4-FFF2-40B4-BE49-F238E27FC236}">
                  <a16:creationId xmlns:a16="http://schemas.microsoft.com/office/drawing/2014/main" id="{E0EC14C0-D8A5-A3B8-5AE4-6B7DB114EB81}"/>
                </a:ext>
              </a:extLst>
            </p:cNvPr>
            <p:cNvSpPr/>
            <p:nvPr/>
          </p:nvSpPr>
          <p:spPr bwMode="gray">
            <a:xfrm>
              <a:off x="172593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6" name="Forme libre : forme 5655">
              <a:extLst>
                <a:ext uri="{FF2B5EF4-FFF2-40B4-BE49-F238E27FC236}">
                  <a16:creationId xmlns:a16="http://schemas.microsoft.com/office/drawing/2014/main" id="{FCDFB79F-FCD1-0E27-CD1E-0D1EE3EF2EEA}"/>
                </a:ext>
              </a:extLst>
            </p:cNvPr>
            <p:cNvSpPr/>
            <p:nvPr/>
          </p:nvSpPr>
          <p:spPr bwMode="gray">
            <a:xfrm>
              <a:off x="167640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7" name="Forme libre : forme 5656">
              <a:extLst>
                <a:ext uri="{FF2B5EF4-FFF2-40B4-BE49-F238E27FC236}">
                  <a16:creationId xmlns:a16="http://schemas.microsoft.com/office/drawing/2014/main" id="{C8FF0E0F-C94D-FA17-7BE9-ACA8220CFB30}"/>
                </a:ext>
              </a:extLst>
            </p:cNvPr>
            <p:cNvSpPr/>
            <p:nvPr/>
          </p:nvSpPr>
          <p:spPr bwMode="gray">
            <a:xfrm>
              <a:off x="1626870" y="3561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8" name="Forme libre : forme 5657">
              <a:extLst>
                <a:ext uri="{FF2B5EF4-FFF2-40B4-BE49-F238E27FC236}">
                  <a16:creationId xmlns:a16="http://schemas.microsoft.com/office/drawing/2014/main" id="{33DD3CAE-CD94-02CC-7EC2-96C5BD2E6709}"/>
                </a:ext>
              </a:extLst>
            </p:cNvPr>
            <p:cNvSpPr/>
            <p:nvPr/>
          </p:nvSpPr>
          <p:spPr bwMode="gray">
            <a:xfrm>
              <a:off x="148082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59" name="Forme libre : forme 5658">
              <a:extLst>
                <a:ext uri="{FF2B5EF4-FFF2-40B4-BE49-F238E27FC236}">
                  <a16:creationId xmlns:a16="http://schemas.microsoft.com/office/drawing/2014/main" id="{F8FAFE79-1ABB-593C-6FC3-5EF20157AE3D}"/>
                </a:ext>
              </a:extLst>
            </p:cNvPr>
            <p:cNvSpPr/>
            <p:nvPr/>
          </p:nvSpPr>
          <p:spPr bwMode="gray">
            <a:xfrm>
              <a:off x="143129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0" name="Forme libre : forme 5659">
              <a:extLst>
                <a:ext uri="{FF2B5EF4-FFF2-40B4-BE49-F238E27FC236}">
                  <a16:creationId xmlns:a16="http://schemas.microsoft.com/office/drawing/2014/main" id="{2CCE68F7-6504-E0E5-F1BF-B31B171E5AA7}"/>
                </a:ext>
              </a:extLst>
            </p:cNvPr>
            <p:cNvSpPr/>
            <p:nvPr/>
          </p:nvSpPr>
          <p:spPr bwMode="gray">
            <a:xfrm>
              <a:off x="138176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1" name="Forme libre : forme 5660">
              <a:extLst>
                <a:ext uri="{FF2B5EF4-FFF2-40B4-BE49-F238E27FC236}">
                  <a16:creationId xmlns:a16="http://schemas.microsoft.com/office/drawing/2014/main" id="{0710A6D3-EF69-64D4-0CE7-7AE121586D9A}"/>
                </a:ext>
              </a:extLst>
            </p:cNvPr>
            <p:cNvSpPr/>
            <p:nvPr/>
          </p:nvSpPr>
          <p:spPr bwMode="gray">
            <a:xfrm>
              <a:off x="133350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2" name="Forme libre : forme 5661">
              <a:extLst>
                <a:ext uri="{FF2B5EF4-FFF2-40B4-BE49-F238E27FC236}">
                  <a16:creationId xmlns:a16="http://schemas.microsoft.com/office/drawing/2014/main" id="{2EFD2DBE-1C15-742E-D3F2-6134EA66B36D}"/>
                </a:ext>
              </a:extLst>
            </p:cNvPr>
            <p:cNvSpPr/>
            <p:nvPr/>
          </p:nvSpPr>
          <p:spPr bwMode="gray">
            <a:xfrm>
              <a:off x="1283970" y="35610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3" name="Forme libre : forme 5662">
              <a:extLst>
                <a:ext uri="{FF2B5EF4-FFF2-40B4-BE49-F238E27FC236}">
                  <a16:creationId xmlns:a16="http://schemas.microsoft.com/office/drawing/2014/main" id="{5B8D220B-7F0A-7D2F-1FE4-C0676F91387E}"/>
                </a:ext>
              </a:extLst>
            </p:cNvPr>
            <p:cNvSpPr/>
            <p:nvPr/>
          </p:nvSpPr>
          <p:spPr bwMode="gray">
            <a:xfrm>
              <a:off x="657733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4" name="Forme libre : forme 5663">
              <a:extLst>
                <a:ext uri="{FF2B5EF4-FFF2-40B4-BE49-F238E27FC236}">
                  <a16:creationId xmlns:a16="http://schemas.microsoft.com/office/drawing/2014/main" id="{2594C0C4-5995-8CEF-E608-189BEE2AF73C}"/>
                </a:ext>
              </a:extLst>
            </p:cNvPr>
            <p:cNvSpPr/>
            <p:nvPr/>
          </p:nvSpPr>
          <p:spPr bwMode="gray">
            <a:xfrm>
              <a:off x="6529069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5" name="Forme libre : forme 5664">
              <a:extLst>
                <a:ext uri="{FF2B5EF4-FFF2-40B4-BE49-F238E27FC236}">
                  <a16:creationId xmlns:a16="http://schemas.microsoft.com/office/drawing/2014/main" id="{212B3020-9E25-7443-4039-3117704E7627}"/>
                </a:ext>
              </a:extLst>
            </p:cNvPr>
            <p:cNvSpPr/>
            <p:nvPr/>
          </p:nvSpPr>
          <p:spPr bwMode="gray">
            <a:xfrm>
              <a:off x="647954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6" name="Forme libre : forme 5665">
              <a:extLst>
                <a:ext uri="{FF2B5EF4-FFF2-40B4-BE49-F238E27FC236}">
                  <a16:creationId xmlns:a16="http://schemas.microsoft.com/office/drawing/2014/main" id="{6BC73DB8-05C4-B68C-3B3A-CEB5C9B552F3}"/>
                </a:ext>
              </a:extLst>
            </p:cNvPr>
            <p:cNvSpPr/>
            <p:nvPr/>
          </p:nvSpPr>
          <p:spPr bwMode="gray">
            <a:xfrm>
              <a:off x="64300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7" name="Forme libre : forme 5666">
              <a:extLst>
                <a:ext uri="{FF2B5EF4-FFF2-40B4-BE49-F238E27FC236}">
                  <a16:creationId xmlns:a16="http://schemas.microsoft.com/office/drawing/2014/main" id="{315D0FB7-7C28-80EE-A807-0737FAB4AE76}"/>
                </a:ext>
              </a:extLst>
            </p:cNvPr>
            <p:cNvSpPr/>
            <p:nvPr/>
          </p:nvSpPr>
          <p:spPr bwMode="gray">
            <a:xfrm>
              <a:off x="63817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8" name="Forme libre : forme 5667">
              <a:extLst>
                <a:ext uri="{FF2B5EF4-FFF2-40B4-BE49-F238E27FC236}">
                  <a16:creationId xmlns:a16="http://schemas.microsoft.com/office/drawing/2014/main" id="{EA3FCB4F-65F2-368B-B204-6C40F20BFB35}"/>
                </a:ext>
              </a:extLst>
            </p:cNvPr>
            <p:cNvSpPr/>
            <p:nvPr/>
          </p:nvSpPr>
          <p:spPr bwMode="gray">
            <a:xfrm>
              <a:off x="63322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69" name="Forme libre : forme 5668">
              <a:extLst>
                <a:ext uri="{FF2B5EF4-FFF2-40B4-BE49-F238E27FC236}">
                  <a16:creationId xmlns:a16="http://schemas.microsoft.com/office/drawing/2014/main" id="{66F2A303-E38D-1BDB-F605-659AC2ECD3AC}"/>
                </a:ext>
              </a:extLst>
            </p:cNvPr>
            <p:cNvSpPr/>
            <p:nvPr/>
          </p:nvSpPr>
          <p:spPr bwMode="gray">
            <a:xfrm>
              <a:off x="62839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0" name="Forme libre : forme 5669">
              <a:extLst>
                <a:ext uri="{FF2B5EF4-FFF2-40B4-BE49-F238E27FC236}">
                  <a16:creationId xmlns:a16="http://schemas.microsoft.com/office/drawing/2014/main" id="{262DD1B6-19C8-B7A6-939B-978C56E7602C}"/>
                </a:ext>
              </a:extLst>
            </p:cNvPr>
            <p:cNvSpPr/>
            <p:nvPr/>
          </p:nvSpPr>
          <p:spPr bwMode="gray">
            <a:xfrm>
              <a:off x="62344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1" name="Forme libre : forme 5670">
              <a:extLst>
                <a:ext uri="{FF2B5EF4-FFF2-40B4-BE49-F238E27FC236}">
                  <a16:creationId xmlns:a16="http://schemas.microsoft.com/office/drawing/2014/main" id="{9CB39C91-BF84-E606-9748-5DFFC12E405C}"/>
                </a:ext>
              </a:extLst>
            </p:cNvPr>
            <p:cNvSpPr/>
            <p:nvPr/>
          </p:nvSpPr>
          <p:spPr bwMode="gray">
            <a:xfrm>
              <a:off x="61849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2" name="Forme libre : forme 5671">
              <a:extLst>
                <a:ext uri="{FF2B5EF4-FFF2-40B4-BE49-F238E27FC236}">
                  <a16:creationId xmlns:a16="http://schemas.microsoft.com/office/drawing/2014/main" id="{413C95A9-993C-08C8-60BF-FC15F17855ED}"/>
                </a:ext>
              </a:extLst>
            </p:cNvPr>
            <p:cNvSpPr/>
            <p:nvPr/>
          </p:nvSpPr>
          <p:spPr bwMode="gray">
            <a:xfrm>
              <a:off x="613664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3" name="Forme libre : forme 5672">
              <a:extLst>
                <a:ext uri="{FF2B5EF4-FFF2-40B4-BE49-F238E27FC236}">
                  <a16:creationId xmlns:a16="http://schemas.microsoft.com/office/drawing/2014/main" id="{E3EF9083-2E59-58D1-FDDD-55F771139279}"/>
                </a:ext>
              </a:extLst>
            </p:cNvPr>
            <p:cNvSpPr/>
            <p:nvPr/>
          </p:nvSpPr>
          <p:spPr bwMode="gray">
            <a:xfrm>
              <a:off x="60871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4" name="Forme libre : forme 5673">
              <a:extLst>
                <a:ext uri="{FF2B5EF4-FFF2-40B4-BE49-F238E27FC236}">
                  <a16:creationId xmlns:a16="http://schemas.microsoft.com/office/drawing/2014/main" id="{F67B566F-0719-FF82-5990-2D76FAA855B3}"/>
                </a:ext>
              </a:extLst>
            </p:cNvPr>
            <p:cNvSpPr/>
            <p:nvPr/>
          </p:nvSpPr>
          <p:spPr bwMode="gray">
            <a:xfrm>
              <a:off x="60388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5" name="Forme libre : forme 5674">
              <a:extLst>
                <a:ext uri="{FF2B5EF4-FFF2-40B4-BE49-F238E27FC236}">
                  <a16:creationId xmlns:a16="http://schemas.microsoft.com/office/drawing/2014/main" id="{C56CE575-A2CD-62E2-E853-2D9DCA8EA051}"/>
                </a:ext>
              </a:extLst>
            </p:cNvPr>
            <p:cNvSpPr/>
            <p:nvPr/>
          </p:nvSpPr>
          <p:spPr bwMode="gray">
            <a:xfrm>
              <a:off x="59893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6" name="Forme libre : forme 5675">
              <a:extLst>
                <a:ext uri="{FF2B5EF4-FFF2-40B4-BE49-F238E27FC236}">
                  <a16:creationId xmlns:a16="http://schemas.microsoft.com/office/drawing/2014/main" id="{002ED493-8723-0D93-F87A-06B961922626}"/>
                </a:ext>
              </a:extLst>
            </p:cNvPr>
            <p:cNvSpPr/>
            <p:nvPr/>
          </p:nvSpPr>
          <p:spPr bwMode="gray">
            <a:xfrm>
              <a:off x="59410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7" name="Forme libre : forme 5676">
              <a:extLst>
                <a:ext uri="{FF2B5EF4-FFF2-40B4-BE49-F238E27FC236}">
                  <a16:creationId xmlns:a16="http://schemas.microsoft.com/office/drawing/2014/main" id="{2ECC46DF-D6BF-022B-04BB-7B8BA7A889FE}"/>
                </a:ext>
              </a:extLst>
            </p:cNvPr>
            <p:cNvSpPr/>
            <p:nvPr/>
          </p:nvSpPr>
          <p:spPr bwMode="gray">
            <a:xfrm>
              <a:off x="58915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8" name="Forme libre : forme 5677">
              <a:extLst>
                <a:ext uri="{FF2B5EF4-FFF2-40B4-BE49-F238E27FC236}">
                  <a16:creationId xmlns:a16="http://schemas.microsoft.com/office/drawing/2014/main" id="{D393B96F-5ADD-B332-E708-575803C008D1}"/>
                </a:ext>
              </a:extLst>
            </p:cNvPr>
            <p:cNvSpPr/>
            <p:nvPr/>
          </p:nvSpPr>
          <p:spPr bwMode="gray">
            <a:xfrm>
              <a:off x="58420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79" name="Forme libre : forme 5678">
              <a:extLst>
                <a:ext uri="{FF2B5EF4-FFF2-40B4-BE49-F238E27FC236}">
                  <a16:creationId xmlns:a16="http://schemas.microsoft.com/office/drawing/2014/main" id="{248B87C8-A331-59DD-FFF4-7C69E7A252D6}"/>
                </a:ext>
              </a:extLst>
            </p:cNvPr>
            <p:cNvSpPr/>
            <p:nvPr/>
          </p:nvSpPr>
          <p:spPr bwMode="gray">
            <a:xfrm>
              <a:off x="579374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0" name="Forme libre : forme 5679">
              <a:extLst>
                <a:ext uri="{FF2B5EF4-FFF2-40B4-BE49-F238E27FC236}">
                  <a16:creationId xmlns:a16="http://schemas.microsoft.com/office/drawing/2014/main" id="{3398DC64-0B38-19CA-29BD-39ACEAF9B7CB}"/>
                </a:ext>
              </a:extLst>
            </p:cNvPr>
            <p:cNvSpPr/>
            <p:nvPr/>
          </p:nvSpPr>
          <p:spPr bwMode="gray">
            <a:xfrm>
              <a:off x="57442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1" name="Forme libre : forme 5680">
              <a:extLst>
                <a:ext uri="{FF2B5EF4-FFF2-40B4-BE49-F238E27FC236}">
                  <a16:creationId xmlns:a16="http://schemas.microsoft.com/office/drawing/2014/main" id="{5E97B164-E3F2-B330-AFEF-527071255D72}"/>
                </a:ext>
              </a:extLst>
            </p:cNvPr>
            <p:cNvSpPr/>
            <p:nvPr/>
          </p:nvSpPr>
          <p:spPr bwMode="gray">
            <a:xfrm>
              <a:off x="56959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2" name="Forme libre : forme 5681">
              <a:extLst>
                <a:ext uri="{FF2B5EF4-FFF2-40B4-BE49-F238E27FC236}">
                  <a16:creationId xmlns:a16="http://schemas.microsoft.com/office/drawing/2014/main" id="{925CA4EC-3307-89C6-114F-F6069A495DC7}"/>
                </a:ext>
              </a:extLst>
            </p:cNvPr>
            <p:cNvSpPr/>
            <p:nvPr/>
          </p:nvSpPr>
          <p:spPr bwMode="gray">
            <a:xfrm>
              <a:off x="56464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3" name="Forme libre : forme 5682">
              <a:extLst>
                <a:ext uri="{FF2B5EF4-FFF2-40B4-BE49-F238E27FC236}">
                  <a16:creationId xmlns:a16="http://schemas.microsoft.com/office/drawing/2014/main" id="{21F0144B-D841-F2F9-4B5F-797D83F2D79F}"/>
                </a:ext>
              </a:extLst>
            </p:cNvPr>
            <p:cNvSpPr/>
            <p:nvPr/>
          </p:nvSpPr>
          <p:spPr bwMode="gray">
            <a:xfrm>
              <a:off x="55968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4" name="Forme libre : forme 5683">
              <a:extLst>
                <a:ext uri="{FF2B5EF4-FFF2-40B4-BE49-F238E27FC236}">
                  <a16:creationId xmlns:a16="http://schemas.microsoft.com/office/drawing/2014/main" id="{74228921-5A80-D589-0136-FE4BE804F0E6}"/>
                </a:ext>
              </a:extLst>
            </p:cNvPr>
            <p:cNvSpPr/>
            <p:nvPr/>
          </p:nvSpPr>
          <p:spPr bwMode="gray">
            <a:xfrm>
              <a:off x="55486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5" name="Forme libre : forme 5684">
              <a:extLst>
                <a:ext uri="{FF2B5EF4-FFF2-40B4-BE49-F238E27FC236}">
                  <a16:creationId xmlns:a16="http://schemas.microsoft.com/office/drawing/2014/main" id="{29229AF6-EE28-329F-EDE0-FBE6DC47F287}"/>
                </a:ext>
              </a:extLst>
            </p:cNvPr>
            <p:cNvSpPr/>
            <p:nvPr/>
          </p:nvSpPr>
          <p:spPr bwMode="gray">
            <a:xfrm>
              <a:off x="54991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6" name="Forme libre : forme 5685">
              <a:extLst>
                <a:ext uri="{FF2B5EF4-FFF2-40B4-BE49-F238E27FC236}">
                  <a16:creationId xmlns:a16="http://schemas.microsoft.com/office/drawing/2014/main" id="{2AACC600-7708-1060-CD97-620A5E056055}"/>
                </a:ext>
              </a:extLst>
            </p:cNvPr>
            <p:cNvSpPr/>
            <p:nvPr/>
          </p:nvSpPr>
          <p:spPr bwMode="gray">
            <a:xfrm>
              <a:off x="52539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7" name="Forme libre : forme 5686">
              <a:extLst>
                <a:ext uri="{FF2B5EF4-FFF2-40B4-BE49-F238E27FC236}">
                  <a16:creationId xmlns:a16="http://schemas.microsoft.com/office/drawing/2014/main" id="{927EF646-A27D-1052-8C4D-17EB9C180885}"/>
                </a:ext>
              </a:extLst>
            </p:cNvPr>
            <p:cNvSpPr/>
            <p:nvPr/>
          </p:nvSpPr>
          <p:spPr bwMode="gray">
            <a:xfrm>
              <a:off x="52057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8" name="Forme libre : forme 5687">
              <a:extLst>
                <a:ext uri="{FF2B5EF4-FFF2-40B4-BE49-F238E27FC236}">
                  <a16:creationId xmlns:a16="http://schemas.microsoft.com/office/drawing/2014/main" id="{51AE73CF-1DA4-2F89-B22F-E101440034F7}"/>
                </a:ext>
              </a:extLst>
            </p:cNvPr>
            <p:cNvSpPr/>
            <p:nvPr/>
          </p:nvSpPr>
          <p:spPr bwMode="gray">
            <a:xfrm>
              <a:off x="51562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89" name="Forme libre : forme 5688">
              <a:extLst>
                <a:ext uri="{FF2B5EF4-FFF2-40B4-BE49-F238E27FC236}">
                  <a16:creationId xmlns:a16="http://schemas.microsoft.com/office/drawing/2014/main" id="{7980B883-E693-1F00-969F-844CF0793FD6}"/>
                </a:ext>
              </a:extLst>
            </p:cNvPr>
            <p:cNvSpPr/>
            <p:nvPr/>
          </p:nvSpPr>
          <p:spPr bwMode="gray">
            <a:xfrm>
              <a:off x="510667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0" name="Forme libre : forme 5689">
              <a:extLst>
                <a:ext uri="{FF2B5EF4-FFF2-40B4-BE49-F238E27FC236}">
                  <a16:creationId xmlns:a16="http://schemas.microsoft.com/office/drawing/2014/main" id="{6255CF1D-BC44-252E-19F1-13000A662EF3}"/>
                </a:ext>
              </a:extLst>
            </p:cNvPr>
            <p:cNvSpPr/>
            <p:nvPr/>
          </p:nvSpPr>
          <p:spPr bwMode="gray">
            <a:xfrm>
              <a:off x="50584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1" name="Forme libre : forme 5690">
              <a:extLst>
                <a:ext uri="{FF2B5EF4-FFF2-40B4-BE49-F238E27FC236}">
                  <a16:creationId xmlns:a16="http://schemas.microsoft.com/office/drawing/2014/main" id="{4D7D2780-A803-6522-EB13-D3C5DB7F79ED}"/>
                </a:ext>
              </a:extLst>
            </p:cNvPr>
            <p:cNvSpPr/>
            <p:nvPr/>
          </p:nvSpPr>
          <p:spPr bwMode="gray">
            <a:xfrm>
              <a:off x="50088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2" name="Forme libre : forme 5691">
              <a:extLst>
                <a:ext uri="{FF2B5EF4-FFF2-40B4-BE49-F238E27FC236}">
                  <a16:creationId xmlns:a16="http://schemas.microsoft.com/office/drawing/2014/main" id="{DCD471C2-C089-4191-199B-BD03E2210556}"/>
                </a:ext>
              </a:extLst>
            </p:cNvPr>
            <p:cNvSpPr/>
            <p:nvPr/>
          </p:nvSpPr>
          <p:spPr bwMode="gray">
            <a:xfrm>
              <a:off x="49606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3" name="Forme libre : forme 5692">
              <a:extLst>
                <a:ext uri="{FF2B5EF4-FFF2-40B4-BE49-F238E27FC236}">
                  <a16:creationId xmlns:a16="http://schemas.microsoft.com/office/drawing/2014/main" id="{7902E533-CCC6-19CB-23D8-70395589BE34}"/>
                </a:ext>
              </a:extLst>
            </p:cNvPr>
            <p:cNvSpPr/>
            <p:nvPr/>
          </p:nvSpPr>
          <p:spPr bwMode="gray">
            <a:xfrm>
              <a:off x="49110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4" name="Forme libre : forme 5693">
              <a:extLst>
                <a:ext uri="{FF2B5EF4-FFF2-40B4-BE49-F238E27FC236}">
                  <a16:creationId xmlns:a16="http://schemas.microsoft.com/office/drawing/2014/main" id="{352EFDC6-99D6-9AA8-2269-ED4E5C3D4AED}"/>
                </a:ext>
              </a:extLst>
            </p:cNvPr>
            <p:cNvSpPr/>
            <p:nvPr/>
          </p:nvSpPr>
          <p:spPr bwMode="gray">
            <a:xfrm>
              <a:off x="48615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5" name="Forme libre : forme 5694">
              <a:extLst>
                <a:ext uri="{FF2B5EF4-FFF2-40B4-BE49-F238E27FC236}">
                  <a16:creationId xmlns:a16="http://schemas.microsoft.com/office/drawing/2014/main" id="{117C3597-AE91-BEA8-2065-867512D99748}"/>
                </a:ext>
              </a:extLst>
            </p:cNvPr>
            <p:cNvSpPr/>
            <p:nvPr/>
          </p:nvSpPr>
          <p:spPr bwMode="gray">
            <a:xfrm>
              <a:off x="48133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6" name="Forme libre : forme 5695">
              <a:extLst>
                <a:ext uri="{FF2B5EF4-FFF2-40B4-BE49-F238E27FC236}">
                  <a16:creationId xmlns:a16="http://schemas.microsoft.com/office/drawing/2014/main" id="{FEF947F5-1DBA-3FF1-983A-0DE6C452D732}"/>
                </a:ext>
              </a:extLst>
            </p:cNvPr>
            <p:cNvSpPr/>
            <p:nvPr/>
          </p:nvSpPr>
          <p:spPr bwMode="gray">
            <a:xfrm>
              <a:off x="476377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7" name="Forme libre : forme 5696">
              <a:extLst>
                <a:ext uri="{FF2B5EF4-FFF2-40B4-BE49-F238E27FC236}">
                  <a16:creationId xmlns:a16="http://schemas.microsoft.com/office/drawing/2014/main" id="{5BBB480D-1B13-51D0-8EFB-BF875EECA268}"/>
                </a:ext>
              </a:extLst>
            </p:cNvPr>
            <p:cNvSpPr/>
            <p:nvPr/>
          </p:nvSpPr>
          <p:spPr bwMode="gray">
            <a:xfrm>
              <a:off x="47155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8" name="Forme libre : forme 5697">
              <a:extLst>
                <a:ext uri="{FF2B5EF4-FFF2-40B4-BE49-F238E27FC236}">
                  <a16:creationId xmlns:a16="http://schemas.microsoft.com/office/drawing/2014/main" id="{B3C5AB71-6F40-0717-E875-91CD2B4347C8}"/>
                </a:ext>
              </a:extLst>
            </p:cNvPr>
            <p:cNvSpPr/>
            <p:nvPr/>
          </p:nvSpPr>
          <p:spPr bwMode="gray">
            <a:xfrm>
              <a:off x="46659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699" name="Forme libre : forme 5698">
              <a:extLst>
                <a:ext uri="{FF2B5EF4-FFF2-40B4-BE49-F238E27FC236}">
                  <a16:creationId xmlns:a16="http://schemas.microsoft.com/office/drawing/2014/main" id="{C6428FDF-250F-689A-D6E7-A0FCD3975746}"/>
                </a:ext>
              </a:extLst>
            </p:cNvPr>
            <p:cNvSpPr/>
            <p:nvPr/>
          </p:nvSpPr>
          <p:spPr bwMode="gray">
            <a:xfrm>
              <a:off x="46177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0" name="Forme libre : forme 5699">
              <a:extLst>
                <a:ext uri="{FF2B5EF4-FFF2-40B4-BE49-F238E27FC236}">
                  <a16:creationId xmlns:a16="http://schemas.microsoft.com/office/drawing/2014/main" id="{70D9FC5A-1F65-88F7-F0EE-2A4435854C5B}"/>
                </a:ext>
              </a:extLst>
            </p:cNvPr>
            <p:cNvSpPr/>
            <p:nvPr/>
          </p:nvSpPr>
          <p:spPr bwMode="gray">
            <a:xfrm>
              <a:off x="45681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1" name="Forme libre : forme 5700">
              <a:extLst>
                <a:ext uri="{FF2B5EF4-FFF2-40B4-BE49-F238E27FC236}">
                  <a16:creationId xmlns:a16="http://schemas.microsoft.com/office/drawing/2014/main" id="{AFB541E1-7D5D-F02E-7AE1-05C22E5D7CEF}"/>
                </a:ext>
              </a:extLst>
            </p:cNvPr>
            <p:cNvSpPr/>
            <p:nvPr/>
          </p:nvSpPr>
          <p:spPr bwMode="gray">
            <a:xfrm>
              <a:off x="45186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2" name="Forme libre : forme 5701">
              <a:extLst>
                <a:ext uri="{FF2B5EF4-FFF2-40B4-BE49-F238E27FC236}">
                  <a16:creationId xmlns:a16="http://schemas.microsoft.com/office/drawing/2014/main" id="{E35E6067-8585-8F67-5F82-A699FBB31776}"/>
                </a:ext>
              </a:extLst>
            </p:cNvPr>
            <p:cNvSpPr/>
            <p:nvPr/>
          </p:nvSpPr>
          <p:spPr bwMode="gray">
            <a:xfrm>
              <a:off x="44704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3" name="Forme libre : forme 5702">
              <a:extLst>
                <a:ext uri="{FF2B5EF4-FFF2-40B4-BE49-F238E27FC236}">
                  <a16:creationId xmlns:a16="http://schemas.microsoft.com/office/drawing/2014/main" id="{CF62FE11-0C0D-D787-01E1-2BF5A71848EE}"/>
                </a:ext>
              </a:extLst>
            </p:cNvPr>
            <p:cNvSpPr/>
            <p:nvPr/>
          </p:nvSpPr>
          <p:spPr bwMode="gray">
            <a:xfrm>
              <a:off x="442087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4" name="Forme libre : forme 5703">
              <a:extLst>
                <a:ext uri="{FF2B5EF4-FFF2-40B4-BE49-F238E27FC236}">
                  <a16:creationId xmlns:a16="http://schemas.microsoft.com/office/drawing/2014/main" id="{BB03BE4D-73D9-0621-6682-CD4FE1AA1C57}"/>
                </a:ext>
              </a:extLst>
            </p:cNvPr>
            <p:cNvSpPr/>
            <p:nvPr/>
          </p:nvSpPr>
          <p:spPr bwMode="gray">
            <a:xfrm>
              <a:off x="43726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5" name="Forme libre : forme 5704">
              <a:extLst>
                <a:ext uri="{FF2B5EF4-FFF2-40B4-BE49-F238E27FC236}">
                  <a16:creationId xmlns:a16="http://schemas.microsoft.com/office/drawing/2014/main" id="{38F7C2A4-DB3B-DC91-D048-9E0E037C35EF}"/>
                </a:ext>
              </a:extLst>
            </p:cNvPr>
            <p:cNvSpPr/>
            <p:nvPr/>
          </p:nvSpPr>
          <p:spPr bwMode="gray">
            <a:xfrm>
              <a:off x="43230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6" name="Forme libre : forme 5705">
              <a:extLst>
                <a:ext uri="{FF2B5EF4-FFF2-40B4-BE49-F238E27FC236}">
                  <a16:creationId xmlns:a16="http://schemas.microsoft.com/office/drawing/2014/main" id="{0A40491F-4B2D-BF21-3DFB-0EC78F509B17}"/>
                </a:ext>
              </a:extLst>
            </p:cNvPr>
            <p:cNvSpPr/>
            <p:nvPr/>
          </p:nvSpPr>
          <p:spPr bwMode="gray">
            <a:xfrm>
              <a:off x="42735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7" name="Forme libre : forme 5706">
              <a:extLst>
                <a:ext uri="{FF2B5EF4-FFF2-40B4-BE49-F238E27FC236}">
                  <a16:creationId xmlns:a16="http://schemas.microsoft.com/office/drawing/2014/main" id="{C7916B1C-7A76-EE00-3B1A-DDC41C0E2DE4}"/>
                </a:ext>
              </a:extLst>
            </p:cNvPr>
            <p:cNvSpPr/>
            <p:nvPr/>
          </p:nvSpPr>
          <p:spPr bwMode="gray">
            <a:xfrm>
              <a:off x="42252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8" name="Forme libre : forme 5707">
              <a:extLst>
                <a:ext uri="{FF2B5EF4-FFF2-40B4-BE49-F238E27FC236}">
                  <a16:creationId xmlns:a16="http://schemas.microsoft.com/office/drawing/2014/main" id="{128C3FD8-C3A1-D5B6-9D51-8AE060C8330A}"/>
                </a:ext>
              </a:extLst>
            </p:cNvPr>
            <p:cNvSpPr/>
            <p:nvPr/>
          </p:nvSpPr>
          <p:spPr bwMode="gray">
            <a:xfrm>
              <a:off x="41757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09" name="Forme libre : forme 5708">
              <a:extLst>
                <a:ext uri="{FF2B5EF4-FFF2-40B4-BE49-F238E27FC236}">
                  <a16:creationId xmlns:a16="http://schemas.microsoft.com/office/drawing/2014/main" id="{CA521D04-AF8D-4195-F76D-61DF6E607479}"/>
                </a:ext>
              </a:extLst>
            </p:cNvPr>
            <p:cNvSpPr/>
            <p:nvPr/>
          </p:nvSpPr>
          <p:spPr bwMode="gray">
            <a:xfrm>
              <a:off x="412750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0" name="Forme libre : forme 5709">
              <a:extLst>
                <a:ext uri="{FF2B5EF4-FFF2-40B4-BE49-F238E27FC236}">
                  <a16:creationId xmlns:a16="http://schemas.microsoft.com/office/drawing/2014/main" id="{CEE797E8-2F15-E3D8-0BCA-5BBB261E0217}"/>
                </a:ext>
              </a:extLst>
            </p:cNvPr>
            <p:cNvSpPr/>
            <p:nvPr/>
          </p:nvSpPr>
          <p:spPr bwMode="gray">
            <a:xfrm>
              <a:off x="407797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1" name="Forme libre : forme 5710">
              <a:extLst>
                <a:ext uri="{FF2B5EF4-FFF2-40B4-BE49-F238E27FC236}">
                  <a16:creationId xmlns:a16="http://schemas.microsoft.com/office/drawing/2014/main" id="{1DD62CFB-9CE9-6B9C-C0D9-B41CE98CE9DA}"/>
                </a:ext>
              </a:extLst>
            </p:cNvPr>
            <p:cNvSpPr/>
            <p:nvPr/>
          </p:nvSpPr>
          <p:spPr bwMode="gray">
            <a:xfrm>
              <a:off x="402844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2" name="Forme libre : forme 5711">
              <a:extLst>
                <a:ext uri="{FF2B5EF4-FFF2-40B4-BE49-F238E27FC236}">
                  <a16:creationId xmlns:a16="http://schemas.microsoft.com/office/drawing/2014/main" id="{F51A5B46-7839-868B-0D53-D3100A26F530}"/>
                </a:ext>
              </a:extLst>
            </p:cNvPr>
            <p:cNvSpPr/>
            <p:nvPr/>
          </p:nvSpPr>
          <p:spPr bwMode="gray">
            <a:xfrm>
              <a:off x="39801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3" name="Forme libre : forme 5712">
              <a:extLst>
                <a:ext uri="{FF2B5EF4-FFF2-40B4-BE49-F238E27FC236}">
                  <a16:creationId xmlns:a16="http://schemas.microsoft.com/office/drawing/2014/main" id="{81B2EE62-E1C6-0E27-23F1-C0718D046E9B}"/>
                </a:ext>
              </a:extLst>
            </p:cNvPr>
            <p:cNvSpPr/>
            <p:nvPr/>
          </p:nvSpPr>
          <p:spPr bwMode="gray">
            <a:xfrm>
              <a:off x="39306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4" name="Forme libre : forme 5713">
              <a:extLst>
                <a:ext uri="{FF2B5EF4-FFF2-40B4-BE49-F238E27FC236}">
                  <a16:creationId xmlns:a16="http://schemas.microsoft.com/office/drawing/2014/main" id="{A9B87837-36D2-65B0-686F-594541B42BC3}"/>
                </a:ext>
              </a:extLst>
            </p:cNvPr>
            <p:cNvSpPr/>
            <p:nvPr/>
          </p:nvSpPr>
          <p:spPr bwMode="gray">
            <a:xfrm>
              <a:off x="388239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5" name="Forme libre : forme 5714">
              <a:extLst>
                <a:ext uri="{FF2B5EF4-FFF2-40B4-BE49-F238E27FC236}">
                  <a16:creationId xmlns:a16="http://schemas.microsoft.com/office/drawing/2014/main" id="{9314A949-61BB-6482-3DF6-984EBBB857B1}"/>
                </a:ext>
              </a:extLst>
            </p:cNvPr>
            <p:cNvSpPr/>
            <p:nvPr/>
          </p:nvSpPr>
          <p:spPr bwMode="gray">
            <a:xfrm>
              <a:off x="38328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6" name="Forme libre : forme 5715">
              <a:extLst>
                <a:ext uri="{FF2B5EF4-FFF2-40B4-BE49-F238E27FC236}">
                  <a16:creationId xmlns:a16="http://schemas.microsoft.com/office/drawing/2014/main" id="{F5C1422C-77A6-765C-92DD-E1ABFA859317}"/>
                </a:ext>
              </a:extLst>
            </p:cNvPr>
            <p:cNvSpPr/>
            <p:nvPr/>
          </p:nvSpPr>
          <p:spPr bwMode="gray">
            <a:xfrm>
              <a:off x="37833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7" name="Forme libre : forme 5716">
              <a:extLst>
                <a:ext uri="{FF2B5EF4-FFF2-40B4-BE49-F238E27FC236}">
                  <a16:creationId xmlns:a16="http://schemas.microsoft.com/office/drawing/2014/main" id="{3131F641-AB52-8F4F-8502-B6715D50BF9D}"/>
                </a:ext>
              </a:extLst>
            </p:cNvPr>
            <p:cNvSpPr/>
            <p:nvPr/>
          </p:nvSpPr>
          <p:spPr bwMode="gray">
            <a:xfrm>
              <a:off x="373507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8" name="Forme libre : forme 5717">
              <a:extLst>
                <a:ext uri="{FF2B5EF4-FFF2-40B4-BE49-F238E27FC236}">
                  <a16:creationId xmlns:a16="http://schemas.microsoft.com/office/drawing/2014/main" id="{52843D50-5D0F-F24E-33BA-6975FC276F84}"/>
                </a:ext>
              </a:extLst>
            </p:cNvPr>
            <p:cNvSpPr/>
            <p:nvPr/>
          </p:nvSpPr>
          <p:spPr bwMode="gray">
            <a:xfrm>
              <a:off x="368554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19" name="Forme libre : forme 5718">
              <a:extLst>
                <a:ext uri="{FF2B5EF4-FFF2-40B4-BE49-F238E27FC236}">
                  <a16:creationId xmlns:a16="http://schemas.microsoft.com/office/drawing/2014/main" id="{5E49EDD8-66BC-2E11-68F6-EB6A740A5235}"/>
                </a:ext>
              </a:extLst>
            </p:cNvPr>
            <p:cNvSpPr/>
            <p:nvPr/>
          </p:nvSpPr>
          <p:spPr bwMode="gray">
            <a:xfrm>
              <a:off x="36372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0" name="Forme libre : forme 5719">
              <a:extLst>
                <a:ext uri="{FF2B5EF4-FFF2-40B4-BE49-F238E27FC236}">
                  <a16:creationId xmlns:a16="http://schemas.microsoft.com/office/drawing/2014/main" id="{95AE6AD0-BE44-C755-5A8B-9D1DE7956E12}"/>
                </a:ext>
              </a:extLst>
            </p:cNvPr>
            <p:cNvSpPr/>
            <p:nvPr/>
          </p:nvSpPr>
          <p:spPr bwMode="gray">
            <a:xfrm>
              <a:off x="358775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1" name="Forme libre : forme 5720">
              <a:extLst>
                <a:ext uri="{FF2B5EF4-FFF2-40B4-BE49-F238E27FC236}">
                  <a16:creationId xmlns:a16="http://schemas.microsoft.com/office/drawing/2014/main" id="{90959B79-6600-14E7-D774-2B62D901EF00}"/>
                </a:ext>
              </a:extLst>
            </p:cNvPr>
            <p:cNvSpPr/>
            <p:nvPr/>
          </p:nvSpPr>
          <p:spPr bwMode="gray">
            <a:xfrm>
              <a:off x="35382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2" name="Forme libre : forme 5721">
              <a:extLst>
                <a:ext uri="{FF2B5EF4-FFF2-40B4-BE49-F238E27FC236}">
                  <a16:creationId xmlns:a16="http://schemas.microsoft.com/office/drawing/2014/main" id="{693F4834-F91B-8E55-C409-36473854864A}"/>
                </a:ext>
              </a:extLst>
            </p:cNvPr>
            <p:cNvSpPr/>
            <p:nvPr/>
          </p:nvSpPr>
          <p:spPr bwMode="gray">
            <a:xfrm>
              <a:off x="348996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3" name="Forme libre : forme 5722">
              <a:extLst>
                <a:ext uri="{FF2B5EF4-FFF2-40B4-BE49-F238E27FC236}">
                  <a16:creationId xmlns:a16="http://schemas.microsoft.com/office/drawing/2014/main" id="{8960EA26-0B97-9B7C-2177-1681D4C8939C}"/>
                </a:ext>
              </a:extLst>
            </p:cNvPr>
            <p:cNvSpPr/>
            <p:nvPr/>
          </p:nvSpPr>
          <p:spPr bwMode="gray">
            <a:xfrm>
              <a:off x="344043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4" name="Forme libre : forme 5723">
              <a:extLst>
                <a:ext uri="{FF2B5EF4-FFF2-40B4-BE49-F238E27FC236}">
                  <a16:creationId xmlns:a16="http://schemas.microsoft.com/office/drawing/2014/main" id="{FE107225-672A-9326-EEB4-B1C0038573E9}"/>
                </a:ext>
              </a:extLst>
            </p:cNvPr>
            <p:cNvSpPr/>
            <p:nvPr/>
          </p:nvSpPr>
          <p:spPr bwMode="gray">
            <a:xfrm>
              <a:off x="192151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5" name="Forme libre : forme 5724">
              <a:extLst>
                <a:ext uri="{FF2B5EF4-FFF2-40B4-BE49-F238E27FC236}">
                  <a16:creationId xmlns:a16="http://schemas.microsoft.com/office/drawing/2014/main" id="{EE821336-08E7-B1CA-5964-65C3CAA2D9CF}"/>
                </a:ext>
              </a:extLst>
            </p:cNvPr>
            <p:cNvSpPr/>
            <p:nvPr/>
          </p:nvSpPr>
          <p:spPr bwMode="gray">
            <a:xfrm>
              <a:off x="187198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6" name="Forme libre : forme 5725">
              <a:extLst>
                <a:ext uri="{FF2B5EF4-FFF2-40B4-BE49-F238E27FC236}">
                  <a16:creationId xmlns:a16="http://schemas.microsoft.com/office/drawing/2014/main" id="{F38DD077-3EB2-D37B-4382-49719EA8BB4D}"/>
                </a:ext>
              </a:extLst>
            </p:cNvPr>
            <p:cNvSpPr/>
            <p:nvPr/>
          </p:nvSpPr>
          <p:spPr bwMode="gray">
            <a:xfrm>
              <a:off x="1823720" y="35128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7" name="Forme libre : forme 5726">
              <a:extLst>
                <a:ext uri="{FF2B5EF4-FFF2-40B4-BE49-F238E27FC236}">
                  <a16:creationId xmlns:a16="http://schemas.microsoft.com/office/drawing/2014/main" id="{C082FD64-5D7F-6897-D1D6-525C822F00C5}"/>
                </a:ext>
              </a:extLst>
            </p:cNvPr>
            <p:cNvSpPr/>
            <p:nvPr/>
          </p:nvSpPr>
          <p:spPr bwMode="gray">
            <a:xfrm>
              <a:off x="148082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8" name="Forme libre : forme 5727">
              <a:extLst>
                <a:ext uri="{FF2B5EF4-FFF2-40B4-BE49-F238E27FC236}">
                  <a16:creationId xmlns:a16="http://schemas.microsoft.com/office/drawing/2014/main" id="{1B3D574F-1012-A497-4B7A-4CB36D7A2D20}"/>
                </a:ext>
              </a:extLst>
            </p:cNvPr>
            <p:cNvSpPr/>
            <p:nvPr/>
          </p:nvSpPr>
          <p:spPr bwMode="gray">
            <a:xfrm>
              <a:off x="143129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29" name="Forme libre : forme 5728">
              <a:extLst>
                <a:ext uri="{FF2B5EF4-FFF2-40B4-BE49-F238E27FC236}">
                  <a16:creationId xmlns:a16="http://schemas.microsoft.com/office/drawing/2014/main" id="{302F4380-C9D4-3F7F-1FF4-B00AA099902E}"/>
                </a:ext>
              </a:extLst>
            </p:cNvPr>
            <p:cNvSpPr/>
            <p:nvPr/>
          </p:nvSpPr>
          <p:spPr bwMode="gray">
            <a:xfrm>
              <a:off x="138176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0" name="Forme libre : forme 5729">
              <a:extLst>
                <a:ext uri="{FF2B5EF4-FFF2-40B4-BE49-F238E27FC236}">
                  <a16:creationId xmlns:a16="http://schemas.microsoft.com/office/drawing/2014/main" id="{33CE77F6-5B68-534D-85DB-1E69AEE7158B}"/>
                </a:ext>
              </a:extLst>
            </p:cNvPr>
            <p:cNvSpPr/>
            <p:nvPr/>
          </p:nvSpPr>
          <p:spPr bwMode="gray">
            <a:xfrm>
              <a:off x="1333500" y="35128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1" name="Forme libre : forme 5730">
              <a:extLst>
                <a:ext uri="{FF2B5EF4-FFF2-40B4-BE49-F238E27FC236}">
                  <a16:creationId xmlns:a16="http://schemas.microsoft.com/office/drawing/2014/main" id="{5862BFD8-BF69-ABDA-8AE5-21DA85868B70}"/>
                </a:ext>
              </a:extLst>
            </p:cNvPr>
            <p:cNvSpPr/>
            <p:nvPr/>
          </p:nvSpPr>
          <p:spPr bwMode="gray">
            <a:xfrm>
              <a:off x="6626859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2" name="Forme libre : forme 5731">
              <a:extLst>
                <a:ext uri="{FF2B5EF4-FFF2-40B4-BE49-F238E27FC236}">
                  <a16:creationId xmlns:a16="http://schemas.microsoft.com/office/drawing/2014/main" id="{BA23264F-D17A-1D09-67A6-240367877A8D}"/>
                </a:ext>
              </a:extLst>
            </p:cNvPr>
            <p:cNvSpPr/>
            <p:nvPr/>
          </p:nvSpPr>
          <p:spPr bwMode="gray">
            <a:xfrm>
              <a:off x="657733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3" name="Forme libre : forme 5732">
              <a:extLst>
                <a:ext uri="{FF2B5EF4-FFF2-40B4-BE49-F238E27FC236}">
                  <a16:creationId xmlns:a16="http://schemas.microsoft.com/office/drawing/2014/main" id="{EC46F0A6-B540-B711-5854-2FFBEB4B686B}"/>
                </a:ext>
              </a:extLst>
            </p:cNvPr>
            <p:cNvSpPr/>
            <p:nvPr/>
          </p:nvSpPr>
          <p:spPr bwMode="gray">
            <a:xfrm>
              <a:off x="6529069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4" name="Forme libre : forme 5733">
              <a:extLst>
                <a:ext uri="{FF2B5EF4-FFF2-40B4-BE49-F238E27FC236}">
                  <a16:creationId xmlns:a16="http://schemas.microsoft.com/office/drawing/2014/main" id="{CEDD0B09-8DE5-D17B-FE54-B07D449B6C32}"/>
                </a:ext>
              </a:extLst>
            </p:cNvPr>
            <p:cNvSpPr/>
            <p:nvPr/>
          </p:nvSpPr>
          <p:spPr bwMode="gray">
            <a:xfrm>
              <a:off x="647954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5" name="Forme libre : forme 5734">
              <a:extLst>
                <a:ext uri="{FF2B5EF4-FFF2-40B4-BE49-F238E27FC236}">
                  <a16:creationId xmlns:a16="http://schemas.microsoft.com/office/drawing/2014/main" id="{529E1AFD-E756-DC86-DBD2-2367B49E3006}"/>
                </a:ext>
              </a:extLst>
            </p:cNvPr>
            <p:cNvSpPr/>
            <p:nvPr/>
          </p:nvSpPr>
          <p:spPr bwMode="gray">
            <a:xfrm>
              <a:off x="643001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6" name="Forme libre : forme 5735">
              <a:extLst>
                <a:ext uri="{FF2B5EF4-FFF2-40B4-BE49-F238E27FC236}">
                  <a16:creationId xmlns:a16="http://schemas.microsoft.com/office/drawing/2014/main" id="{D97E20D3-5759-40F6-6444-CA29674F0825}"/>
                </a:ext>
              </a:extLst>
            </p:cNvPr>
            <p:cNvSpPr/>
            <p:nvPr/>
          </p:nvSpPr>
          <p:spPr bwMode="gray">
            <a:xfrm>
              <a:off x="63817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7" name="Forme libre : forme 5736">
              <a:extLst>
                <a:ext uri="{FF2B5EF4-FFF2-40B4-BE49-F238E27FC236}">
                  <a16:creationId xmlns:a16="http://schemas.microsoft.com/office/drawing/2014/main" id="{27F29F70-6FBC-C9CE-B5EB-28F808EB6DF1}"/>
                </a:ext>
              </a:extLst>
            </p:cNvPr>
            <p:cNvSpPr/>
            <p:nvPr/>
          </p:nvSpPr>
          <p:spPr bwMode="gray">
            <a:xfrm>
              <a:off x="63322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8" name="Forme libre : forme 5737">
              <a:extLst>
                <a:ext uri="{FF2B5EF4-FFF2-40B4-BE49-F238E27FC236}">
                  <a16:creationId xmlns:a16="http://schemas.microsoft.com/office/drawing/2014/main" id="{7CC565D2-12FD-12FF-A856-0608B9B46200}"/>
                </a:ext>
              </a:extLst>
            </p:cNvPr>
            <p:cNvSpPr/>
            <p:nvPr/>
          </p:nvSpPr>
          <p:spPr bwMode="gray">
            <a:xfrm>
              <a:off x="62839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39" name="Forme libre : forme 5738">
              <a:extLst>
                <a:ext uri="{FF2B5EF4-FFF2-40B4-BE49-F238E27FC236}">
                  <a16:creationId xmlns:a16="http://schemas.microsoft.com/office/drawing/2014/main" id="{E133B75C-3AA4-8AFB-1979-B0C2071BC9BF}"/>
                </a:ext>
              </a:extLst>
            </p:cNvPr>
            <p:cNvSpPr/>
            <p:nvPr/>
          </p:nvSpPr>
          <p:spPr bwMode="gray">
            <a:xfrm>
              <a:off x="62344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0" name="Forme libre : forme 5739">
              <a:extLst>
                <a:ext uri="{FF2B5EF4-FFF2-40B4-BE49-F238E27FC236}">
                  <a16:creationId xmlns:a16="http://schemas.microsoft.com/office/drawing/2014/main" id="{AED24106-1AED-7E46-80DD-3B2F48EADD5E}"/>
                </a:ext>
              </a:extLst>
            </p:cNvPr>
            <p:cNvSpPr/>
            <p:nvPr/>
          </p:nvSpPr>
          <p:spPr bwMode="gray">
            <a:xfrm>
              <a:off x="61849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1" name="Forme libre : forme 5740">
              <a:extLst>
                <a:ext uri="{FF2B5EF4-FFF2-40B4-BE49-F238E27FC236}">
                  <a16:creationId xmlns:a16="http://schemas.microsoft.com/office/drawing/2014/main" id="{79371C54-AD6F-E5CD-78FA-75435254D3ED}"/>
                </a:ext>
              </a:extLst>
            </p:cNvPr>
            <p:cNvSpPr/>
            <p:nvPr/>
          </p:nvSpPr>
          <p:spPr bwMode="gray">
            <a:xfrm>
              <a:off x="613664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2" name="Forme libre : forme 5741">
              <a:extLst>
                <a:ext uri="{FF2B5EF4-FFF2-40B4-BE49-F238E27FC236}">
                  <a16:creationId xmlns:a16="http://schemas.microsoft.com/office/drawing/2014/main" id="{88CCA8F3-E826-2946-0E26-E7FB66E37C56}"/>
                </a:ext>
              </a:extLst>
            </p:cNvPr>
            <p:cNvSpPr/>
            <p:nvPr/>
          </p:nvSpPr>
          <p:spPr bwMode="gray">
            <a:xfrm>
              <a:off x="608711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3" name="Forme libre : forme 5742">
              <a:extLst>
                <a:ext uri="{FF2B5EF4-FFF2-40B4-BE49-F238E27FC236}">
                  <a16:creationId xmlns:a16="http://schemas.microsoft.com/office/drawing/2014/main" id="{223CF53A-A73B-B044-767F-7FB8305DED26}"/>
                </a:ext>
              </a:extLst>
            </p:cNvPr>
            <p:cNvSpPr/>
            <p:nvPr/>
          </p:nvSpPr>
          <p:spPr bwMode="gray">
            <a:xfrm>
              <a:off x="60388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4" name="Forme libre : forme 5743">
              <a:extLst>
                <a:ext uri="{FF2B5EF4-FFF2-40B4-BE49-F238E27FC236}">
                  <a16:creationId xmlns:a16="http://schemas.microsoft.com/office/drawing/2014/main" id="{481EEA22-2046-7D22-9C1A-4EAFA144A99C}"/>
                </a:ext>
              </a:extLst>
            </p:cNvPr>
            <p:cNvSpPr/>
            <p:nvPr/>
          </p:nvSpPr>
          <p:spPr bwMode="gray">
            <a:xfrm>
              <a:off x="59893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5" name="Forme libre : forme 5744">
              <a:extLst>
                <a:ext uri="{FF2B5EF4-FFF2-40B4-BE49-F238E27FC236}">
                  <a16:creationId xmlns:a16="http://schemas.microsoft.com/office/drawing/2014/main" id="{C59D49B4-7459-CEF7-6C53-E6E849AD912A}"/>
                </a:ext>
              </a:extLst>
            </p:cNvPr>
            <p:cNvSpPr/>
            <p:nvPr/>
          </p:nvSpPr>
          <p:spPr bwMode="gray">
            <a:xfrm>
              <a:off x="59410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6" name="Forme libre : forme 5745">
              <a:extLst>
                <a:ext uri="{FF2B5EF4-FFF2-40B4-BE49-F238E27FC236}">
                  <a16:creationId xmlns:a16="http://schemas.microsoft.com/office/drawing/2014/main" id="{8F98B023-7301-18B7-F873-3E4C5F932781}"/>
                </a:ext>
              </a:extLst>
            </p:cNvPr>
            <p:cNvSpPr/>
            <p:nvPr/>
          </p:nvSpPr>
          <p:spPr bwMode="gray">
            <a:xfrm>
              <a:off x="58915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7" name="Forme libre : forme 5746">
              <a:extLst>
                <a:ext uri="{FF2B5EF4-FFF2-40B4-BE49-F238E27FC236}">
                  <a16:creationId xmlns:a16="http://schemas.microsoft.com/office/drawing/2014/main" id="{6D479CC2-B4AB-A29F-9781-CC691E0F96F8}"/>
                </a:ext>
              </a:extLst>
            </p:cNvPr>
            <p:cNvSpPr/>
            <p:nvPr/>
          </p:nvSpPr>
          <p:spPr bwMode="gray">
            <a:xfrm>
              <a:off x="58420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8" name="Forme libre : forme 5747">
              <a:extLst>
                <a:ext uri="{FF2B5EF4-FFF2-40B4-BE49-F238E27FC236}">
                  <a16:creationId xmlns:a16="http://schemas.microsoft.com/office/drawing/2014/main" id="{77B434E1-7605-1A54-133F-5F99309CE0C3}"/>
                </a:ext>
              </a:extLst>
            </p:cNvPr>
            <p:cNvSpPr/>
            <p:nvPr/>
          </p:nvSpPr>
          <p:spPr bwMode="gray">
            <a:xfrm>
              <a:off x="579374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49" name="Forme libre : forme 5748">
              <a:extLst>
                <a:ext uri="{FF2B5EF4-FFF2-40B4-BE49-F238E27FC236}">
                  <a16:creationId xmlns:a16="http://schemas.microsoft.com/office/drawing/2014/main" id="{E28E2AEC-641E-A3C2-0E99-C01F409FA5FE}"/>
                </a:ext>
              </a:extLst>
            </p:cNvPr>
            <p:cNvSpPr/>
            <p:nvPr/>
          </p:nvSpPr>
          <p:spPr bwMode="gray">
            <a:xfrm>
              <a:off x="574421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0" name="Forme libre : forme 5749">
              <a:extLst>
                <a:ext uri="{FF2B5EF4-FFF2-40B4-BE49-F238E27FC236}">
                  <a16:creationId xmlns:a16="http://schemas.microsoft.com/office/drawing/2014/main" id="{3D62C728-9F65-11C9-C0BD-33F3CB81EDDB}"/>
                </a:ext>
              </a:extLst>
            </p:cNvPr>
            <p:cNvSpPr/>
            <p:nvPr/>
          </p:nvSpPr>
          <p:spPr bwMode="gray">
            <a:xfrm>
              <a:off x="56959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1" name="Forme libre : forme 5750">
              <a:extLst>
                <a:ext uri="{FF2B5EF4-FFF2-40B4-BE49-F238E27FC236}">
                  <a16:creationId xmlns:a16="http://schemas.microsoft.com/office/drawing/2014/main" id="{22BFAEBE-EFDF-52CF-EACE-213C470610B3}"/>
                </a:ext>
              </a:extLst>
            </p:cNvPr>
            <p:cNvSpPr/>
            <p:nvPr/>
          </p:nvSpPr>
          <p:spPr bwMode="gray">
            <a:xfrm>
              <a:off x="56464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2" name="Forme libre : forme 5751">
              <a:extLst>
                <a:ext uri="{FF2B5EF4-FFF2-40B4-BE49-F238E27FC236}">
                  <a16:creationId xmlns:a16="http://schemas.microsoft.com/office/drawing/2014/main" id="{EDA5C37A-66E0-CAC6-6820-547C802FF11D}"/>
                </a:ext>
              </a:extLst>
            </p:cNvPr>
            <p:cNvSpPr/>
            <p:nvPr/>
          </p:nvSpPr>
          <p:spPr bwMode="gray">
            <a:xfrm>
              <a:off x="559689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3" name="Forme libre : forme 5752">
              <a:extLst>
                <a:ext uri="{FF2B5EF4-FFF2-40B4-BE49-F238E27FC236}">
                  <a16:creationId xmlns:a16="http://schemas.microsoft.com/office/drawing/2014/main" id="{6FED76FB-68EC-8C68-C398-FE16FE123D6F}"/>
                </a:ext>
              </a:extLst>
            </p:cNvPr>
            <p:cNvSpPr/>
            <p:nvPr/>
          </p:nvSpPr>
          <p:spPr bwMode="gray">
            <a:xfrm>
              <a:off x="55486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4" name="Forme libre : forme 5753">
              <a:extLst>
                <a:ext uri="{FF2B5EF4-FFF2-40B4-BE49-F238E27FC236}">
                  <a16:creationId xmlns:a16="http://schemas.microsoft.com/office/drawing/2014/main" id="{906462BD-CE95-B44B-5337-4B4C908F6E6A}"/>
                </a:ext>
              </a:extLst>
            </p:cNvPr>
            <p:cNvSpPr/>
            <p:nvPr/>
          </p:nvSpPr>
          <p:spPr bwMode="gray">
            <a:xfrm>
              <a:off x="54991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5" name="Forme libre : forme 5754">
              <a:extLst>
                <a:ext uri="{FF2B5EF4-FFF2-40B4-BE49-F238E27FC236}">
                  <a16:creationId xmlns:a16="http://schemas.microsoft.com/office/drawing/2014/main" id="{9F1C8220-F03E-250F-25E6-6D84EA999784}"/>
                </a:ext>
              </a:extLst>
            </p:cNvPr>
            <p:cNvSpPr/>
            <p:nvPr/>
          </p:nvSpPr>
          <p:spPr bwMode="gray">
            <a:xfrm>
              <a:off x="52057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6" name="Forme libre : forme 5755">
              <a:extLst>
                <a:ext uri="{FF2B5EF4-FFF2-40B4-BE49-F238E27FC236}">
                  <a16:creationId xmlns:a16="http://schemas.microsoft.com/office/drawing/2014/main" id="{81E63A70-A424-19C4-1963-CCC70C891E98}"/>
                </a:ext>
              </a:extLst>
            </p:cNvPr>
            <p:cNvSpPr/>
            <p:nvPr/>
          </p:nvSpPr>
          <p:spPr bwMode="gray">
            <a:xfrm>
              <a:off x="51562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7" name="Forme libre : forme 5756">
              <a:extLst>
                <a:ext uri="{FF2B5EF4-FFF2-40B4-BE49-F238E27FC236}">
                  <a16:creationId xmlns:a16="http://schemas.microsoft.com/office/drawing/2014/main" id="{0E8FA046-1995-D387-732B-9D1BB54FF1CE}"/>
                </a:ext>
              </a:extLst>
            </p:cNvPr>
            <p:cNvSpPr/>
            <p:nvPr/>
          </p:nvSpPr>
          <p:spPr bwMode="gray">
            <a:xfrm>
              <a:off x="510667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8" name="Forme libre : forme 5757">
              <a:extLst>
                <a:ext uri="{FF2B5EF4-FFF2-40B4-BE49-F238E27FC236}">
                  <a16:creationId xmlns:a16="http://schemas.microsoft.com/office/drawing/2014/main" id="{4C590BF0-0C27-78E1-6B81-3E2294013EF8}"/>
                </a:ext>
              </a:extLst>
            </p:cNvPr>
            <p:cNvSpPr/>
            <p:nvPr/>
          </p:nvSpPr>
          <p:spPr bwMode="gray">
            <a:xfrm>
              <a:off x="505841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59" name="Forme libre : forme 5758">
              <a:extLst>
                <a:ext uri="{FF2B5EF4-FFF2-40B4-BE49-F238E27FC236}">
                  <a16:creationId xmlns:a16="http://schemas.microsoft.com/office/drawing/2014/main" id="{176C3475-04D3-756B-BFBE-074A6C6C9FBA}"/>
                </a:ext>
              </a:extLst>
            </p:cNvPr>
            <p:cNvSpPr/>
            <p:nvPr/>
          </p:nvSpPr>
          <p:spPr bwMode="gray">
            <a:xfrm>
              <a:off x="500888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0" name="Forme libre : forme 5759">
              <a:extLst>
                <a:ext uri="{FF2B5EF4-FFF2-40B4-BE49-F238E27FC236}">
                  <a16:creationId xmlns:a16="http://schemas.microsoft.com/office/drawing/2014/main" id="{AFECFD52-C650-D421-C47B-8573D42A40D1}"/>
                </a:ext>
              </a:extLst>
            </p:cNvPr>
            <p:cNvSpPr/>
            <p:nvPr/>
          </p:nvSpPr>
          <p:spPr bwMode="gray">
            <a:xfrm>
              <a:off x="49606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1" name="Forme libre : forme 5760">
              <a:extLst>
                <a:ext uri="{FF2B5EF4-FFF2-40B4-BE49-F238E27FC236}">
                  <a16:creationId xmlns:a16="http://schemas.microsoft.com/office/drawing/2014/main" id="{447B4231-E655-C07D-A22C-EAEDE90C8573}"/>
                </a:ext>
              </a:extLst>
            </p:cNvPr>
            <p:cNvSpPr/>
            <p:nvPr/>
          </p:nvSpPr>
          <p:spPr bwMode="gray">
            <a:xfrm>
              <a:off x="491109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2" name="Forme libre : forme 5761">
              <a:extLst>
                <a:ext uri="{FF2B5EF4-FFF2-40B4-BE49-F238E27FC236}">
                  <a16:creationId xmlns:a16="http://schemas.microsoft.com/office/drawing/2014/main" id="{98F142C6-AA65-DC1F-A632-B9E748F83C62}"/>
                </a:ext>
              </a:extLst>
            </p:cNvPr>
            <p:cNvSpPr/>
            <p:nvPr/>
          </p:nvSpPr>
          <p:spPr bwMode="gray">
            <a:xfrm>
              <a:off x="48615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3" name="Forme libre : forme 5762">
              <a:extLst>
                <a:ext uri="{FF2B5EF4-FFF2-40B4-BE49-F238E27FC236}">
                  <a16:creationId xmlns:a16="http://schemas.microsoft.com/office/drawing/2014/main" id="{F8462DCE-AC62-6029-AC0E-CB080F045E08}"/>
                </a:ext>
              </a:extLst>
            </p:cNvPr>
            <p:cNvSpPr/>
            <p:nvPr/>
          </p:nvSpPr>
          <p:spPr bwMode="gray">
            <a:xfrm>
              <a:off x="48133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4" name="Forme libre : forme 5763">
              <a:extLst>
                <a:ext uri="{FF2B5EF4-FFF2-40B4-BE49-F238E27FC236}">
                  <a16:creationId xmlns:a16="http://schemas.microsoft.com/office/drawing/2014/main" id="{5327D4F5-46C8-EE11-9160-808FE97DF416}"/>
                </a:ext>
              </a:extLst>
            </p:cNvPr>
            <p:cNvSpPr/>
            <p:nvPr/>
          </p:nvSpPr>
          <p:spPr bwMode="gray">
            <a:xfrm>
              <a:off x="476377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5" name="Forme libre : forme 5764">
              <a:extLst>
                <a:ext uri="{FF2B5EF4-FFF2-40B4-BE49-F238E27FC236}">
                  <a16:creationId xmlns:a16="http://schemas.microsoft.com/office/drawing/2014/main" id="{103A24A1-D697-377A-4C4C-7C821413B599}"/>
                </a:ext>
              </a:extLst>
            </p:cNvPr>
            <p:cNvSpPr/>
            <p:nvPr/>
          </p:nvSpPr>
          <p:spPr bwMode="gray">
            <a:xfrm>
              <a:off x="466598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6" name="Forme libre : forme 5765">
              <a:extLst>
                <a:ext uri="{FF2B5EF4-FFF2-40B4-BE49-F238E27FC236}">
                  <a16:creationId xmlns:a16="http://schemas.microsoft.com/office/drawing/2014/main" id="{1A26C71B-1954-DA84-3577-C554C9359FF7}"/>
                </a:ext>
              </a:extLst>
            </p:cNvPr>
            <p:cNvSpPr/>
            <p:nvPr/>
          </p:nvSpPr>
          <p:spPr bwMode="gray">
            <a:xfrm>
              <a:off x="46177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7" name="Forme libre : forme 5766">
              <a:extLst>
                <a:ext uri="{FF2B5EF4-FFF2-40B4-BE49-F238E27FC236}">
                  <a16:creationId xmlns:a16="http://schemas.microsoft.com/office/drawing/2014/main" id="{60995787-46C1-6FDB-B68D-4036799D5BDA}"/>
                </a:ext>
              </a:extLst>
            </p:cNvPr>
            <p:cNvSpPr/>
            <p:nvPr/>
          </p:nvSpPr>
          <p:spPr bwMode="gray">
            <a:xfrm>
              <a:off x="456819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8" name="Forme libre : forme 5767">
              <a:extLst>
                <a:ext uri="{FF2B5EF4-FFF2-40B4-BE49-F238E27FC236}">
                  <a16:creationId xmlns:a16="http://schemas.microsoft.com/office/drawing/2014/main" id="{0FB9C249-AFE0-EA53-CF0C-5E196C6AB7CD}"/>
                </a:ext>
              </a:extLst>
            </p:cNvPr>
            <p:cNvSpPr/>
            <p:nvPr/>
          </p:nvSpPr>
          <p:spPr bwMode="gray">
            <a:xfrm>
              <a:off x="45186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69" name="Forme libre : forme 5768">
              <a:extLst>
                <a:ext uri="{FF2B5EF4-FFF2-40B4-BE49-F238E27FC236}">
                  <a16:creationId xmlns:a16="http://schemas.microsoft.com/office/drawing/2014/main" id="{5779F784-12BE-CAD3-9B2C-0A31AFB40CF4}"/>
                </a:ext>
              </a:extLst>
            </p:cNvPr>
            <p:cNvSpPr/>
            <p:nvPr/>
          </p:nvSpPr>
          <p:spPr bwMode="gray">
            <a:xfrm>
              <a:off x="44704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0" name="Forme libre : forme 5769">
              <a:extLst>
                <a:ext uri="{FF2B5EF4-FFF2-40B4-BE49-F238E27FC236}">
                  <a16:creationId xmlns:a16="http://schemas.microsoft.com/office/drawing/2014/main" id="{539408E1-ABCC-A302-A98E-BE540F58AA41}"/>
                </a:ext>
              </a:extLst>
            </p:cNvPr>
            <p:cNvSpPr/>
            <p:nvPr/>
          </p:nvSpPr>
          <p:spPr bwMode="gray">
            <a:xfrm>
              <a:off x="442087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1" name="Forme libre : forme 5770">
              <a:extLst>
                <a:ext uri="{FF2B5EF4-FFF2-40B4-BE49-F238E27FC236}">
                  <a16:creationId xmlns:a16="http://schemas.microsoft.com/office/drawing/2014/main" id="{C931A40B-6B0E-7BE2-230C-EB00D401DE92}"/>
                </a:ext>
              </a:extLst>
            </p:cNvPr>
            <p:cNvSpPr/>
            <p:nvPr/>
          </p:nvSpPr>
          <p:spPr bwMode="gray">
            <a:xfrm>
              <a:off x="437261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2" name="Forme libre : forme 5771">
              <a:extLst>
                <a:ext uri="{FF2B5EF4-FFF2-40B4-BE49-F238E27FC236}">
                  <a16:creationId xmlns:a16="http://schemas.microsoft.com/office/drawing/2014/main" id="{E506F8E8-CE36-AE24-33F0-76D355CDF1EF}"/>
                </a:ext>
              </a:extLst>
            </p:cNvPr>
            <p:cNvSpPr/>
            <p:nvPr/>
          </p:nvSpPr>
          <p:spPr bwMode="gray">
            <a:xfrm>
              <a:off x="432308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3" name="Forme libre : forme 5772">
              <a:extLst>
                <a:ext uri="{FF2B5EF4-FFF2-40B4-BE49-F238E27FC236}">
                  <a16:creationId xmlns:a16="http://schemas.microsoft.com/office/drawing/2014/main" id="{AE3BEAF4-2144-386F-AAB3-95C44488A5C7}"/>
                </a:ext>
              </a:extLst>
            </p:cNvPr>
            <p:cNvSpPr/>
            <p:nvPr/>
          </p:nvSpPr>
          <p:spPr bwMode="gray">
            <a:xfrm>
              <a:off x="42735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4" name="Forme libre : forme 5773">
              <a:extLst>
                <a:ext uri="{FF2B5EF4-FFF2-40B4-BE49-F238E27FC236}">
                  <a16:creationId xmlns:a16="http://schemas.microsoft.com/office/drawing/2014/main" id="{DA2AD5E7-1F0D-CDB7-56B0-DBFC24A333EF}"/>
                </a:ext>
              </a:extLst>
            </p:cNvPr>
            <p:cNvSpPr/>
            <p:nvPr/>
          </p:nvSpPr>
          <p:spPr bwMode="gray">
            <a:xfrm>
              <a:off x="422529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5" name="Forme libre : forme 5774">
              <a:extLst>
                <a:ext uri="{FF2B5EF4-FFF2-40B4-BE49-F238E27FC236}">
                  <a16:creationId xmlns:a16="http://schemas.microsoft.com/office/drawing/2014/main" id="{F185BEC5-7EE6-B610-FED6-2BAA767C9EDB}"/>
                </a:ext>
              </a:extLst>
            </p:cNvPr>
            <p:cNvSpPr/>
            <p:nvPr/>
          </p:nvSpPr>
          <p:spPr bwMode="gray">
            <a:xfrm>
              <a:off x="41757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6" name="Forme libre : forme 5775">
              <a:extLst>
                <a:ext uri="{FF2B5EF4-FFF2-40B4-BE49-F238E27FC236}">
                  <a16:creationId xmlns:a16="http://schemas.microsoft.com/office/drawing/2014/main" id="{F6510DEC-A0B1-EBD0-1E6A-7214BB54355E}"/>
                </a:ext>
              </a:extLst>
            </p:cNvPr>
            <p:cNvSpPr/>
            <p:nvPr/>
          </p:nvSpPr>
          <p:spPr bwMode="gray">
            <a:xfrm>
              <a:off x="412750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7" name="Forme libre : forme 5776">
              <a:extLst>
                <a:ext uri="{FF2B5EF4-FFF2-40B4-BE49-F238E27FC236}">
                  <a16:creationId xmlns:a16="http://schemas.microsoft.com/office/drawing/2014/main" id="{99F297A3-F7C4-E88A-6B29-1BBD6DFB2E8C}"/>
                </a:ext>
              </a:extLst>
            </p:cNvPr>
            <p:cNvSpPr/>
            <p:nvPr/>
          </p:nvSpPr>
          <p:spPr bwMode="gray">
            <a:xfrm>
              <a:off x="407797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8" name="Forme libre : forme 5777">
              <a:extLst>
                <a:ext uri="{FF2B5EF4-FFF2-40B4-BE49-F238E27FC236}">
                  <a16:creationId xmlns:a16="http://schemas.microsoft.com/office/drawing/2014/main" id="{3DDD827F-D4FA-E404-7029-B45CBF260CD9}"/>
                </a:ext>
              </a:extLst>
            </p:cNvPr>
            <p:cNvSpPr/>
            <p:nvPr/>
          </p:nvSpPr>
          <p:spPr bwMode="gray">
            <a:xfrm>
              <a:off x="402844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79" name="Forme libre : forme 5778">
              <a:extLst>
                <a:ext uri="{FF2B5EF4-FFF2-40B4-BE49-F238E27FC236}">
                  <a16:creationId xmlns:a16="http://schemas.microsoft.com/office/drawing/2014/main" id="{0A470F14-F6A5-DB40-DC32-CAC2A6C97AE9}"/>
                </a:ext>
              </a:extLst>
            </p:cNvPr>
            <p:cNvSpPr/>
            <p:nvPr/>
          </p:nvSpPr>
          <p:spPr bwMode="gray">
            <a:xfrm>
              <a:off x="398018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0" name="Forme libre : forme 5779">
              <a:extLst>
                <a:ext uri="{FF2B5EF4-FFF2-40B4-BE49-F238E27FC236}">
                  <a16:creationId xmlns:a16="http://schemas.microsoft.com/office/drawing/2014/main" id="{CE5D205C-A8E9-DBEC-639C-FAC835D3ECA5}"/>
                </a:ext>
              </a:extLst>
            </p:cNvPr>
            <p:cNvSpPr/>
            <p:nvPr/>
          </p:nvSpPr>
          <p:spPr bwMode="gray">
            <a:xfrm>
              <a:off x="39306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1" name="Forme libre : forme 5780">
              <a:extLst>
                <a:ext uri="{FF2B5EF4-FFF2-40B4-BE49-F238E27FC236}">
                  <a16:creationId xmlns:a16="http://schemas.microsoft.com/office/drawing/2014/main" id="{0D1D210E-682E-2D43-D954-61D6B9A08E23}"/>
                </a:ext>
              </a:extLst>
            </p:cNvPr>
            <p:cNvSpPr/>
            <p:nvPr/>
          </p:nvSpPr>
          <p:spPr bwMode="gray">
            <a:xfrm>
              <a:off x="388239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2" name="Forme libre : forme 5781">
              <a:extLst>
                <a:ext uri="{FF2B5EF4-FFF2-40B4-BE49-F238E27FC236}">
                  <a16:creationId xmlns:a16="http://schemas.microsoft.com/office/drawing/2014/main" id="{A9B97039-B666-1316-A85D-9C715C43BA89}"/>
                </a:ext>
              </a:extLst>
            </p:cNvPr>
            <p:cNvSpPr/>
            <p:nvPr/>
          </p:nvSpPr>
          <p:spPr bwMode="gray">
            <a:xfrm>
              <a:off x="38328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3" name="Forme libre : forme 5782">
              <a:extLst>
                <a:ext uri="{FF2B5EF4-FFF2-40B4-BE49-F238E27FC236}">
                  <a16:creationId xmlns:a16="http://schemas.microsoft.com/office/drawing/2014/main" id="{F1D87A15-858A-F543-4F97-41DED6AC4879}"/>
                </a:ext>
              </a:extLst>
            </p:cNvPr>
            <p:cNvSpPr/>
            <p:nvPr/>
          </p:nvSpPr>
          <p:spPr bwMode="gray">
            <a:xfrm>
              <a:off x="37833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4" name="Forme libre : forme 5783">
              <a:extLst>
                <a:ext uri="{FF2B5EF4-FFF2-40B4-BE49-F238E27FC236}">
                  <a16:creationId xmlns:a16="http://schemas.microsoft.com/office/drawing/2014/main" id="{F1D4C940-16A9-D353-9AEA-E3CF1ABE94ED}"/>
                </a:ext>
              </a:extLst>
            </p:cNvPr>
            <p:cNvSpPr/>
            <p:nvPr/>
          </p:nvSpPr>
          <p:spPr bwMode="gray">
            <a:xfrm>
              <a:off x="373507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5" name="Forme libre : forme 5784">
              <a:extLst>
                <a:ext uri="{FF2B5EF4-FFF2-40B4-BE49-F238E27FC236}">
                  <a16:creationId xmlns:a16="http://schemas.microsoft.com/office/drawing/2014/main" id="{B0A51C42-BDE7-D16F-0789-27878FAF3B16}"/>
                </a:ext>
              </a:extLst>
            </p:cNvPr>
            <p:cNvSpPr/>
            <p:nvPr/>
          </p:nvSpPr>
          <p:spPr bwMode="gray">
            <a:xfrm>
              <a:off x="368554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6" name="Forme libre : forme 5785">
              <a:extLst>
                <a:ext uri="{FF2B5EF4-FFF2-40B4-BE49-F238E27FC236}">
                  <a16:creationId xmlns:a16="http://schemas.microsoft.com/office/drawing/2014/main" id="{C31D4BFE-2EA6-5E06-645B-D25E4D6F19D2}"/>
                </a:ext>
              </a:extLst>
            </p:cNvPr>
            <p:cNvSpPr/>
            <p:nvPr/>
          </p:nvSpPr>
          <p:spPr bwMode="gray">
            <a:xfrm>
              <a:off x="363728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7" name="Forme libre : forme 5786">
              <a:extLst>
                <a:ext uri="{FF2B5EF4-FFF2-40B4-BE49-F238E27FC236}">
                  <a16:creationId xmlns:a16="http://schemas.microsoft.com/office/drawing/2014/main" id="{A1F97232-2DC7-20B0-ED15-BFA26E670260}"/>
                </a:ext>
              </a:extLst>
            </p:cNvPr>
            <p:cNvSpPr/>
            <p:nvPr/>
          </p:nvSpPr>
          <p:spPr bwMode="gray">
            <a:xfrm>
              <a:off x="358775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8" name="Forme libre : forme 5787">
              <a:extLst>
                <a:ext uri="{FF2B5EF4-FFF2-40B4-BE49-F238E27FC236}">
                  <a16:creationId xmlns:a16="http://schemas.microsoft.com/office/drawing/2014/main" id="{831078DF-F8D9-33B7-18B9-B8DF563FE583}"/>
                </a:ext>
              </a:extLst>
            </p:cNvPr>
            <p:cNvSpPr/>
            <p:nvPr/>
          </p:nvSpPr>
          <p:spPr bwMode="gray">
            <a:xfrm>
              <a:off x="353822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89" name="Forme libre : forme 5788">
              <a:extLst>
                <a:ext uri="{FF2B5EF4-FFF2-40B4-BE49-F238E27FC236}">
                  <a16:creationId xmlns:a16="http://schemas.microsoft.com/office/drawing/2014/main" id="{5BDFB280-7129-A5A5-190F-0E37E0C587C1}"/>
                </a:ext>
              </a:extLst>
            </p:cNvPr>
            <p:cNvSpPr/>
            <p:nvPr/>
          </p:nvSpPr>
          <p:spPr bwMode="gray">
            <a:xfrm>
              <a:off x="348996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0" name="Forme libre : forme 5789">
              <a:extLst>
                <a:ext uri="{FF2B5EF4-FFF2-40B4-BE49-F238E27FC236}">
                  <a16:creationId xmlns:a16="http://schemas.microsoft.com/office/drawing/2014/main" id="{489A16C6-F5A0-B0A9-122D-9C93848685AD}"/>
                </a:ext>
              </a:extLst>
            </p:cNvPr>
            <p:cNvSpPr/>
            <p:nvPr/>
          </p:nvSpPr>
          <p:spPr bwMode="gray">
            <a:xfrm>
              <a:off x="3440430" y="34632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1" name="Forme libre : forme 5790">
              <a:extLst>
                <a:ext uri="{FF2B5EF4-FFF2-40B4-BE49-F238E27FC236}">
                  <a16:creationId xmlns:a16="http://schemas.microsoft.com/office/drawing/2014/main" id="{9568F6F2-8264-A074-C39A-B0330F802244}"/>
                </a:ext>
              </a:extLst>
            </p:cNvPr>
            <p:cNvSpPr/>
            <p:nvPr/>
          </p:nvSpPr>
          <p:spPr bwMode="gray">
            <a:xfrm>
              <a:off x="148082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2" name="Forme libre : forme 5791">
              <a:extLst>
                <a:ext uri="{FF2B5EF4-FFF2-40B4-BE49-F238E27FC236}">
                  <a16:creationId xmlns:a16="http://schemas.microsoft.com/office/drawing/2014/main" id="{34BE6D3F-81C4-BDB9-DE01-4000E11364D3}"/>
                </a:ext>
              </a:extLst>
            </p:cNvPr>
            <p:cNvSpPr/>
            <p:nvPr/>
          </p:nvSpPr>
          <p:spPr bwMode="gray">
            <a:xfrm>
              <a:off x="143129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3" name="Forme libre : forme 5792">
              <a:extLst>
                <a:ext uri="{FF2B5EF4-FFF2-40B4-BE49-F238E27FC236}">
                  <a16:creationId xmlns:a16="http://schemas.microsoft.com/office/drawing/2014/main" id="{8FA4E3F2-59CD-54CA-B0ED-85CFF0CB09E6}"/>
                </a:ext>
              </a:extLst>
            </p:cNvPr>
            <p:cNvSpPr/>
            <p:nvPr/>
          </p:nvSpPr>
          <p:spPr bwMode="gray">
            <a:xfrm>
              <a:off x="138176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4" name="Forme libre : forme 5793">
              <a:extLst>
                <a:ext uri="{FF2B5EF4-FFF2-40B4-BE49-F238E27FC236}">
                  <a16:creationId xmlns:a16="http://schemas.microsoft.com/office/drawing/2014/main" id="{BC82E4CD-E8D4-6533-6797-90C4941AA45D}"/>
                </a:ext>
              </a:extLst>
            </p:cNvPr>
            <p:cNvSpPr/>
            <p:nvPr/>
          </p:nvSpPr>
          <p:spPr bwMode="gray">
            <a:xfrm>
              <a:off x="133350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5" name="Forme libre : forme 5794">
              <a:extLst>
                <a:ext uri="{FF2B5EF4-FFF2-40B4-BE49-F238E27FC236}">
                  <a16:creationId xmlns:a16="http://schemas.microsoft.com/office/drawing/2014/main" id="{B45EFE1A-FBA1-BEF6-D774-B6BC25B2ED0D}"/>
                </a:ext>
              </a:extLst>
            </p:cNvPr>
            <p:cNvSpPr/>
            <p:nvPr/>
          </p:nvSpPr>
          <p:spPr bwMode="gray">
            <a:xfrm>
              <a:off x="128397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6" name="Forme libre : forme 5795">
              <a:extLst>
                <a:ext uri="{FF2B5EF4-FFF2-40B4-BE49-F238E27FC236}">
                  <a16:creationId xmlns:a16="http://schemas.microsoft.com/office/drawing/2014/main" id="{7D6853E8-4D9E-B0E0-FB57-CC14A8A048CC}"/>
                </a:ext>
              </a:extLst>
            </p:cNvPr>
            <p:cNvSpPr/>
            <p:nvPr/>
          </p:nvSpPr>
          <p:spPr bwMode="gray">
            <a:xfrm>
              <a:off x="1186180" y="34632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7" name="Forme libre : forme 5796">
              <a:extLst>
                <a:ext uri="{FF2B5EF4-FFF2-40B4-BE49-F238E27FC236}">
                  <a16:creationId xmlns:a16="http://schemas.microsoft.com/office/drawing/2014/main" id="{854E384D-E0C7-BC2C-025D-A5B4021D5CDF}"/>
                </a:ext>
              </a:extLst>
            </p:cNvPr>
            <p:cNvSpPr/>
            <p:nvPr/>
          </p:nvSpPr>
          <p:spPr bwMode="gray">
            <a:xfrm>
              <a:off x="6675119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8" name="Forme libre : forme 5797">
              <a:extLst>
                <a:ext uri="{FF2B5EF4-FFF2-40B4-BE49-F238E27FC236}">
                  <a16:creationId xmlns:a16="http://schemas.microsoft.com/office/drawing/2014/main" id="{6F45C439-145D-4473-A15F-45495B017853}"/>
                </a:ext>
              </a:extLst>
            </p:cNvPr>
            <p:cNvSpPr/>
            <p:nvPr/>
          </p:nvSpPr>
          <p:spPr bwMode="gray">
            <a:xfrm>
              <a:off x="6626859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99" name="Forme libre : forme 5798">
              <a:extLst>
                <a:ext uri="{FF2B5EF4-FFF2-40B4-BE49-F238E27FC236}">
                  <a16:creationId xmlns:a16="http://schemas.microsoft.com/office/drawing/2014/main" id="{DF54634D-6069-E888-6929-1498B0092D69}"/>
                </a:ext>
              </a:extLst>
            </p:cNvPr>
            <p:cNvSpPr/>
            <p:nvPr/>
          </p:nvSpPr>
          <p:spPr bwMode="gray">
            <a:xfrm>
              <a:off x="657733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0" name="Forme libre : forme 5799">
              <a:extLst>
                <a:ext uri="{FF2B5EF4-FFF2-40B4-BE49-F238E27FC236}">
                  <a16:creationId xmlns:a16="http://schemas.microsoft.com/office/drawing/2014/main" id="{4B1FC851-ED98-F786-434D-1B3B406E0AF6}"/>
                </a:ext>
              </a:extLst>
            </p:cNvPr>
            <p:cNvSpPr/>
            <p:nvPr/>
          </p:nvSpPr>
          <p:spPr bwMode="gray">
            <a:xfrm>
              <a:off x="6529069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1" name="Forme libre : forme 5800">
              <a:extLst>
                <a:ext uri="{FF2B5EF4-FFF2-40B4-BE49-F238E27FC236}">
                  <a16:creationId xmlns:a16="http://schemas.microsoft.com/office/drawing/2014/main" id="{218BBE5D-7331-0351-A387-D09350A5E06F}"/>
                </a:ext>
              </a:extLst>
            </p:cNvPr>
            <p:cNvSpPr/>
            <p:nvPr/>
          </p:nvSpPr>
          <p:spPr bwMode="gray">
            <a:xfrm>
              <a:off x="647954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2" name="Forme libre : forme 5801">
              <a:extLst>
                <a:ext uri="{FF2B5EF4-FFF2-40B4-BE49-F238E27FC236}">
                  <a16:creationId xmlns:a16="http://schemas.microsoft.com/office/drawing/2014/main" id="{816330BE-1844-6DB6-3AA7-66F23AE7B87B}"/>
                </a:ext>
              </a:extLst>
            </p:cNvPr>
            <p:cNvSpPr/>
            <p:nvPr/>
          </p:nvSpPr>
          <p:spPr bwMode="gray">
            <a:xfrm>
              <a:off x="64300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3" name="Forme libre : forme 5802">
              <a:extLst>
                <a:ext uri="{FF2B5EF4-FFF2-40B4-BE49-F238E27FC236}">
                  <a16:creationId xmlns:a16="http://schemas.microsoft.com/office/drawing/2014/main" id="{0D791D0A-8C19-B76B-6602-86301B249032}"/>
                </a:ext>
              </a:extLst>
            </p:cNvPr>
            <p:cNvSpPr/>
            <p:nvPr/>
          </p:nvSpPr>
          <p:spPr bwMode="gray">
            <a:xfrm>
              <a:off x="63817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4" name="Forme libre : forme 5803">
              <a:extLst>
                <a:ext uri="{FF2B5EF4-FFF2-40B4-BE49-F238E27FC236}">
                  <a16:creationId xmlns:a16="http://schemas.microsoft.com/office/drawing/2014/main" id="{A865FBA3-B228-D7D6-256A-7CCC43A26580}"/>
                </a:ext>
              </a:extLst>
            </p:cNvPr>
            <p:cNvSpPr/>
            <p:nvPr/>
          </p:nvSpPr>
          <p:spPr bwMode="gray">
            <a:xfrm>
              <a:off x="63322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5" name="Forme libre : forme 5804">
              <a:extLst>
                <a:ext uri="{FF2B5EF4-FFF2-40B4-BE49-F238E27FC236}">
                  <a16:creationId xmlns:a16="http://schemas.microsoft.com/office/drawing/2014/main" id="{5408CFAB-B4F6-0247-7783-5B0706B65891}"/>
                </a:ext>
              </a:extLst>
            </p:cNvPr>
            <p:cNvSpPr/>
            <p:nvPr/>
          </p:nvSpPr>
          <p:spPr bwMode="gray">
            <a:xfrm>
              <a:off x="62839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6" name="Forme libre : forme 5805">
              <a:extLst>
                <a:ext uri="{FF2B5EF4-FFF2-40B4-BE49-F238E27FC236}">
                  <a16:creationId xmlns:a16="http://schemas.microsoft.com/office/drawing/2014/main" id="{5019BE4E-3968-BA0F-C273-3E18138422FE}"/>
                </a:ext>
              </a:extLst>
            </p:cNvPr>
            <p:cNvSpPr/>
            <p:nvPr/>
          </p:nvSpPr>
          <p:spPr bwMode="gray">
            <a:xfrm>
              <a:off x="623443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7" name="Forme libre : forme 5806">
              <a:extLst>
                <a:ext uri="{FF2B5EF4-FFF2-40B4-BE49-F238E27FC236}">
                  <a16:creationId xmlns:a16="http://schemas.microsoft.com/office/drawing/2014/main" id="{E0C8363B-3E31-65A9-E596-9E3879163D47}"/>
                </a:ext>
              </a:extLst>
            </p:cNvPr>
            <p:cNvSpPr/>
            <p:nvPr/>
          </p:nvSpPr>
          <p:spPr bwMode="gray">
            <a:xfrm>
              <a:off x="61849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8" name="Forme libre : forme 5807">
              <a:extLst>
                <a:ext uri="{FF2B5EF4-FFF2-40B4-BE49-F238E27FC236}">
                  <a16:creationId xmlns:a16="http://schemas.microsoft.com/office/drawing/2014/main" id="{C024818F-AF46-78B3-AC1B-0AA20B8BE1A1}"/>
                </a:ext>
              </a:extLst>
            </p:cNvPr>
            <p:cNvSpPr/>
            <p:nvPr/>
          </p:nvSpPr>
          <p:spPr bwMode="gray">
            <a:xfrm>
              <a:off x="613664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09" name="Forme libre : forme 5808">
              <a:extLst>
                <a:ext uri="{FF2B5EF4-FFF2-40B4-BE49-F238E27FC236}">
                  <a16:creationId xmlns:a16="http://schemas.microsoft.com/office/drawing/2014/main" id="{6BE882AE-7530-87CC-7A9B-CB65DCD2F80C}"/>
                </a:ext>
              </a:extLst>
            </p:cNvPr>
            <p:cNvSpPr/>
            <p:nvPr/>
          </p:nvSpPr>
          <p:spPr bwMode="gray">
            <a:xfrm>
              <a:off x="60871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0" name="Forme libre : forme 5809">
              <a:extLst>
                <a:ext uri="{FF2B5EF4-FFF2-40B4-BE49-F238E27FC236}">
                  <a16:creationId xmlns:a16="http://schemas.microsoft.com/office/drawing/2014/main" id="{9610F0A6-4621-0F43-7A3B-1339FBFA186C}"/>
                </a:ext>
              </a:extLst>
            </p:cNvPr>
            <p:cNvSpPr/>
            <p:nvPr/>
          </p:nvSpPr>
          <p:spPr bwMode="gray">
            <a:xfrm>
              <a:off x="60388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1" name="Forme libre : forme 5810">
              <a:extLst>
                <a:ext uri="{FF2B5EF4-FFF2-40B4-BE49-F238E27FC236}">
                  <a16:creationId xmlns:a16="http://schemas.microsoft.com/office/drawing/2014/main" id="{618615D9-CBEA-3990-6936-6BD4D04F2640}"/>
                </a:ext>
              </a:extLst>
            </p:cNvPr>
            <p:cNvSpPr/>
            <p:nvPr/>
          </p:nvSpPr>
          <p:spPr bwMode="gray">
            <a:xfrm>
              <a:off x="59893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2" name="Forme libre : forme 5811">
              <a:extLst>
                <a:ext uri="{FF2B5EF4-FFF2-40B4-BE49-F238E27FC236}">
                  <a16:creationId xmlns:a16="http://schemas.microsoft.com/office/drawing/2014/main" id="{1B25F1EA-AEC8-E763-7B7C-5F7302DF99CD}"/>
                </a:ext>
              </a:extLst>
            </p:cNvPr>
            <p:cNvSpPr/>
            <p:nvPr/>
          </p:nvSpPr>
          <p:spPr bwMode="gray">
            <a:xfrm>
              <a:off x="59410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3" name="Forme libre : forme 5812">
              <a:extLst>
                <a:ext uri="{FF2B5EF4-FFF2-40B4-BE49-F238E27FC236}">
                  <a16:creationId xmlns:a16="http://schemas.microsoft.com/office/drawing/2014/main" id="{7590784F-E8BC-21DA-B36D-B2B212B84FCC}"/>
                </a:ext>
              </a:extLst>
            </p:cNvPr>
            <p:cNvSpPr/>
            <p:nvPr/>
          </p:nvSpPr>
          <p:spPr bwMode="gray">
            <a:xfrm>
              <a:off x="589153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4" name="Forme libre : forme 5813">
              <a:extLst>
                <a:ext uri="{FF2B5EF4-FFF2-40B4-BE49-F238E27FC236}">
                  <a16:creationId xmlns:a16="http://schemas.microsoft.com/office/drawing/2014/main" id="{BFC0B275-FD0A-154B-155C-08B845C95F2E}"/>
                </a:ext>
              </a:extLst>
            </p:cNvPr>
            <p:cNvSpPr/>
            <p:nvPr/>
          </p:nvSpPr>
          <p:spPr bwMode="gray">
            <a:xfrm>
              <a:off x="58420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5" name="Forme libre : forme 5814">
              <a:extLst>
                <a:ext uri="{FF2B5EF4-FFF2-40B4-BE49-F238E27FC236}">
                  <a16:creationId xmlns:a16="http://schemas.microsoft.com/office/drawing/2014/main" id="{495F9F76-6048-7C94-302F-1BA1E441F134}"/>
                </a:ext>
              </a:extLst>
            </p:cNvPr>
            <p:cNvSpPr/>
            <p:nvPr/>
          </p:nvSpPr>
          <p:spPr bwMode="gray">
            <a:xfrm>
              <a:off x="579374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6" name="Forme libre : forme 5815">
              <a:extLst>
                <a:ext uri="{FF2B5EF4-FFF2-40B4-BE49-F238E27FC236}">
                  <a16:creationId xmlns:a16="http://schemas.microsoft.com/office/drawing/2014/main" id="{E7751ECC-2BD0-8690-D50F-47B1F532F1C3}"/>
                </a:ext>
              </a:extLst>
            </p:cNvPr>
            <p:cNvSpPr/>
            <p:nvPr/>
          </p:nvSpPr>
          <p:spPr bwMode="gray">
            <a:xfrm>
              <a:off x="57442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7" name="Forme libre : forme 5816">
              <a:extLst>
                <a:ext uri="{FF2B5EF4-FFF2-40B4-BE49-F238E27FC236}">
                  <a16:creationId xmlns:a16="http://schemas.microsoft.com/office/drawing/2014/main" id="{2D794E85-F2CB-686F-4255-43452BA13F45}"/>
                </a:ext>
              </a:extLst>
            </p:cNvPr>
            <p:cNvSpPr/>
            <p:nvPr/>
          </p:nvSpPr>
          <p:spPr bwMode="gray">
            <a:xfrm>
              <a:off x="56959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8" name="Forme libre : forme 5817">
              <a:extLst>
                <a:ext uri="{FF2B5EF4-FFF2-40B4-BE49-F238E27FC236}">
                  <a16:creationId xmlns:a16="http://schemas.microsoft.com/office/drawing/2014/main" id="{37EFE528-AD01-BE66-26E1-EE7CBFEFBEF8}"/>
                </a:ext>
              </a:extLst>
            </p:cNvPr>
            <p:cNvSpPr/>
            <p:nvPr/>
          </p:nvSpPr>
          <p:spPr bwMode="gray">
            <a:xfrm>
              <a:off x="56464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19" name="Forme libre : forme 5818">
              <a:extLst>
                <a:ext uri="{FF2B5EF4-FFF2-40B4-BE49-F238E27FC236}">
                  <a16:creationId xmlns:a16="http://schemas.microsoft.com/office/drawing/2014/main" id="{2038B1C6-B85C-CE33-B905-CBDC6DCA8A3D}"/>
                </a:ext>
              </a:extLst>
            </p:cNvPr>
            <p:cNvSpPr/>
            <p:nvPr/>
          </p:nvSpPr>
          <p:spPr bwMode="gray">
            <a:xfrm>
              <a:off x="55968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0" name="Forme libre : forme 5819">
              <a:extLst>
                <a:ext uri="{FF2B5EF4-FFF2-40B4-BE49-F238E27FC236}">
                  <a16:creationId xmlns:a16="http://schemas.microsoft.com/office/drawing/2014/main" id="{C918FBFF-4FCF-DBF1-DCD1-907618CD6EC9}"/>
                </a:ext>
              </a:extLst>
            </p:cNvPr>
            <p:cNvSpPr/>
            <p:nvPr/>
          </p:nvSpPr>
          <p:spPr bwMode="gray">
            <a:xfrm>
              <a:off x="554863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1" name="Forme libre : forme 5820">
              <a:extLst>
                <a:ext uri="{FF2B5EF4-FFF2-40B4-BE49-F238E27FC236}">
                  <a16:creationId xmlns:a16="http://schemas.microsoft.com/office/drawing/2014/main" id="{04F78E2A-9C74-7547-F2A4-8BCAAAA8398F}"/>
                </a:ext>
              </a:extLst>
            </p:cNvPr>
            <p:cNvSpPr/>
            <p:nvPr/>
          </p:nvSpPr>
          <p:spPr bwMode="gray">
            <a:xfrm>
              <a:off x="54991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2" name="Forme libre : forme 5821">
              <a:extLst>
                <a:ext uri="{FF2B5EF4-FFF2-40B4-BE49-F238E27FC236}">
                  <a16:creationId xmlns:a16="http://schemas.microsoft.com/office/drawing/2014/main" id="{0DCA2706-5BDC-3012-B7EC-DB79B25C72DD}"/>
                </a:ext>
              </a:extLst>
            </p:cNvPr>
            <p:cNvSpPr/>
            <p:nvPr/>
          </p:nvSpPr>
          <p:spPr bwMode="gray">
            <a:xfrm>
              <a:off x="545084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3" name="Forme libre : forme 5822">
              <a:extLst>
                <a:ext uri="{FF2B5EF4-FFF2-40B4-BE49-F238E27FC236}">
                  <a16:creationId xmlns:a16="http://schemas.microsoft.com/office/drawing/2014/main" id="{BB40299C-7867-A1E3-67C2-692C767E1C7A}"/>
                </a:ext>
              </a:extLst>
            </p:cNvPr>
            <p:cNvSpPr/>
            <p:nvPr/>
          </p:nvSpPr>
          <p:spPr bwMode="gray">
            <a:xfrm>
              <a:off x="54013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4" name="Forme libre : forme 5823">
              <a:extLst>
                <a:ext uri="{FF2B5EF4-FFF2-40B4-BE49-F238E27FC236}">
                  <a16:creationId xmlns:a16="http://schemas.microsoft.com/office/drawing/2014/main" id="{D44866C3-C55C-8F1D-0181-DD854C7127D4}"/>
                </a:ext>
              </a:extLst>
            </p:cNvPr>
            <p:cNvSpPr/>
            <p:nvPr/>
          </p:nvSpPr>
          <p:spPr bwMode="gray">
            <a:xfrm>
              <a:off x="53517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5" name="Forme libre : forme 5824">
              <a:extLst>
                <a:ext uri="{FF2B5EF4-FFF2-40B4-BE49-F238E27FC236}">
                  <a16:creationId xmlns:a16="http://schemas.microsoft.com/office/drawing/2014/main" id="{38027C5E-F829-3601-B205-27A444B4733C}"/>
                </a:ext>
              </a:extLst>
            </p:cNvPr>
            <p:cNvSpPr/>
            <p:nvPr/>
          </p:nvSpPr>
          <p:spPr bwMode="gray">
            <a:xfrm>
              <a:off x="53035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6" name="Forme libre : forme 5825">
              <a:extLst>
                <a:ext uri="{FF2B5EF4-FFF2-40B4-BE49-F238E27FC236}">
                  <a16:creationId xmlns:a16="http://schemas.microsoft.com/office/drawing/2014/main" id="{9AE2C845-638F-DE73-13B5-6C890FFAAA96}"/>
                </a:ext>
              </a:extLst>
            </p:cNvPr>
            <p:cNvSpPr/>
            <p:nvPr/>
          </p:nvSpPr>
          <p:spPr bwMode="gray">
            <a:xfrm>
              <a:off x="52539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7" name="Forme libre : forme 5826">
              <a:extLst>
                <a:ext uri="{FF2B5EF4-FFF2-40B4-BE49-F238E27FC236}">
                  <a16:creationId xmlns:a16="http://schemas.microsoft.com/office/drawing/2014/main" id="{31A474FD-61C9-1314-E143-A1C48CFB6195}"/>
                </a:ext>
              </a:extLst>
            </p:cNvPr>
            <p:cNvSpPr/>
            <p:nvPr/>
          </p:nvSpPr>
          <p:spPr bwMode="gray">
            <a:xfrm>
              <a:off x="50584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8" name="Forme libre : forme 5827">
              <a:extLst>
                <a:ext uri="{FF2B5EF4-FFF2-40B4-BE49-F238E27FC236}">
                  <a16:creationId xmlns:a16="http://schemas.microsoft.com/office/drawing/2014/main" id="{7D427CF2-BA6A-416A-1F62-8179599A82D3}"/>
                </a:ext>
              </a:extLst>
            </p:cNvPr>
            <p:cNvSpPr/>
            <p:nvPr/>
          </p:nvSpPr>
          <p:spPr bwMode="gray">
            <a:xfrm>
              <a:off x="50088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29" name="Forme libre : forme 5828">
              <a:extLst>
                <a:ext uri="{FF2B5EF4-FFF2-40B4-BE49-F238E27FC236}">
                  <a16:creationId xmlns:a16="http://schemas.microsoft.com/office/drawing/2014/main" id="{3157FF20-3A14-1FD6-540C-1E9E0EC98673}"/>
                </a:ext>
              </a:extLst>
            </p:cNvPr>
            <p:cNvSpPr/>
            <p:nvPr/>
          </p:nvSpPr>
          <p:spPr bwMode="gray">
            <a:xfrm>
              <a:off x="49606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0" name="Forme libre : forme 5829">
              <a:extLst>
                <a:ext uri="{FF2B5EF4-FFF2-40B4-BE49-F238E27FC236}">
                  <a16:creationId xmlns:a16="http://schemas.microsoft.com/office/drawing/2014/main" id="{BC2711A0-C87F-4B89-74D7-3702385C01DF}"/>
                </a:ext>
              </a:extLst>
            </p:cNvPr>
            <p:cNvSpPr/>
            <p:nvPr/>
          </p:nvSpPr>
          <p:spPr bwMode="gray">
            <a:xfrm>
              <a:off x="49110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1" name="Forme libre : forme 5830">
              <a:extLst>
                <a:ext uri="{FF2B5EF4-FFF2-40B4-BE49-F238E27FC236}">
                  <a16:creationId xmlns:a16="http://schemas.microsoft.com/office/drawing/2014/main" id="{EF6C9651-7617-3F98-86F4-37F05E7C8E6F}"/>
                </a:ext>
              </a:extLst>
            </p:cNvPr>
            <p:cNvSpPr/>
            <p:nvPr/>
          </p:nvSpPr>
          <p:spPr bwMode="gray">
            <a:xfrm>
              <a:off x="48615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2" name="Forme libre : forme 5831">
              <a:extLst>
                <a:ext uri="{FF2B5EF4-FFF2-40B4-BE49-F238E27FC236}">
                  <a16:creationId xmlns:a16="http://schemas.microsoft.com/office/drawing/2014/main" id="{97D441FE-CADC-5A96-313A-E28B52DEE052}"/>
                </a:ext>
              </a:extLst>
            </p:cNvPr>
            <p:cNvSpPr/>
            <p:nvPr/>
          </p:nvSpPr>
          <p:spPr bwMode="gray">
            <a:xfrm>
              <a:off x="48133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3" name="Forme libre : forme 5832">
              <a:extLst>
                <a:ext uri="{FF2B5EF4-FFF2-40B4-BE49-F238E27FC236}">
                  <a16:creationId xmlns:a16="http://schemas.microsoft.com/office/drawing/2014/main" id="{E97DEFD1-C161-8951-4CCA-4E6E1F166AF2}"/>
                </a:ext>
              </a:extLst>
            </p:cNvPr>
            <p:cNvSpPr/>
            <p:nvPr/>
          </p:nvSpPr>
          <p:spPr bwMode="gray">
            <a:xfrm>
              <a:off x="476377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4" name="Forme libre : forme 5833">
              <a:extLst>
                <a:ext uri="{FF2B5EF4-FFF2-40B4-BE49-F238E27FC236}">
                  <a16:creationId xmlns:a16="http://schemas.microsoft.com/office/drawing/2014/main" id="{9FE94784-C04E-5026-AE57-E2C48D6EC6EC}"/>
                </a:ext>
              </a:extLst>
            </p:cNvPr>
            <p:cNvSpPr/>
            <p:nvPr/>
          </p:nvSpPr>
          <p:spPr bwMode="gray">
            <a:xfrm>
              <a:off x="47155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5" name="Forme libre : forme 5834">
              <a:extLst>
                <a:ext uri="{FF2B5EF4-FFF2-40B4-BE49-F238E27FC236}">
                  <a16:creationId xmlns:a16="http://schemas.microsoft.com/office/drawing/2014/main" id="{28D07E30-40E9-E0BA-AC96-2A67D8333ED4}"/>
                </a:ext>
              </a:extLst>
            </p:cNvPr>
            <p:cNvSpPr/>
            <p:nvPr/>
          </p:nvSpPr>
          <p:spPr bwMode="gray">
            <a:xfrm>
              <a:off x="46659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6" name="Forme libre : forme 5835">
              <a:extLst>
                <a:ext uri="{FF2B5EF4-FFF2-40B4-BE49-F238E27FC236}">
                  <a16:creationId xmlns:a16="http://schemas.microsoft.com/office/drawing/2014/main" id="{61832C1D-CDD2-20BC-9DA2-45FF28796916}"/>
                </a:ext>
              </a:extLst>
            </p:cNvPr>
            <p:cNvSpPr/>
            <p:nvPr/>
          </p:nvSpPr>
          <p:spPr bwMode="gray">
            <a:xfrm>
              <a:off x="46177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7" name="Forme libre : forme 5836">
              <a:extLst>
                <a:ext uri="{FF2B5EF4-FFF2-40B4-BE49-F238E27FC236}">
                  <a16:creationId xmlns:a16="http://schemas.microsoft.com/office/drawing/2014/main" id="{EC1789F9-AFF9-D7D8-CBA2-149C52E1BB77}"/>
                </a:ext>
              </a:extLst>
            </p:cNvPr>
            <p:cNvSpPr/>
            <p:nvPr/>
          </p:nvSpPr>
          <p:spPr bwMode="gray">
            <a:xfrm>
              <a:off x="45681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8" name="Forme libre : forme 5837">
              <a:extLst>
                <a:ext uri="{FF2B5EF4-FFF2-40B4-BE49-F238E27FC236}">
                  <a16:creationId xmlns:a16="http://schemas.microsoft.com/office/drawing/2014/main" id="{C3E753F4-F7CC-6ADD-1014-8165B2610E54}"/>
                </a:ext>
              </a:extLst>
            </p:cNvPr>
            <p:cNvSpPr/>
            <p:nvPr/>
          </p:nvSpPr>
          <p:spPr bwMode="gray">
            <a:xfrm>
              <a:off x="45186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39" name="Forme libre : forme 5838">
              <a:extLst>
                <a:ext uri="{FF2B5EF4-FFF2-40B4-BE49-F238E27FC236}">
                  <a16:creationId xmlns:a16="http://schemas.microsoft.com/office/drawing/2014/main" id="{57E38D06-33A0-95FF-C92C-D6ED781F47CA}"/>
                </a:ext>
              </a:extLst>
            </p:cNvPr>
            <p:cNvSpPr/>
            <p:nvPr/>
          </p:nvSpPr>
          <p:spPr bwMode="gray">
            <a:xfrm>
              <a:off x="44704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0" name="Forme libre : forme 5839">
              <a:extLst>
                <a:ext uri="{FF2B5EF4-FFF2-40B4-BE49-F238E27FC236}">
                  <a16:creationId xmlns:a16="http://schemas.microsoft.com/office/drawing/2014/main" id="{DFA6709F-9E43-5DCE-86FA-31741EBAE7AB}"/>
                </a:ext>
              </a:extLst>
            </p:cNvPr>
            <p:cNvSpPr/>
            <p:nvPr/>
          </p:nvSpPr>
          <p:spPr bwMode="gray">
            <a:xfrm>
              <a:off x="442087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1" name="Forme libre : forme 5840">
              <a:extLst>
                <a:ext uri="{FF2B5EF4-FFF2-40B4-BE49-F238E27FC236}">
                  <a16:creationId xmlns:a16="http://schemas.microsoft.com/office/drawing/2014/main" id="{E8F46BB0-312D-017C-382F-CF5C12A10737}"/>
                </a:ext>
              </a:extLst>
            </p:cNvPr>
            <p:cNvSpPr/>
            <p:nvPr/>
          </p:nvSpPr>
          <p:spPr bwMode="gray">
            <a:xfrm>
              <a:off x="43726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2" name="Forme libre : forme 5841">
              <a:extLst>
                <a:ext uri="{FF2B5EF4-FFF2-40B4-BE49-F238E27FC236}">
                  <a16:creationId xmlns:a16="http://schemas.microsoft.com/office/drawing/2014/main" id="{1C469CA1-93B4-351B-A3D6-1EAB0267E522}"/>
                </a:ext>
              </a:extLst>
            </p:cNvPr>
            <p:cNvSpPr/>
            <p:nvPr/>
          </p:nvSpPr>
          <p:spPr bwMode="gray">
            <a:xfrm>
              <a:off x="43230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3" name="Forme libre : forme 5842">
              <a:extLst>
                <a:ext uri="{FF2B5EF4-FFF2-40B4-BE49-F238E27FC236}">
                  <a16:creationId xmlns:a16="http://schemas.microsoft.com/office/drawing/2014/main" id="{AE71316A-293A-19C3-397F-C052A961E6A4}"/>
                </a:ext>
              </a:extLst>
            </p:cNvPr>
            <p:cNvSpPr/>
            <p:nvPr/>
          </p:nvSpPr>
          <p:spPr bwMode="gray">
            <a:xfrm>
              <a:off x="42735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4" name="Forme libre : forme 5843">
              <a:extLst>
                <a:ext uri="{FF2B5EF4-FFF2-40B4-BE49-F238E27FC236}">
                  <a16:creationId xmlns:a16="http://schemas.microsoft.com/office/drawing/2014/main" id="{CE78E002-5D9B-E139-85C8-0CE13E46FDD5}"/>
                </a:ext>
              </a:extLst>
            </p:cNvPr>
            <p:cNvSpPr/>
            <p:nvPr/>
          </p:nvSpPr>
          <p:spPr bwMode="gray">
            <a:xfrm>
              <a:off x="42252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5" name="Forme libre : forme 5844">
              <a:extLst>
                <a:ext uri="{FF2B5EF4-FFF2-40B4-BE49-F238E27FC236}">
                  <a16:creationId xmlns:a16="http://schemas.microsoft.com/office/drawing/2014/main" id="{AA85D12E-8B63-9322-DFEF-0D6B498B5BE3}"/>
                </a:ext>
              </a:extLst>
            </p:cNvPr>
            <p:cNvSpPr/>
            <p:nvPr/>
          </p:nvSpPr>
          <p:spPr bwMode="gray">
            <a:xfrm>
              <a:off x="41757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6" name="Forme libre : forme 5845">
              <a:extLst>
                <a:ext uri="{FF2B5EF4-FFF2-40B4-BE49-F238E27FC236}">
                  <a16:creationId xmlns:a16="http://schemas.microsoft.com/office/drawing/2014/main" id="{70DDE884-9417-2401-D371-1A1A9F434E46}"/>
                </a:ext>
              </a:extLst>
            </p:cNvPr>
            <p:cNvSpPr/>
            <p:nvPr/>
          </p:nvSpPr>
          <p:spPr bwMode="gray">
            <a:xfrm>
              <a:off x="412750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7" name="Forme libre : forme 5846">
              <a:extLst>
                <a:ext uri="{FF2B5EF4-FFF2-40B4-BE49-F238E27FC236}">
                  <a16:creationId xmlns:a16="http://schemas.microsoft.com/office/drawing/2014/main" id="{02B07FDC-C81A-7C08-E379-77155A251506}"/>
                </a:ext>
              </a:extLst>
            </p:cNvPr>
            <p:cNvSpPr/>
            <p:nvPr/>
          </p:nvSpPr>
          <p:spPr bwMode="gray">
            <a:xfrm>
              <a:off x="407797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8" name="Forme libre : forme 5847">
              <a:extLst>
                <a:ext uri="{FF2B5EF4-FFF2-40B4-BE49-F238E27FC236}">
                  <a16:creationId xmlns:a16="http://schemas.microsoft.com/office/drawing/2014/main" id="{5B48CD9E-824E-8430-47CE-73447556C27D}"/>
                </a:ext>
              </a:extLst>
            </p:cNvPr>
            <p:cNvSpPr/>
            <p:nvPr/>
          </p:nvSpPr>
          <p:spPr bwMode="gray">
            <a:xfrm>
              <a:off x="402844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49" name="Forme libre : forme 5848">
              <a:extLst>
                <a:ext uri="{FF2B5EF4-FFF2-40B4-BE49-F238E27FC236}">
                  <a16:creationId xmlns:a16="http://schemas.microsoft.com/office/drawing/2014/main" id="{63E1DBD1-AB17-E028-1C77-2A27638C668F}"/>
                </a:ext>
              </a:extLst>
            </p:cNvPr>
            <p:cNvSpPr/>
            <p:nvPr/>
          </p:nvSpPr>
          <p:spPr bwMode="gray">
            <a:xfrm>
              <a:off x="39801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0" name="Forme libre : forme 5849">
              <a:extLst>
                <a:ext uri="{FF2B5EF4-FFF2-40B4-BE49-F238E27FC236}">
                  <a16:creationId xmlns:a16="http://schemas.microsoft.com/office/drawing/2014/main" id="{21AB484F-EC2A-5469-58B3-4313AB2B615D}"/>
                </a:ext>
              </a:extLst>
            </p:cNvPr>
            <p:cNvSpPr/>
            <p:nvPr/>
          </p:nvSpPr>
          <p:spPr bwMode="gray">
            <a:xfrm>
              <a:off x="39306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1" name="Forme libre : forme 5850">
              <a:extLst>
                <a:ext uri="{FF2B5EF4-FFF2-40B4-BE49-F238E27FC236}">
                  <a16:creationId xmlns:a16="http://schemas.microsoft.com/office/drawing/2014/main" id="{84C2942D-EB34-4521-5401-C5C6AC375ADE}"/>
                </a:ext>
              </a:extLst>
            </p:cNvPr>
            <p:cNvSpPr/>
            <p:nvPr/>
          </p:nvSpPr>
          <p:spPr bwMode="gray">
            <a:xfrm>
              <a:off x="388239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2" name="Forme libre : forme 5851">
              <a:extLst>
                <a:ext uri="{FF2B5EF4-FFF2-40B4-BE49-F238E27FC236}">
                  <a16:creationId xmlns:a16="http://schemas.microsoft.com/office/drawing/2014/main" id="{1D576062-7035-EE78-DB8C-6D65D64FE4B7}"/>
                </a:ext>
              </a:extLst>
            </p:cNvPr>
            <p:cNvSpPr/>
            <p:nvPr/>
          </p:nvSpPr>
          <p:spPr bwMode="gray">
            <a:xfrm>
              <a:off x="38328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3" name="Forme libre : forme 5852">
              <a:extLst>
                <a:ext uri="{FF2B5EF4-FFF2-40B4-BE49-F238E27FC236}">
                  <a16:creationId xmlns:a16="http://schemas.microsoft.com/office/drawing/2014/main" id="{ECBDFADF-63F8-4716-3A20-5BA78504C9DA}"/>
                </a:ext>
              </a:extLst>
            </p:cNvPr>
            <p:cNvSpPr/>
            <p:nvPr/>
          </p:nvSpPr>
          <p:spPr bwMode="gray">
            <a:xfrm>
              <a:off x="378333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4" name="Forme libre : forme 5853">
              <a:extLst>
                <a:ext uri="{FF2B5EF4-FFF2-40B4-BE49-F238E27FC236}">
                  <a16:creationId xmlns:a16="http://schemas.microsoft.com/office/drawing/2014/main" id="{561EF307-09B1-AE3D-1218-FB80B1EE7E74}"/>
                </a:ext>
              </a:extLst>
            </p:cNvPr>
            <p:cNvSpPr/>
            <p:nvPr/>
          </p:nvSpPr>
          <p:spPr bwMode="gray">
            <a:xfrm>
              <a:off x="373507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5" name="Forme libre : forme 5854">
              <a:extLst>
                <a:ext uri="{FF2B5EF4-FFF2-40B4-BE49-F238E27FC236}">
                  <a16:creationId xmlns:a16="http://schemas.microsoft.com/office/drawing/2014/main" id="{E3267446-EB45-1BF1-0EDB-DB86ABC683F6}"/>
                </a:ext>
              </a:extLst>
            </p:cNvPr>
            <p:cNvSpPr/>
            <p:nvPr/>
          </p:nvSpPr>
          <p:spPr bwMode="gray">
            <a:xfrm>
              <a:off x="368554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6" name="Forme libre : forme 5855">
              <a:extLst>
                <a:ext uri="{FF2B5EF4-FFF2-40B4-BE49-F238E27FC236}">
                  <a16:creationId xmlns:a16="http://schemas.microsoft.com/office/drawing/2014/main" id="{31228E44-3C00-C390-F277-F050B6C1E452}"/>
                </a:ext>
              </a:extLst>
            </p:cNvPr>
            <p:cNvSpPr/>
            <p:nvPr/>
          </p:nvSpPr>
          <p:spPr bwMode="gray">
            <a:xfrm>
              <a:off x="363728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7" name="Forme libre : forme 5856">
              <a:extLst>
                <a:ext uri="{FF2B5EF4-FFF2-40B4-BE49-F238E27FC236}">
                  <a16:creationId xmlns:a16="http://schemas.microsoft.com/office/drawing/2014/main" id="{7456B7F4-98F6-9154-97A6-14155A5A67A5}"/>
                </a:ext>
              </a:extLst>
            </p:cNvPr>
            <p:cNvSpPr/>
            <p:nvPr/>
          </p:nvSpPr>
          <p:spPr bwMode="gray">
            <a:xfrm>
              <a:off x="358775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8" name="Forme libre : forme 5857">
              <a:extLst>
                <a:ext uri="{FF2B5EF4-FFF2-40B4-BE49-F238E27FC236}">
                  <a16:creationId xmlns:a16="http://schemas.microsoft.com/office/drawing/2014/main" id="{CE2CB102-68E9-0FF9-C4D6-3D5A11322CB9}"/>
                </a:ext>
              </a:extLst>
            </p:cNvPr>
            <p:cNvSpPr/>
            <p:nvPr/>
          </p:nvSpPr>
          <p:spPr bwMode="gray">
            <a:xfrm>
              <a:off x="353822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59" name="Forme libre : forme 5858">
              <a:extLst>
                <a:ext uri="{FF2B5EF4-FFF2-40B4-BE49-F238E27FC236}">
                  <a16:creationId xmlns:a16="http://schemas.microsoft.com/office/drawing/2014/main" id="{CA5B54F5-25BB-19C3-CE53-65A10CFB6DFE}"/>
                </a:ext>
              </a:extLst>
            </p:cNvPr>
            <p:cNvSpPr/>
            <p:nvPr/>
          </p:nvSpPr>
          <p:spPr bwMode="gray">
            <a:xfrm>
              <a:off x="348996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0" name="Forme libre : forme 5859">
              <a:extLst>
                <a:ext uri="{FF2B5EF4-FFF2-40B4-BE49-F238E27FC236}">
                  <a16:creationId xmlns:a16="http://schemas.microsoft.com/office/drawing/2014/main" id="{82EF7292-D4F0-D0B5-5F0D-BD3E54669572}"/>
                </a:ext>
              </a:extLst>
            </p:cNvPr>
            <p:cNvSpPr/>
            <p:nvPr/>
          </p:nvSpPr>
          <p:spPr bwMode="gray">
            <a:xfrm>
              <a:off x="1921510" y="34137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1" name="Forme libre : forme 5860">
              <a:extLst>
                <a:ext uri="{FF2B5EF4-FFF2-40B4-BE49-F238E27FC236}">
                  <a16:creationId xmlns:a16="http://schemas.microsoft.com/office/drawing/2014/main" id="{67DA56B5-2BB8-D4E6-F48E-DF3EFD7B9513}"/>
                </a:ext>
              </a:extLst>
            </p:cNvPr>
            <p:cNvSpPr/>
            <p:nvPr/>
          </p:nvSpPr>
          <p:spPr bwMode="gray">
            <a:xfrm>
              <a:off x="148082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2" name="Forme libre : forme 5861">
              <a:extLst>
                <a:ext uri="{FF2B5EF4-FFF2-40B4-BE49-F238E27FC236}">
                  <a16:creationId xmlns:a16="http://schemas.microsoft.com/office/drawing/2014/main" id="{840F1559-DCD5-8C07-DC18-07A3D519DBA5}"/>
                </a:ext>
              </a:extLst>
            </p:cNvPr>
            <p:cNvSpPr/>
            <p:nvPr/>
          </p:nvSpPr>
          <p:spPr bwMode="gray">
            <a:xfrm>
              <a:off x="143129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3" name="Forme libre : forme 5862">
              <a:extLst>
                <a:ext uri="{FF2B5EF4-FFF2-40B4-BE49-F238E27FC236}">
                  <a16:creationId xmlns:a16="http://schemas.microsoft.com/office/drawing/2014/main" id="{A28A2734-6615-8677-349F-265C068D410B}"/>
                </a:ext>
              </a:extLst>
            </p:cNvPr>
            <p:cNvSpPr/>
            <p:nvPr/>
          </p:nvSpPr>
          <p:spPr bwMode="gray">
            <a:xfrm>
              <a:off x="138176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4" name="Forme libre : forme 5863">
              <a:extLst>
                <a:ext uri="{FF2B5EF4-FFF2-40B4-BE49-F238E27FC236}">
                  <a16:creationId xmlns:a16="http://schemas.microsoft.com/office/drawing/2014/main" id="{150F7336-2CBA-98CA-EE9E-26EC36172B0A}"/>
                </a:ext>
              </a:extLst>
            </p:cNvPr>
            <p:cNvSpPr/>
            <p:nvPr/>
          </p:nvSpPr>
          <p:spPr bwMode="gray">
            <a:xfrm>
              <a:off x="133350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5" name="Forme libre : forme 5864">
              <a:extLst>
                <a:ext uri="{FF2B5EF4-FFF2-40B4-BE49-F238E27FC236}">
                  <a16:creationId xmlns:a16="http://schemas.microsoft.com/office/drawing/2014/main" id="{B3B85111-4F46-2527-3060-703E005A74EF}"/>
                </a:ext>
              </a:extLst>
            </p:cNvPr>
            <p:cNvSpPr/>
            <p:nvPr/>
          </p:nvSpPr>
          <p:spPr bwMode="gray">
            <a:xfrm>
              <a:off x="128397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6" name="Forme libre : forme 5865">
              <a:extLst>
                <a:ext uri="{FF2B5EF4-FFF2-40B4-BE49-F238E27FC236}">
                  <a16:creationId xmlns:a16="http://schemas.microsoft.com/office/drawing/2014/main" id="{B2F03756-79CD-AC1D-2949-F47962EE0015}"/>
                </a:ext>
              </a:extLst>
            </p:cNvPr>
            <p:cNvSpPr/>
            <p:nvPr/>
          </p:nvSpPr>
          <p:spPr bwMode="gray">
            <a:xfrm>
              <a:off x="123571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7" name="Forme libre : forme 5866">
              <a:extLst>
                <a:ext uri="{FF2B5EF4-FFF2-40B4-BE49-F238E27FC236}">
                  <a16:creationId xmlns:a16="http://schemas.microsoft.com/office/drawing/2014/main" id="{6D4CBB59-4048-CB31-310C-C5423BB08F95}"/>
                </a:ext>
              </a:extLst>
            </p:cNvPr>
            <p:cNvSpPr/>
            <p:nvPr/>
          </p:nvSpPr>
          <p:spPr bwMode="gray">
            <a:xfrm>
              <a:off x="118618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8" name="Forme libre : forme 5867">
              <a:extLst>
                <a:ext uri="{FF2B5EF4-FFF2-40B4-BE49-F238E27FC236}">
                  <a16:creationId xmlns:a16="http://schemas.microsoft.com/office/drawing/2014/main" id="{62826A59-D8FB-AFA7-F5BC-5F47E7526CA0}"/>
                </a:ext>
              </a:extLst>
            </p:cNvPr>
            <p:cNvSpPr/>
            <p:nvPr/>
          </p:nvSpPr>
          <p:spPr bwMode="gray">
            <a:xfrm>
              <a:off x="1136650" y="34137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69" name="Forme libre : forme 5868">
              <a:extLst>
                <a:ext uri="{FF2B5EF4-FFF2-40B4-BE49-F238E27FC236}">
                  <a16:creationId xmlns:a16="http://schemas.microsoft.com/office/drawing/2014/main" id="{C4FD38E5-1E5A-57D6-64BE-BC066F58F78D}"/>
                </a:ext>
              </a:extLst>
            </p:cNvPr>
            <p:cNvSpPr/>
            <p:nvPr/>
          </p:nvSpPr>
          <p:spPr bwMode="gray">
            <a:xfrm>
              <a:off x="6675119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0" name="Forme libre : forme 5869">
              <a:extLst>
                <a:ext uri="{FF2B5EF4-FFF2-40B4-BE49-F238E27FC236}">
                  <a16:creationId xmlns:a16="http://schemas.microsoft.com/office/drawing/2014/main" id="{03AB598E-D0A8-1A33-6F3E-47C43650C9AA}"/>
                </a:ext>
              </a:extLst>
            </p:cNvPr>
            <p:cNvSpPr/>
            <p:nvPr/>
          </p:nvSpPr>
          <p:spPr bwMode="gray">
            <a:xfrm>
              <a:off x="6626859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1" name="Forme libre : forme 5870">
              <a:extLst>
                <a:ext uri="{FF2B5EF4-FFF2-40B4-BE49-F238E27FC236}">
                  <a16:creationId xmlns:a16="http://schemas.microsoft.com/office/drawing/2014/main" id="{58C7F420-C950-7C36-365C-461C873F491A}"/>
                </a:ext>
              </a:extLst>
            </p:cNvPr>
            <p:cNvSpPr/>
            <p:nvPr/>
          </p:nvSpPr>
          <p:spPr bwMode="gray">
            <a:xfrm>
              <a:off x="657733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2" name="Forme libre : forme 5871">
              <a:extLst>
                <a:ext uri="{FF2B5EF4-FFF2-40B4-BE49-F238E27FC236}">
                  <a16:creationId xmlns:a16="http://schemas.microsoft.com/office/drawing/2014/main" id="{DC495BCD-1CA6-82D8-79F6-406A940D9A16}"/>
                </a:ext>
              </a:extLst>
            </p:cNvPr>
            <p:cNvSpPr/>
            <p:nvPr/>
          </p:nvSpPr>
          <p:spPr bwMode="gray">
            <a:xfrm>
              <a:off x="6529069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3" name="Forme libre : forme 5872">
              <a:extLst>
                <a:ext uri="{FF2B5EF4-FFF2-40B4-BE49-F238E27FC236}">
                  <a16:creationId xmlns:a16="http://schemas.microsoft.com/office/drawing/2014/main" id="{C0A1A22C-07BE-B976-DBA3-815E339D154F}"/>
                </a:ext>
              </a:extLst>
            </p:cNvPr>
            <p:cNvSpPr/>
            <p:nvPr/>
          </p:nvSpPr>
          <p:spPr bwMode="gray">
            <a:xfrm>
              <a:off x="647954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4" name="Forme libre : forme 5873">
              <a:extLst>
                <a:ext uri="{FF2B5EF4-FFF2-40B4-BE49-F238E27FC236}">
                  <a16:creationId xmlns:a16="http://schemas.microsoft.com/office/drawing/2014/main" id="{E85F0768-0380-9BD1-5898-F0E630EA4CBB}"/>
                </a:ext>
              </a:extLst>
            </p:cNvPr>
            <p:cNvSpPr/>
            <p:nvPr/>
          </p:nvSpPr>
          <p:spPr bwMode="gray">
            <a:xfrm>
              <a:off x="64300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5" name="Forme libre : forme 5874">
              <a:extLst>
                <a:ext uri="{FF2B5EF4-FFF2-40B4-BE49-F238E27FC236}">
                  <a16:creationId xmlns:a16="http://schemas.microsoft.com/office/drawing/2014/main" id="{14A2F9B5-8A36-7D8E-D994-31F546469DFC}"/>
                </a:ext>
              </a:extLst>
            </p:cNvPr>
            <p:cNvSpPr/>
            <p:nvPr/>
          </p:nvSpPr>
          <p:spPr bwMode="gray">
            <a:xfrm>
              <a:off x="63817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6" name="Forme libre : forme 5875">
              <a:extLst>
                <a:ext uri="{FF2B5EF4-FFF2-40B4-BE49-F238E27FC236}">
                  <a16:creationId xmlns:a16="http://schemas.microsoft.com/office/drawing/2014/main" id="{9D85CD02-753F-3039-D9E4-2125439DFF78}"/>
                </a:ext>
              </a:extLst>
            </p:cNvPr>
            <p:cNvSpPr/>
            <p:nvPr/>
          </p:nvSpPr>
          <p:spPr bwMode="gray">
            <a:xfrm>
              <a:off x="63322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7" name="Forme libre : forme 5876">
              <a:extLst>
                <a:ext uri="{FF2B5EF4-FFF2-40B4-BE49-F238E27FC236}">
                  <a16:creationId xmlns:a16="http://schemas.microsoft.com/office/drawing/2014/main" id="{3A9BB29D-8B72-D348-B116-B3A1434215C1}"/>
                </a:ext>
              </a:extLst>
            </p:cNvPr>
            <p:cNvSpPr/>
            <p:nvPr/>
          </p:nvSpPr>
          <p:spPr bwMode="gray">
            <a:xfrm>
              <a:off x="62839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8" name="Forme libre : forme 5877">
              <a:extLst>
                <a:ext uri="{FF2B5EF4-FFF2-40B4-BE49-F238E27FC236}">
                  <a16:creationId xmlns:a16="http://schemas.microsoft.com/office/drawing/2014/main" id="{0936EE84-9ABD-44BF-406F-B4EC628BEC7A}"/>
                </a:ext>
              </a:extLst>
            </p:cNvPr>
            <p:cNvSpPr/>
            <p:nvPr/>
          </p:nvSpPr>
          <p:spPr bwMode="gray">
            <a:xfrm>
              <a:off x="623443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79" name="Forme libre : forme 5878">
              <a:extLst>
                <a:ext uri="{FF2B5EF4-FFF2-40B4-BE49-F238E27FC236}">
                  <a16:creationId xmlns:a16="http://schemas.microsoft.com/office/drawing/2014/main" id="{548D7CBC-3137-0551-4E00-D3BE16D0C2DF}"/>
                </a:ext>
              </a:extLst>
            </p:cNvPr>
            <p:cNvSpPr/>
            <p:nvPr/>
          </p:nvSpPr>
          <p:spPr bwMode="gray">
            <a:xfrm>
              <a:off x="61849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0" name="Forme libre : forme 5879">
              <a:extLst>
                <a:ext uri="{FF2B5EF4-FFF2-40B4-BE49-F238E27FC236}">
                  <a16:creationId xmlns:a16="http://schemas.microsoft.com/office/drawing/2014/main" id="{1730AFE3-20A8-C0B1-7A51-C133E4B9EEFF}"/>
                </a:ext>
              </a:extLst>
            </p:cNvPr>
            <p:cNvSpPr/>
            <p:nvPr/>
          </p:nvSpPr>
          <p:spPr bwMode="gray">
            <a:xfrm>
              <a:off x="613664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1" name="Forme libre : forme 5880">
              <a:extLst>
                <a:ext uri="{FF2B5EF4-FFF2-40B4-BE49-F238E27FC236}">
                  <a16:creationId xmlns:a16="http://schemas.microsoft.com/office/drawing/2014/main" id="{F3FD7A6A-66FD-4089-D2BB-2CEE35C715BF}"/>
                </a:ext>
              </a:extLst>
            </p:cNvPr>
            <p:cNvSpPr/>
            <p:nvPr/>
          </p:nvSpPr>
          <p:spPr bwMode="gray">
            <a:xfrm>
              <a:off x="60871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2" name="Forme libre : forme 5881">
              <a:extLst>
                <a:ext uri="{FF2B5EF4-FFF2-40B4-BE49-F238E27FC236}">
                  <a16:creationId xmlns:a16="http://schemas.microsoft.com/office/drawing/2014/main" id="{286A38B0-425D-4771-18EE-DA71676A5B63}"/>
                </a:ext>
              </a:extLst>
            </p:cNvPr>
            <p:cNvSpPr/>
            <p:nvPr/>
          </p:nvSpPr>
          <p:spPr bwMode="gray">
            <a:xfrm>
              <a:off x="60388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3" name="Forme libre : forme 5882">
              <a:extLst>
                <a:ext uri="{FF2B5EF4-FFF2-40B4-BE49-F238E27FC236}">
                  <a16:creationId xmlns:a16="http://schemas.microsoft.com/office/drawing/2014/main" id="{402A2124-C0E3-6DA1-F24F-427500AFE850}"/>
                </a:ext>
              </a:extLst>
            </p:cNvPr>
            <p:cNvSpPr/>
            <p:nvPr/>
          </p:nvSpPr>
          <p:spPr bwMode="gray">
            <a:xfrm>
              <a:off x="59893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4" name="Forme libre : forme 5883">
              <a:extLst>
                <a:ext uri="{FF2B5EF4-FFF2-40B4-BE49-F238E27FC236}">
                  <a16:creationId xmlns:a16="http://schemas.microsoft.com/office/drawing/2014/main" id="{EF3F6EC8-5B92-D0F8-AAF0-0D4F6D945463}"/>
                </a:ext>
              </a:extLst>
            </p:cNvPr>
            <p:cNvSpPr/>
            <p:nvPr/>
          </p:nvSpPr>
          <p:spPr bwMode="gray">
            <a:xfrm>
              <a:off x="59410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5" name="Forme libre : forme 5884">
              <a:extLst>
                <a:ext uri="{FF2B5EF4-FFF2-40B4-BE49-F238E27FC236}">
                  <a16:creationId xmlns:a16="http://schemas.microsoft.com/office/drawing/2014/main" id="{0396963C-6DA4-4AD6-1B30-F6E8FAC1D3DD}"/>
                </a:ext>
              </a:extLst>
            </p:cNvPr>
            <p:cNvSpPr/>
            <p:nvPr/>
          </p:nvSpPr>
          <p:spPr bwMode="gray">
            <a:xfrm>
              <a:off x="589153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6" name="Forme libre : forme 5885">
              <a:extLst>
                <a:ext uri="{FF2B5EF4-FFF2-40B4-BE49-F238E27FC236}">
                  <a16:creationId xmlns:a16="http://schemas.microsoft.com/office/drawing/2014/main" id="{3AC2EF59-C84A-C9A9-ADDE-D891CA52F3FB}"/>
                </a:ext>
              </a:extLst>
            </p:cNvPr>
            <p:cNvSpPr/>
            <p:nvPr/>
          </p:nvSpPr>
          <p:spPr bwMode="gray">
            <a:xfrm>
              <a:off x="58420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7" name="Forme libre : forme 5886">
              <a:extLst>
                <a:ext uri="{FF2B5EF4-FFF2-40B4-BE49-F238E27FC236}">
                  <a16:creationId xmlns:a16="http://schemas.microsoft.com/office/drawing/2014/main" id="{5808B46A-0124-7F6F-55A0-AD0B30B5DB39}"/>
                </a:ext>
              </a:extLst>
            </p:cNvPr>
            <p:cNvSpPr/>
            <p:nvPr/>
          </p:nvSpPr>
          <p:spPr bwMode="gray">
            <a:xfrm>
              <a:off x="579374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8" name="Forme libre : forme 5887">
              <a:extLst>
                <a:ext uri="{FF2B5EF4-FFF2-40B4-BE49-F238E27FC236}">
                  <a16:creationId xmlns:a16="http://schemas.microsoft.com/office/drawing/2014/main" id="{32F96069-054E-AB72-1E06-CCA4649F0AC3}"/>
                </a:ext>
              </a:extLst>
            </p:cNvPr>
            <p:cNvSpPr/>
            <p:nvPr/>
          </p:nvSpPr>
          <p:spPr bwMode="gray">
            <a:xfrm>
              <a:off x="57442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89" name="Forme libre : forme 5888">
              <a:extLst>
                <a:ext uri="{FF2B5EF4-FFF2-40B4-BE49-F238E27FC236}">
                  <a16:creationId xmlns:a16="http://schemas.microsoft.com/office/drawing/2014/main" id="{1A7F8E74-79BB-A21D-C997-4CA3B873265D}"/>
                </a:ext>
              </a:extLst>
            </p:cNvPr>
            <p:cNvSpPr/>
            <p:nvPr/>
          </p:nvSpPr>
          <p:spPr bwMode="gray">
            <a:xfrm>
              <a:off x="56959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0" name="Forme libre : forme 5889">
              <a:extLst>
                <a:ext uri="{FF2B5EF4-FFF2-40B4-BE49-F238E27FC236}">
                  <a16:creationId xmlns:a16="http://schemas.microsoft.com/office/drawing/2014/main" id="{3A0A8683-3EC9-A8E0-4A77-45A070EEABCF}"/>
                </a:ext>
              </a:extLst>
            </p:cNvPr>
            <p:cNvSpPr/>
            <p:nvPr/>
          </p:nvSpPr>
          <p:spPr bwMode="gray">
            <a:xfrm>
              <a:off x="56464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1" name="Forme libre : forme 5890">
              <a:extLst>
                <a:ext uri="{FF2B5EF4-FFF2-40B4-BE49-F238E27FC236}">
                  <a16:creationId xmlns:a16="http://schemas.microsoft.com/office/drawing/2014/main" id="{6BE44198-B5D6-FBCB-9C88-B9A9E4608C3E}"/>
                </a:ext>
              </a:extLst>
            </p:cNvPr>
            <p:cNvSpPr/>
            <p:nvPr/>
          </p:nvSpPr>
          <p:spPr bwMode="gray">
            <a:xfrm>
              <a:off x="55968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2" name="Forme libre : forme 5891">
              <a:extLst>
                <a:ext uri="{FF2B5EF4-FFF2-40B4-BE49-F238E27FC236}">
                  <a16:creationId xmlns:a16="http://schemas.microsoft.com/office/drawing/2014/main" id="{300725E4-5E82-23A2-D40C-121FC0C8C825}"/>
                </a:ext>
              </a:extLst>
            </p:cNvPr>
            <p:cNvSpPr/>
            <p:nvPr/>
          </p:nvSpPr>
          <p:spPr bwMode="gray">
            <a:xfrm>
              <a:off x="554863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3" name="Forme libre : forme 5892">
              <a:extLst>
                <a:ext uri="{FF2B5EF4-FFF2-40B4-BE49-F238E27FC236}">
                  <a16:creationId xmlns:a16="http://schemas.microsoft.com/office/drawing/2014/main" id="{65AB0743-D592-55C6-4C2A-FF0B2CBE0BA2}"/>
                </a:ext>
              </a:extLst>
            </p:cNvPr>
            <p:cNvSpPr/>
            <p:nvPr/>
          </p:nvSpPr>
          <p:spPr bwMode="gray">
            <a:xfrm>
              <a:off x="54991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4" name="Forme libre : forme 5893">
              <a:extLst>
                <a:ext uri="{FF2B5EF4-FFF2-40B4-BE49-F238E27FC236}">
                  <a16:creationId xmlns:a16="http://schemas.microsoft.com/office/drawing/2014/main" id="{C61D1439-DC15-B491-C462-6CA4C6A4A668}"/>
                </a:ext>
              </a:extLst>
            </p:cNvPr>
            <p:cNvSpPr/>
            <p:nvPr/>
          </p:nvSpPr>
          <p:spPr bwMode="gray">
            <a:xfrm>
              <a:off x="545084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5" name="Forme libre : forme 5894">
              <a:extLst>
                <a:ext uri="{FF2B5EF4-FFF2-40B4-BE49-F238E27FC236}">
                  <a16:creationId xmlns:a16="http://schemas.microsoft.com/office/drawing/2014/main" id="{08EF962E-BE66-A5C8-CC2C-3B5900EF2AD4}"/>
                </a:ext>
              </a:extLst>
            </p:cNvPr>
            <p:cNvSpPr/>
            <p:nvPr/>
          </p:nvSpPr>
          <p:spPr bwMode="gray">
            <a:xfrm>
              <a:off x="54013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6" name="Forme libre : forme 5895">
              <a:extLst>
                <a:ext uri="{FF2B5EF4-FFF2-40B4-BE49-F238E27FC236}">
                  <a16:creationId xmlns:a16="http://schemas.microsoft.com/office/drawing/2014/main" id="{FDEEB026-77AD-D888-8475-13760E1C4834}"/>
                </a:ext>
              </a:extLst>
            </p:cNvPr>
            <p:cNvSpPr/>
            <p:nvPr/>
          </p:nvSpPr>
          <p:spPr bwMode="gray">
            <a:xfrm>
              <a:off x="53517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7" name="Forme libre : forme 5896">
              <a:extLst>
                <a:ext uri="{FF2B5EF4-FFF2-40B4-BE49-F238E27FC236}">
                  <a16:creationId xmlns:a16="http://schemas.microsoft.com/office/drawing/2014/main" id="{0846CE08-9DF2-AFFE-17F7-A43A485EE556}"/>
                </a:ext>
              </a:extLst>
            </p:cNvPr>
            <p:cNvSpPr/>
            <p:nvPr/>
          </p:nvSpPr>
          <p:spPr bwMode="gray">
            <a:xfrm>
              <a:off x="53035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8" name="Forme libre : forme 5897">
              <a:extLst>
                <a:ext uri="{FF2B5EF4-FFF2-40B4-BE49-F238E27FC236}">
                  <a16:creationId xmlns:a16="http://schemas.microsoft.com/office/drawing/2014/main" id="{B9806C37-EEFD-2A48-8891-46D3A953FB06}"/>
                </a:ext>
              </a:extLst>
            </p:cNvPr>
            <p:cNvSpPr/>
            <p:nvPr/>
          </p:nvSpPr>
          <p:spPr bwMode="gray">
            <a:xfrm>
              <a:off x="52539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99" name="Forme libre : forme 5898">
              <a:extLst>
                <a:ext uri="{FF2B5EF4-FFF2-40B4-BE49-F238E27FC236}">
                  <a16:creationId xmlns:a16="http://schemas.microsoft.com/office/drawing/2014/main" id="{C658D291-D196-1FE4-0E44-25C2913BEA4A}"/>
                </a:ext>
              </a:extLst>
            </p:cNvPr>
            <p:cNvSpPr/>
            <p:nvPr/>
          </p:nvSpPr>
          <p:spPr bwMode="gray">
            <a:xfrm>
              <a:off x="520573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0" name="Forme libre : forme 5899">
              <a:extLst>
                <a:ext uri="{FF2B5EF4-FFF2-40B4-BE49-F238E27FC236}">
                  <a16:creationId xmlns:a16="http://schemas.microsoft.com/office/drawing/2014/main" id="{17FE3EFF-F41F-4331-F67A-B204C4D27A0B}"/>
                </a:ext>
              </a:extLst>
            </p:cNvPr>
            <p:cNvSpPr/>
            <p:nvPr/>
          </p:nvSpPr>
          <p:spPr bwMode="gray">
            <a:xfrm>
              <a:off x="51562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1" name="Forme libre : forme 5900">
              <a:extLst>
                <a:ext uri="{FF2B5EF4-FFF2-40B4-BE49-F238E27FC236}">
                  <a16:creationId xmlns:a16="http://schemas.microsoft.com/office/drawing/2014/main" id="{B92C2934-606F-9D13-D2FB-9638445D7BE5}"/>
                </a:ext>
              </a:extLst>
            </p:cNvPr>
            <p:cNvSpPr/>
            <p:nvPr/>
          </p:nvSpPr>
          <p:spPr bwMode="gray">
            <a:xfrm>
              <a:off x="510667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2" name="Forme libre : forme 5901">
              <a:extLst>
                <a:ext uri="{FF2B5EF4-FFF2-40B4-BE49-F238E27FC236}">
                  <a16:creationId xmlns:a16="http://schemas.microsoft.com/office/drawing/2014/main" id="{2CF0FE90-94C9-633B-909D-F6CCC2F947F8}"/>
                </a:ext>
              </a:extLst>
            </p:cNvPr>
            <p:cNvSpPr/>
            <p:nvPr/>
          </p:nvSpPr>
          <p:spPr bwMode="gray">
            <a:xfrm>
              <a:off x="50088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3" name="Forme libre : forme 5902">
              <a:extLst>
                <a:ext uri="{FF2B5EF4-FFF2-40B4-BE49-F238E27FC236}">
                  <a16:creationId xmlns:a16="http://schemas.microsoft.com/office/drawing/2014/main" id="{F7ADC29E-E298-CC2F-B1AB-5360239F7E91}"/>
                </a:ext>
              </a:extLst>
            </p:cNvPr>
            <p:cNvSpPr/>
            <p:nvPr/>
          </p:nvSpPr>
          <p:spPr bwMode="gray">
            <a:xfrm>
              <a:off x="49606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4" name="Forme libre : forme 5903">
              <a:extLst>
                <a:ext uri="{FF2B5EF4-FFF2-40B4-BE49-F238E27FC236}">
                  <a16:creationId xmlns:a16="http://schemas.microsoft.com/office/drawing/2014/main" id="{CE230AC3-E877-D943-BDE5-B6ACB0208003}"/>
                </a:ext>
              </a:extLst>
            </p:cNvPr>
            <p:cNvSpPr/>
            <p:nvPr/>
          </p:nvSpPr>
          <p:spPr bwMode="gray">
            <a:xfrm>
              <a:off x="49110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5" name="Forme libre : forme 5904">
              <a:extLst>
                <a:ext uri="{FF2B5EF4-FFF2-40B4-BE49-F238E27FC236}">
                  <a16:creationId xmlns:a16="http://schemas.microsoft.com/office/drawing/2014/main" id="{0DBFDEC5-7B40-8B9A-A78D-1BAC8BB8E9E2}"/>
                </a:ext>
              </a:extLst>
            </p:cNvPr>
            <p:cNvSpPr/>
            <p:nvPr/>
          </p:nvSpPr>
          <p:spPr bwMode="gray">
            <a:xfrm>
              <a:off x="48615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6" name="Forme libre : forme 5905">
              <a:extLst>
                <a:ext uri="{FF2B5EF4-FFF2-40B4-BE49-F238E27FC236}">
                  <a16:creationId xmlns:a16="http://schemas.microsoft.com/office/drawing/2014/main" id="{6D09CB84-8435-C1EF-D855-EEE92685EE32}"/>
                </a:ext>
              </a:extLst>
            </p:cNvPr>
            <p:cNvSpPr/>
            <p:nvPr/>
          </p:nvSpPr>
          <p:spPr bwMode="gray">
            <a:xfrm>
              <a:off x="48133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7" name="Forme libre : forme 5906">
              <a:extLst>
                <a:ext uri="{FF2B5EF4-FFF2-40B4-BE49-F238E27FC236}">
                  <a16:creationId xmlns:a16="http://schemas.microsoft.com/office/drawing/2014/main" id="{00D4E0B2-805B-DB8F-759C-0D0E99714B33}"/>
                </a:ext>
              </a:extLst>
            </p:cNvPr>
            <p:cNvSpPr/>
            <p:nvPr/>
          </p:nvSpPr>
          <p:spPr bwMode="gray">
            <a:xfrm>
              <a:off x="476377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8" name="Forme libre : forme 5907">
              <a:extLst>
                <a:ext uri="{FF2B5EF4-FFF2-40B4-BE49-F238E27FC236}">
                  <a16:creationId xmlns:a16="http://schemas.microsoft.com/office/drawing/2014/main" id="{8C404161-391E-87F3-C429-28AEA1759DB1}"/>
                </a:ext>
              </a:extLst>
            </p:cNvPr>
            <p:cNvSpPr/>
            <p:nvPr/>
          </p:nvSpPr>
          <p:spPr bwMode="gray">
            <a:xfrm>
              <a:off x="47155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09" name="Forme libre : forme 5908">
              <a:extLst>
                <a:ext uri="{FF2B5EF4-FFF2-40B4-BE49-F238E27FC236}">
                  <a16:creationId xmlns:a16="http://schemas.microsoft.com/office/drawing/2014/main" id="{D2796C71-CCD6-4805-7283-B2CA3F87FAB1}"/>
                </a:ext>
              </a:extLst>
            </p:cNvPr>
            <p:cNvSpPr/>
            <p:nvPr/>
          </p:nvSpPr>
          <p:spPr bwMode="gray">
            <a:xfrm>
              <a:off x="46177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0" name="Forme libre : forme 5909">
              <a:extLst>
                <a:ext uri="{FF2B5EF4-FFF2-40B4-BE49-F238E27FC236}">
                  <a16:creationId xmlns:a16="http://schemas.microsoft.com/office/drawing/2014/main" id="{D135107B-1BC6-221F-B64A-B301BE4DE25D}"/>
                </a:ext>
              </a:extLst>
            </p:cNvPr>
            <p:cNvSpPr/>
            <p:nvPr/>
          </p:nvSpPr>
          <p:spPr bwMode="gray">
            <a:xfrm>
              <a:off x="45681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1" name="Forme libre : forme 5910">
              <a:extLst>
                <a:ext uri="{FF2B5EF4-FFF2-40B4-BE49-F238E27FC236}">
                  <a16:creationId xmlns:a16="http://schemas.microsoft.com/office/drawing/2014/main" id="{C05A74F3-8A1C-40E6-750D-09A6EF1EFD37}"/>
                </a:ext>
              </a:extLst>
            </p:cNvPr>
            <p:cNvSpPr/>
            <p:nvPr/>
          </p:nvSpPr>
          <p:spPr bwMode="gray">
            <a:xfrm>
              <a:off x="45186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2" name="Forme libre : forme 5911">
              <a:extLst>
                <a:ext uri="{FF2B5EF4-FFF2-40B4-BE49-F238E27FC236}">
                  <a16:creationId xmlns:a16="http://schemas.microsoft.com/office/drawing/2014/main" id="{8BCE316E-731F-771A-AEA7-227BDCF7348B}"/>
                </a:ext>
              </a:extLst>
            </p:cNvPr>
            <p:cNvSpPr/>
            <p:nvPr/>
          </p:nvSpPr>
          <p:spPr bwMode="gray">
            <a:xfrm>
              <a:off x="44704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3" name="Forme libre : forme 5912">
              <a:extLst>
                <a:ext uri="{FF2B5EF4-FFF2-40B4-BE49-F238E27FC236}">
                  <a16:creationId xmlns:a16="http://schemas.microsoft.com/office/drawing/2014/main" id="{4BE2E1FA-916C-4BCB-5D5E-E9DF4CEB9D35}"/>
                </a:ext>
              </a:extLst>
            </p:cNvPr>
            <p:cNvSpPr/>
            <p:nvPr/>
          </p:nvSpPr>
          <p:spPr bwMode="gray">
            <a:xfrm>
              <a:off x="442087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4" name="Forme libre : forme 5913">
              <a:extLst>
                <a:ext uri="{FF2B5EF4-FFF2-40B4-BE49-F238E27FC236}">
                  <a16:creationId xmlns:a16="http://schemas.microsoft.com/office/drawing/2014/main" id="{4E9A75CA-D0CA-E8D4-F5C1-B9902B3367DF}"/>
                </a:ext>
              </a:extLst>
            </p:cNvPr>
            <p:cNvSpPr/>
            <p:nvPr/>
          </p:nvSpPr>
          <p:spPr bwMode="gray">
            <a:xfrm>
              <a:off x="43726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5" name="Forme libre : forme 5914">
              <a:extLst>
                <a:ext uri="{FF2B5EF4-FFF2-40B4-BE49-F238E27FC236}">
                  <a16:creationId xmlns:a16="http://schemas.microsoft.com/office/drawing/2014/main" id="{6D717672-41D1-63AE-F0F0-B9F40F8C090A}"/>
                </a:ext>
              </a:extLst>
            </p:cNvPr>
            <p:cNvSpPr/>
            <p:nvPr/>
          </p:nvSpPr>
          <p:spPr bwMode="gray">
            <a:xfrm>
              <a:off x="43230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6" name="Forme libre : forme 5915">
              <a:extLst>
                <a:ext uri="{FF2B5EF4-FFF2-40B4-BE49-F238E27FC236}">
                  <a16:creationId xmlns:a16="http://schemas.microsoft.com/office/drawing/2014/main" id="{75720FD4-50E9-DB7D-C1AE-FD5EA3198334}"/>
                </a:ext>
              </a:extLst>
            </p:cNvPr>
            <p:cNvSpPr/>
            <p:nvPr/>
          </p:nvSpPr>
          <p:spPr bwMode="gray">
            <a:xfrm>
              <a:off x="42735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7" name="Forme libre : forme 5916">
              <a:extLst>
                <a:ext uri="{FF2B5EF4-FFF2-40B4-BE49-F238E27FC236}">
                  <a16:creationId xmlns:a16="http://schemas.microsoft.com/office/drawing/2014/main" id="{37C51C5D-82A5-247D-2604-BCCB2F89AD42}"/>
                </a:ext>
              </a:extLst>
            </p:cNvPr>
            <p:cNvSpPr/>
            <p:nvPr/>
          </p:nvSpPr>
          <p:spPr bwMode="gray">
            <a:xfrm>
              <a:off x="42252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8" name="Forme libre : forme 5917">
              <a:extLst>
                <a:ext uri="{FF2B5EF4-FFF2-40B4-BE49-F238E27FC236}">
                  <a16:creationId xmlns:a16="http://schemas.microsoft.com/office/drawing/2014/main" id="{06CDE8AB-BE0A-4E12-2BFD-83B3FE4F8682}"/>
                </a:ext>
              </a:extLst>
            </p:cNvPr>
            <p:cNvSpPr/>
            <p:nvPr/>
          </p:nvSpPr>
          <p:spPr bwMode="gray">
            <a:xfrm>
              <a:off x="41757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19" name="Forme libre : forme 5918">
              <a:extLst>
                <a:ext uri="{FF2B5EF4-FFF2-40B4-BE49-F238E27FC236}">
                  <a16:creationId xmlns:a16="http://schemas.microsoft.com/office/drawing/2014/main" id="{70301761-97CB-3C27-0349-41075649A877}"/>
                </a:ext>
              </a:extLst>
            </p:cNvPr>
            <p:cNvSpPr/>
            <p:nvPr/>
          </p:nvSpPr>
          <p:spPr bwMode="gray">
            <a:xfrm>
              <a:off x="412750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0" name="Forme libre : forme 5919">
              <a:extLst>
                <a:ext uri="{FF2B5EF4-FFF2-40B4-BE49-F238E27FC236}">
                  <a16:creationId xmlns:a16="http://schemas.microsoft.com/office/drawing/2014/main" id="{0CC479E6-93ED-843F-D878-BE1718BCFBB2}"/>
                </a:ext>
              </a:extLst>
            </p:cNvPr>
            <p:cNvSpPr/>
            <p:nvPr/>
          </p:nvSpPr>
          <p:spPr bwMode="gray">
            <a:xfrm>
              <a:off x="407797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1" name="Forme libre : forme 5920">
              <a:extLst>
                <a:ext uri="{FF2B5EF4-FFF2-40B4-BE49-F238E27FC236}">
                  <a16:creationId xmlns:a16="http://schemas.microsoft.com/office/drawing/2014/main" id="{654AE7DD-D2B2-F6C9-EE2F-18AA35759557}"/>
                </a:ext>
              </a:extLst>
            </p:cNvPr>
            <p:cNvSpPr/>
            <p:nvPr/>
          </p:nvSpPr>
          <p:spPr bwMode="gray">
            <a:xfrm>
              <a:off x="402844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2" name="Forme libre : forme 5921">
              <a:extLst>
                <a:ext uri="{FF2B5EF4-FFF2-40B4-BE49-F238E27FC236}">
                  <a16:creationId xmlns:a16="http://schemas.microsoft.com/office/drawing/2014/main" id="{99CEF4D9-1D3D-BCAF-E7BA-6506906129AA}"/>
                </a:ext>
              </a:extLst>
            </p:cNvPr>
            <p:cNvSpPr/>
            <p:nvPr/>
          </p:nvSpPr>
          <p:spPr bwMode="gray">
            <a:xfrm>
              <a:off x="39801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3" name="Forme libre : forme 5922">
              <a:extLst>
                <a:ext uri="{FF2B5EF4-FFF2-40B4-BE49-F238E27FC236}">
                  <a16:creationId xmlns:a16="http://schemas.microsoft.com/office/drawing/2014/main" id="{6C1C5E6A-407D-B8EA-3D55-D4D4EDAA316B}"/>
                </a:ext>
              </a:extLst>
            </p:cNvPr>
            <p:cNvSpPr/>
            <p:nvPr/>
          </p:nvSpPr>
          <p:spPr bwMode="gray">
            <a:xfrm>
              <a:off x="39306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4" name="Forme libre : forme 5923">
              <a:extLst>
                <a:ext uri="{FF2B5EF4-FFF2-40B4-BE49-F238E27FC236}">
                  <a16:creationId xmlns:a16="http://schemas.microsoft.com/office/drawing/2014/main" id="{087709C6-45AE-6A6D-6F81-C47638EE123E}"/>
                </a:ext>
              </a:extLst>
            </p:cNvPr>
            <p:cNvSpPr/>
            <p:nvPr/>
          </p:nvSpPr>
          <p:spPr bwMode="gray">
            <a:xfrm>
              <a:off x="388239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5" name="Forme libre : forme 5924">
              <a:extLst>
                <a:ext uri="{FF2B5EF4-FFF2-40B4-BE49-F238E27FC236}">
                  <a16:creationId xmlns:a16="http://schemas.microsoft.com/office/drawing/2014/main" id="{57F5042D-B0BA-9C4B-A065-F0BB3BEAA2F6}"/>
                </a:ext>
              </a:extLst>
            </p:cNvPr>
            <p:cNvSpPr/>
            <p:nvPr/>
          </p:nvSpPr>
          <p:spPr bwMode="gray">
            <a:xfrm>
              <a:off x="383286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6" name="Forme libre : forme 5925">
              <a:extLst>
                <a:ext uri="{FF2B5EF4-FFF2-40B4-BE49-F238E27FC236}">
                  <a16:creationId xmlns:a16="http://schemas.microsoft.com/office/drawing/2014/main" id="{B97F0BD2-C198-82EF-28D5-4ACEB39BECCB}"/>
                </a:ext>
              </a:extLst>
            </p:cNvPr>
            <p:cNvSpPr/>
            <p:nvPr/>
          </p:nvSpPr>
          <p:spPr bwMode="gray">
            <a:xfrm>
              <a:off x="378333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7" name="Forme libre : forme 5926">
              <a:extLst>
                <a:ext uri="{FF2B5EF4-FFF2-40B4-BE49-F238E27FC236}">
                  <a16:creationId xmlns:a16="http://schemas.microsoft.com/office/drawing/2014/main" id="{BF22DE5D-8590-F494-AC82-D02735914EFD}"/>
                </a:ext>
              </a:extLst>
            </p:cNvPr>
            <p:cNvSpPr/>
            <p:nvPr/>
          </p:nvSpPr>
          <p:spPr bwMode="gray">
            <a:xfrm>
              <a:off x="373507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8" name="Forme libre : forme 5927">
              <a:extLst>
                <a:ext uri="{FF2B5EF4-FFF2-40B4-BE49-F238E27FC236}">
                  <a16:creationId xmlns:a16="http://schemas.microsoft.com/office/drawing/2014/main" id="{D1FCD64B-C81F-64C6-D623-9C7410AD67B3}"/>
                </a:ext>
              </a:extLst>
            </p:cNvPr>
            <p:cNvSpPr/>
            <p:nvPr/>
          </p:nvSpPr>
          <p:spPr bwMode="gray">
            <a:xfrm>
              <a:off x="368554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29" name="Forme libre : forme 5928">
              <a:extLst>
                <a:ext uri="{FF2B5EF4-FFF2-40B4-BE49-F238E27FC236}">
                  <a16:creationId xmlns:a16="http://schemas.microsoft.com/office/drawing/2014/main" id="{DB2C95D1-583A-1526-7998-5EE6028D83AD}"/>
                </a:ext>
              </a:extLst>
            </p:cNvPr>
            <p:cNvSpPr/>
            <p:nvPr/>
          </p:nvSpPr>
          <p:spPr bwMode="gray">
            <a:xfrm>
              <a:off x="36372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0" name="Forme libre : forme 5929">
              <a:extLst>
                <a:ext uri="{FF2B5EF4-FFF2-40B4-BE49-F238E27FC236}">
                  <a16:creationId xmlns:a16="http://schemas.microsoft.com/office/drawing/2014/main" id="{96AC1FB2-F2BB-B52F-585E-04C7DA3837A6}"/>
                </a:ext>
              </a:extLst>
            </p:cNvPr>
            <p:cNvSpPr/>
            <p:nvPr/>
          </p:nvSpPr>
          <p:spPr bwMode="gray">
            <a:xfrm>
              <a:off x="358775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1" name="Forme libre : forme 5930">
              <a:extLst>
                <a:ext uri="{FF2B5EF4-FFF2-40B4-BE49-F238E27FC236}">
                  <a16:creationId xmlns:a16="http://schemas.microsoft.com/office/drawing/2014/main" id="{0FA728FF-9CF2-4C93-2D51-BE6DC0837DBC}"/>
                </a:ext>
              </a:extLst>
            </p:cNvPr>
            <p:cNvSpPr/>
            <p:nvPr/>
          </p:nvSpPr>
          <p:spPr bwMode="gray">
            <a:xfrm>
              <a:off x="353822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2" name="Forme libre : forme 5931">
              <a:extLst>
                <a:ext uri="{FF2B5EF4-FFF2-40B4-BE49-F238E27FC236}">
                  <a16:creationId xmlns:a16="http://schemas.microsoft.com/office/drawing/2014/main" id="{83549700-F588-8358-1D90-60BDCE44C2A1}"/>
                </a:ext>
              </a:extLst>
            </p:cNvPr>
            <p:cNvSpPr/>
            <p:nvPr/>
          </p:nvSpPr>
          <p:spPr bwMode="gray">
            <a:xfrm>
              <a:off x="192151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3" name="Forme libre : forme 5932">
              <a:extLst>
                <a:ext uri="{FF2B5EF4-FFF2-40B4-BE49-F238E27FC236}">
                  <a16:creationId xmlns:a16="http://schemas.microsoft.com/office/drawing/2014/main" id="{961D1921-FACA-C8D9-9AA7-AAE71B67776D}"/>
                </a:ext>
              </a:extLst>
            </p:cNvPr>
            <p:cNvSpPr/>
            <p:nvPr/>
          </p:nvSpPr>
          <p:spPr bwMode="gray">
            <a:xfrm>
              <a:off x="1871980" y="33642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4" name="Forme libre : forme 5933">
              <a:extLst>
                <a:ext uri="{FF2B5EF4-FFF2-40B4-BE49-F238E27FC236}">
                  <a16:creationId xmlns:a16="http://schemas.microsoft.com/office/drawing/2014/main" id="{431069C9-586D-E1EC-AA7A-AB0C8115B134}"/>
                </a:ext>
              </a:extLst>
            </p:cNvPr>
            <p:cNvSpPr/>
            <p:nvPr/>
          </p:nvSpPr>
          <p:spPr bwMode="gray">
            <a:xfrm>
              <a:off x="152908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5" name="Forme libre : forme 5934">
              <a:extLst>
                <a:ext uri="{FF2B5EF4-FFF2-40B4-BE49-F238E27FC236}">
                  <a16:creationId xmlns:a16="http://schemas.microsoft.com/office/drawing/2014/main" id="{790EB77A-6A2E-F9B4-D379-073B4C4B1C98}"/>
                </a:ext>
              </a:extLst>
            </p:cNvPr>
            <p:cNvSpPr/>
            <p:nvPr/>
          </p:nvSpPr>
          <p:spPr bwMode="gray">
            <a:xfrm>
              <a:off x="148082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6" name="Forme libre : forme 5935">
              <a:extLst>
                <a:ext uri="{FF2B5EF4-FFF2-40B4-BE49-F238E27FC236}">
                  <a16:creationId xmlns:a16="http://schemas.microsoft.com/office/drawing/2014/main" id="{330A2CA9-5AC0-BB8F-D1EC-BA0DA6EE88F2}"/>
                </a:ext>
              </a:extLst>
            </p:cNvPr>
            <p:cNvSpPr/>
            <p:nvPr/>
          </p:nvSpPr>
          <p:spPr bwMode="gray">
            <a:xfrm>
              <a:off x="143129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7" name="Forme libre : forme 5936">
              <a:extLst>
                <a:ext uri="{FF2B5EF4-FFF2-40B4-BE49-F238E27FC236}">
                  <a16:creationId xmlns:a16="http://schemas.microsoft.com/office/drawing/2014/main" id="{9A2174AF-E229-A436-48E7-145636A62401}"/>
                </a:ext>
              </a:extLst>
            </p:cNvPr>
            <p:cNvSpPr/>
            <p:nvPr/>
          </p:nvSpPr>
          <p:spPr bwMode="gray">
            <a:xfrm>
              <a:off x="138176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8" name="Forme libre : forme 5937">
              <a:extLst>
                <a:ext uri="{FF2B5EF4-FFF2-40B4-BE49-F238E27FC236}">
                  <a16:creationId xmlns:a16="http://schemas.microsoft.com/office/drawing/2014/main" id="{B1755A0A-19EB-8B5F-3D72-6475C2A5380B}"/>
                </a:ext>
              </a:extLst>
            </p:cNvPr>
            <p:cNvSpPr/>
            <p:nvPr/>
          </p:nvSpPr>
          <p:spPr bwMode="gray">
            <a:xfrm>
              <a:off x="133350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39" name="Forme libre : forme 5938">
              <a:extLst>
                <a:ext uri="{FF2B5EF4-FFF2-40B4-BE49-F238E27FC236}">
                  <a16:creationId xmlns:a16="http://schemas.microsoft.com/office/drawing/2014/main" id="{A842F5E0-FFA4-46FD-49F4-74D21E3A5116}"/>
                </a:ext>
              </a:extLst>
            </p:cNvPr>
            <p:cNvSpPr/>
            <p:nvPr/>
          </p:nvSpPr>
          <p:spPr bwMode="gray">
            <a:xfrm>
              <a:off x="128397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0" name="Forme libre : forme 5939">
              <a:extLst>
                <a:ext uri="{FF2B5EF4-FFF2-40B4-BE49-F238E27FC236}">
                  <a16:creationId xmlns:a16="http://schemas.microsoft.com/office/drawing/2014/main" id="{89103989-6B5F-F07D-9D75-75D3A2C84A2D}"/>
                </a:ext>
              </a:extLst>
            </p:cNvPr>
            <p:cNvSpPr/>
            <p:nvPr/>
          </p:nvSpPr>
          <p:spPr bwMode="gray">
            <a:xfrm>
              <a:off x="123571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1" name="Forme libre : forme 5940">
              <a:extLst>
                <a:ext uri="{FF2B5EF4-FFF2-40B4-BE49-F238E27FC236}">
                  <a16:creationId xmlns:a16="http://schemas.microsoft.com/office/drawing/2014/main" id="{1BEB2554-8ECF-E4D7-9581-37C98AD8F003}"/>
                </a:ext>
              </a:extLst>
            </p:cNvPr>
            <p:cNvSpPr/>
            <p:nvPr/>
          </p:nvSpPr>
          <p:spPr bwMode="gray">
            <a:xfrm>
              <a:off x="1136650" y="33642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2" name="Forme libre : forme 5941">
              <a:extLst>
                <a:ext uri="{FF2B5EF4-FFF2-40B4-BE49-F238E27FC236}">
                  <a16:creationId xmlns:a16="http://schemas.microsoft.com/office/drawing/2014/main" id="{39413D83-2F78-07B2-E940-690AE4B93EE0}"/>
                </a:ext>
              </a:extLst>
            </p:cNvPr>
            <p:cNvSpPr/>
            <p:nvPr/>
          </p:nvSpPr>
          <p:spPr bwMode="gray">
            <a:xfrm>
              <a:off x="6675119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3" name="Forme libre : forme 5942">
              <a:extLst>
                <a:ext uri="{FF2B5EF4-FFF2-40B4-BE49-F238E27FC236}">
                  <a16:creationId xmlns:a16="http://schemas.microsoft.com/office/drawing/2014/main" id="{A8CE6716-F0C4-4813-A7BD-25B0FD9AB86E}"/>
                </a:ext>
              </a:extLst>
            </p:cNvPr>
            <p:cNvSpPr/>
            <p:nvPr/>
          </p:nvSpPr>
          <p:spPr bwMode="gray">
            <a:xfrm>
              <a:off x="6626859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4" name="Forme libre : forme 5943">
              <a:extLst>
                <a:ext uri="{FF2B5EF4-FFF2-40B4-BE49-F238E27FC236}">
                  <a16:creationId xmlns:a16="http://schemas.microsoft.com/office/drawing/2014/main" id="{9D7D6B20-624F-4B32-FC64-A0E0236DF8E8}"/>
                </a:ext>
              </a:extLst>
            </p:cNvPr>
            <p:cNvSpPr/>
            <p:nvPr/>
          </p:nvSpPr>
          <p:spPr bwMode="gray">
            <a:xfrm>
              <a:off x="657733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5" name="Forme libre : forme 5944">
              <a:extLst>
                <a:ext uri="{FF2B5EF4-FFF2-40B4-BE49-F238E27FC236}">
                  <a16:creationId xmlns:a16="http://schemas.microsoft.com/office/drawing/2014/main" id="{D033FC9B-E4C9-121F-9120-715822E8A1A4}"/>
                </a:ext>
              </a:extLst>
            </p:cNvPr>
            <p:cNvSpPr/>
            <p:nvPr/>
          </p:nvSpPr>
          <p:spPr bwMode="gray">
            <a:xfrm>
              <a:off x="6529069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6" name="Forme libre : forme 5945">
              <a:extLst>
                <a:ext uri="{FF2B5EF4-FFF2-40B4-BE49-F238E27FC236}">
                  <a16:creationId xmlns:a16="http://schemas.microsoft.com/office/drawing/2014/main" id="{D19DD6B6-4D35-D82E-85E7-91E5B96EA910}"/>
                </a:ext>
              </a:extLst>
            </p:cNvPr>
            <p:cNvSpPr/>
            <p:nvPr/>
          </p:nvSpPr>
          <p:spPr bwMode="gray">
            <a:xfrm>
              <a:off x="647954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7" name="Forme libre : forme 5946">
              <a:extLst>
                <a:ext uri="{FF2B5EF4-FFF2-40B4-BE49-F238E27FC236}">
                  <a16:creationId xmlns:a16="http://schemas.microsoft.com/office/drawing/2014/main" id="{5950CDBD-5E54-41BB-EE11-95E4343E51A2}"/>
                </a:ext>
              </a:extLst>
            </p:cNvPr>
            <p:cNvSpPr/>
            <p:nvPr/>
          </p:nvSpPr>
          <p:spPr bwMode="gray">
            <a:xfrm>
              <a:off x="64300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8" name="Forme libre : forme 5947">
              <a:extLst>
                <a:ext uri="{FF2B5EF4-FFF2-40B4-BE49-F238E27FC236}">
                  <a16:creationId xmlns:a16="http://schemas.microsoft.com/office/drawing/2014/main" id="{FBFA5EB0-589B-74AE-7304-0CB899AEE923}"/>
                </a:ext>
              </a:extLst>
            </p:cNvPr>
            <p:cNvSpPr/>
            <p:nvPr/>
          </p:nvSpPr>
          <p:spPr bwMode="gray">
            <a:xfrm>
              <a:off x="63817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49" name="Forme libre : forme 5948">
              <a:extLst>
                <a:ext uri="{FF2B5EF4-FFF2-40B4-BE49-F238E27FC236}">
                  <a16:creationId xmlns:a16="http://schemas.microsoft.com/office/drawing/2014/main" id="{A163FE7B-5917-3B44-9569-3A8FB0B3665D}"/>
                </a:ext>
              </a:extLst>
            </p:cNvPr>
            <p:cNvSpPr/>
            <p:nvPr/>
          </p:nvSpPr>
          <p:spPr bwMode="gray">
            <a:xfrm>
              <a:off x="63322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0" name="Forme libre : forme 5949">
              <a:extLst>
                <a:ext uri="{FF2B5EF4-FFF2-40B4-BE49-F238E27FC236}">
                  <a16:creationId xmlns:a16="http://schemas.microsoft.com/office/drawing/2014/main" id="{36323762-B37E-2833-A99F-37A9B7277033}"/>
                </a:ext>
              </a:extLst>
            </p:cNvPr>
            <p:cNvSpPr/>
            <p:nvPr/>
          </p:nvSpPr>
          <p:spPr bwMode="gray">
            <a:xfrm>
              <a:off x="62839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1" name="Forme libre : forme 5950">
              <a:extLst>
                <a:ext uri="{FF2B5EF4-FFF2-40B4-BE49-F238E27FC236}">
                  <a16:creationId xmlns:a16="http://schemas.microsoft.com/office/drawing/2014/main" id="{2B3178D7-EE47-E728-8041-19EA07F2C638}"/>
                </a:ext>
              </a:extLst>
            </p:cNvPr>
            <p:cNvSpPr/>
            <p:nvPr/>
          </p:nvSpPr>
          <p:spPr bwMode="gray">
            <a:xfrm>
              <a:off x="62344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2" name="Forme libre : forme 5951">
              <a:extLst>
                <a:ext uri="{FF2B5EF4-FFF2-40B4-BE49-F238E27FC236}">
                  <a16:creationId xmlns:a16="http://schemas.microsoft.com/office/drawing/2014/main" id="{919F5291-C239-6FF8-6DEF-9EC3278D3BAE}"/>
                </a:ext>
              </a:extLst>
            </p:cNvPr>
            <p:cNvSpPr/>
            <p:nvPr/>
          </p:nvSpPr>
          <p:spPr bwMode="gray">
            <a:xfrm>
              <a:off x="61849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3" name="Forme libre : forme 5952">
              <a:extLst>
                <a:ext uri="{FF2B5EF4-FFF2-40B4-BE49-F238E27FC236}">
                  <a16:creationId xmlns:a16="http://schemas.microsoft.com/office/drawing/2014/main" id="{0D9E3F71-F59D-1515-4FAF-2AF30A816760}"/>
                </a:ext>
              </a:extLst>
            </p:cNvPr>
            <p:cNvSpPr/>
            <p:nvPr/>
          </p:nvSpPr>
          <p:spPr bwMode="gray">
            <a:xfrm>
              <a:off x="613664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4" name="Forme libre : forme 5953">
              <a:extLst>
                <a:ext uri="{FF2B5EF4-FFF2-40B4-BE49-F238E27FC236}">
                  <a16:creationId xmlns:a16="http://schemas.microsoft.com/office/drawing/2014/main" id="{5AB72535-EFD3-4101-D4C7-AE13BB6D05AF}"/>
                </a:ext>
              </a:extLst>
            </p:cNvPr>
            <p:cNvSpPr/>
            <p:nvPr/>
          </p:nvSpPr>
          <p:spPr bwMode="gray">
            <a:xfrm>
              <a:off x="60871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5" name="Forme libre : forme 5954">
              <a:extLst>
                <a:ext uri="{FF2B5EF4-FFF2-40B4-BE49-F238E27FC236}">
                  <a16:creationId xmlns:a16="http://schemas.microsoft.com/office/drawing/2014/main" id="{A8DD79B7-47AA-21A9-D73F-9EB3E1BE8FE8}"/>
                </a:ext>
              </a:extLst>
            </p:cNvPr>
            <p:cNvSpPr/>
            <p:nvPr/>
          </p:nvSpPr>
          <p:spPr bwMode="gray">
            <a:xfrm>
              <a:off x="60388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6" name="Forme libre : forme 5955">
              <a:extLst>
                <a:ext uri="{FF2B5EF4-FFF2-40B4-BE49-F238E27FC236}">
                  <a16:creationId xmlns:a16="http://schemas.microsoft.com/office/drawing/2014/main" id="{1D84E609-A01A-0B51-6A13-82796BF6167E}"/>
                </a:ext>
              </a:extLst>
            </p:cNvPr>
            <p:cNvSpPr/>
            <p:nvPr/>
          </p:nvSpPr>
          <p:spPr bwMode="gray">
            <a:xfrm>
              <a:off x="59893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7" name="Forme libre : forme 5956">
              <a:extLst>
                <a:ext uri="{FF2B5EF4-FFF2-40B4-BE49-F238E27FC236}">
                  <a16:creationId xmlns:a16="http://schemas.microsoft.com/office/drawing/2014/main" id="{479E5AB4-666A-42C4-3489-B76E24764E3D}"/>
                </a:ext>
              </a:extLst>
            </p:cNvPr>
            <p:cNvSpPr/>
            <p:nvPr/>
          </p:nvSpPr>
          <p:spPr bwMode="gray">
            <a:xfrm>
              <a:off x="59410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8" name="Forme libre : forme 5957">
              <a:extLst>
                <a:ext uri="{FF2B5EF4-FFF2-40B4-BE49-F238E27FC236}">
                  <a16:creationId xmlns:a16="http://schemas.microsoft.com/office/drawing/2014/main" id="{6C1A529E-A925-A28D-2876-FF91F154C643}"/>
                </a:ext>
              </a:extLst>
            </p:cNvPr>
            <p:cNvSpPr/>
            <p:nvPr/>
          </p:nvSpPr>
          <p:spPr bwMode="gray">
            <a:xfrm>
              <a:off x="58915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59" name="Forme libre : forme 5958">
              <a:extLst>
                <a:ext uri="{FF2B5EF4-FFF2-40B4-BE49-F238E27FC236}">
                  <a16:creationId xmlns:a16="http://schemas.microsoft.com/office/drawing/2014/main" id="{013A2CE1-220D-3A13-0D10-60AE7A58475D}"/>
                </a:ext>
              </a:extLst>
            </p:cNvPr>
            <p:cNvSpPr/>
            <p:nvPr/>
          </p:nvSpPr>
          <p:spPr bwMode="gray">
            <a:xfrm>
              <a:off x="58420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0" name="Forme libre : forme 5959">
              <a:extLst>
                <a:ext uri="{FF2B5EF4-FFF2-40B4-BE49-F238E27FC236}">
                  <a16:creationId xmlns:a16="http://schemas.microsoft.com/office/drawing/2014/main" id="{01CC3E7A-5AFE-A851-12D7-DC74E8B2817F}"/>
                </a:ext>
              </a:extLst>
            </p:cNvPr>
            <p:cNvSpPr/>
            <p:nvPr/>
          </p:nvSpPr>
          <p:spPr bwMode="gray">
            <a:xfrm>
              <a:off x="579374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1" name="Forme libre : forme 5960">
              <a:extLst>
                <a:ext uri="{FF2B5EF4-FFF2-40B4-BE49-F238E27FC236}">
                  <a16:creationId xmlns:a16="http://schemas.microsoft.com/office/drawing/2014/main" id="{E40608B2-3524-3849-C300-404E78E788AE}"/>
                </a:ext>
              </a:extLst>
            </p:cNvPr>
            <p:cNvSpPr/>
            <p:nvPr/>
          </p:nvSpPr>
          <p:spPr bwMode="gray">
            <a:xfrm>
              <a:off x="57442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2" name="Forme libre : forme 5961">
              <a:extLst>
                <a:ext uri="{FF2B5EF4-FFF2-40B4-BE49-F238E27FC236}">
                  <a16:creationId xmlns:a16="http://schemas.microsoft.com/office/drawing/2014/main" id="{03ABFB06-1D9A-7359-7667-70590D0E067B}"/>
                </a:ext>
              </a:extLst>
            </p:cNvPr>
            <p:cNvSpPr/>
            <p:nvPr/>
          </p:nvSpPr>
          <p:spPr bwMode="gray">
            <a:xfrm>
              <a:off x="56959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3" name="Forme libre : forme 5962">
              <a:extLst>
                <a:ext uri="{FF2B5EF4-FFF2-40B4-BE49-F238E27FC236}">
                  <a16:creationId xmlns:a16="http://schemas.microsoft.com/office/drawing/2014/main" id="{1EAE9C62-49C4-6594-AAE5-F588DAA61751}"/>
                </a:ext>
              </a:extLst>
            </p:cNvPr>
            <p:cNvSpPr/>
            <p:nvPr/>
          </p:nvSpPr>
          <p:spPr bwMode="gray">
            <a:xfrm>
              <a:off x="56464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4" name="Forme libre : forme 5963">
              <a:extLst>
                <a:ext uri="{FF2B5EF4-FFF2-40B4-BE49-F238E27FC236}">
                  <a16:creationId xmlns:a16="http://schemas.microsoft.com/office/drawing/2014/main" id="{05CF9B98-1CB4-499F-96B7-A39C7622F1E5}"/>
                </a:ext>
              </a:extLst>
            </p:cNvPr>
            <p:cNvSpPr/>
            <p:nvPr/>
          </p:nvSpPr>
          <p:spPr bwMode="gray">
            <a:xfrm>
              <a:off x="55968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5" name="Forme libre : forme 5964">
              <a:extLst>
                <a:ext uri="{FF2B5EF4-FFF2-40B4-BE49-F238E27FC236}">
                  <a16:creationId xmlns:a16="http://schemas.microsoft.com/office/drawing/2014/main" id="{C1EB9AA8-8515-C921-50D0-57E957AB1A17}"/>
                </a:ext>
              </a:extLst>
            </p:cNvPr>
            <p:cNvSpPr/>
            <p:nvPr/>
          </p:nvSpPr>
          <p:spPr bwMode="gray">
            <a:xfrm>
              <a:off x="55486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6" name="Forme libre : forme 5965">
              <a:extLst>
                <a:ext uri="{FF2B5EF4-FFF2-40B4-BE49-F238E27FC236}">
                  <a16:creationId xmlns:a16="http://schemas.microsoft.com/office/drawing/2014/main" id="{AC84728C-6011-48F6-63EA-3437BC0C3062}"/>
                </a:ext>
              </a:extLst>
            </p:cNvPr>
            <p:cNvSpPr/>
            <p:nvPr/>
          </p:nvSpPr>
          <p:spPr bwMode="gray">
            <a:xfrm>
              <a:off x="54991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7" name="Forme libre : forme 5966">
              <a:extLst>
                <a:ext uri="{FF2B5EF4-FFF2-40B4-BE49-F238E27FC236}">
                  <a16:creationId xmlns:a16="http://schemas.microsoft.com/office/drawing/2014/main" id="{0CC1BAB1-4225-66E2-9680-565A06B22CF2}"/>
                </a:ext>
              </a:extLst>
            </p:cNvPr>
            <p:cNvSpPr/>
            <p:nvPr/>
          </p:nvSpPr>
          <p:spPr bwMode="gray">
            <a:xfrm>
              <a:off x="545084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8" name="Forme libre : forme 5967">
              <a:extLst>
                <a:ext uri="{FF2B5EF4-FFF2-40B4-BE49-F238E27FC236}">
                  <a16:creationId xmlns:a16="http://schemas.microsoft.com/office/drawing/2014/main" id="{9EE1F789-1679-6982-7824-53FA6EA5CE6D}"/>
                </a:ext>
              </a:extLst>
            </p:cNvPr>
            <p:cNvSpPr/>
            <p:nvPr/>
          </p:nvSpPr>
          <p:spPr bwMode="gray">
            <a:xfrm>
              <a:off x="54013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69" name="Forme libre : forme 5968">
              <a:extLst>
                <a:ext uri="{FF2B5EF4-FFF2-40B4-BE49-F238E27FC236}">
                  <a16:creationId xmlns:a16="http://schemas.microsoft.com/office/drawing/2014/main" id="{216145FB-7EBC-5D81-A0E0-97EC1EE11662}"/>
                </a:ext>
              </a:extLst>
            </p:cNvPr>
            <p:cNvSpPr/>
            <p:nvPr/>
          </p:nvSpPr>
          <p:spPr bwMode="gray">
            <a:xfrm>
              <a:off x="53517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0" name="Forme libre : forme 5969">
              <a:extLst>
                <a:ext uri="{FF2B5EF4-FFF2-40B4-BE49-F238E27FC236}">
                  <a16:creationId xmlns:a16="http://schemas.microsoft.com/office/drawing/2014/main" id="{DEF5E8B2-2E45-9E77-45E8-19609C0C5748}"/>
                </a:ext>
              </a:extLst>
            </p:cNvPr>
            <p:cNvSpPr/>
            <p:nvPr/>
          </p:nvSpPr>
          <p:spPr bwMode="gray">
            <a:xfrm>
              <a:off x="53035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1" name="Forme libre : forme 5970">
              <a:extLst>
                <a:ext uri="{FF2B5EF4-FFF2-40B4-BE49-F238E27FC236}">
                  <a16:creationId xmlns:a16="http://schemas.microsoft.com/office/drawing/2014/main" id="{068B1386-9A2E-3B7E-5548-8EE3ED8A3B82}"/>
                </a:ext>
              </a:extLst>
            </p:cNvPr>
            <p:cNvSpPr/>
            <p:nvPr/>
          </p:nvSpPr>
          <p:spPr bwMode="gray">
            <a:xfrm>
              <a:off x="52539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2" name="Forme libre : forme 5971">
              <a:extLst>
                <a:ext uri="{FF2B5EF4-FFF2-40B4-BE49-F238E27FC236}">
                  <a16:creationId xmlns:a16="http://schemas.microsoft.com/office/drawing/2014/main" id="{91ECBD39-2C2B-04EF-B9BF-EF19FBD821CC}"/>
                </a:ext>
              </a:extLst>
            </p:cNvPr>
            <p:cNvSpPr/>
            <p:nvPr/>
          </p:nvSpPr>
          <p:spPr bwMode="gray">
            <a:xfrm>
              <a:off x="52057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3" name="Forme libre : forme 5972">
              <a:extLst>
                <a:ext uri="{FF2B5EF4-FFF2-40B4-BE49-F238E27FC236}">
                  <a16:creationId xmlns:a16="http://schemas.microsoft.com/office/drawing/2014/main" id="{1E92159E-86EB-E0C2-DE89-0232C6163E92}"/>
                </a:ext>
              </a:extLst>
            </p:cNvPr>
            <p:cNvSpPr/>
            <p:nvPr/>
          </p:nvSpPr>
          <p:spPr bwMode="gray">
            <a:xfrm>
              <a:off x="51562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4" name="Forme libre : forme 5973">
              <a:extLst>
                <a:ext uri="{FF2B5EF4-FFF2-40B4-BE49-F238E27FC236}">
                  <a16:creationId xmlns:a16="http://schemas.microsoft.com/office/drawing/2014/main" id="{2ADA9B23-2F23-7BE4-04C5-EF3CBDEB61DB}"/>
                </a:ext>
              </a:extLst>
            </p:cNvPr>
            <p:cNvSpPr/>
            <p:nvPr/>
          </p:nvSpPr>
          <p:spPr bwMode="gray">
            <a:xfrm>
              <a:off x="510667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5" name="Forme libre : forme 5974">
              <a:extLst>
                <a:ext uri="{FF2B5EF4-FFF2-40B4-BE49-F238E27FC236}">
                  <a16:creationId xmlns:a16="http://schemas.microsoft.com/office/drawing/2014/main" id="{D09274B3-BD04-0E72-DFB6-F5054DF542AD}"/>
                </a:ext>
              </a:extLst>
            </p:cNvPr>
            <p:cNvSpPr/>
            <p:nvPr/>
          </p:nvSpPr>
          <p:spPr bwMode="gray">
            <a:xfrm>
              <a:off x="50584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6" name="Forme libre : forme 5975">
              <a:extLst>
                <a:ext uri="{FF2B5EF4-FFF2-40B4-BE49-F238E27FC236}">
                  <a16:creationId xmlns:a16="http://schemas.microsoft.com/office/drawing/2014/main" id="{FB9D1370-9256-730E-0630-E13CA844E743}"/>
                </a:ext>
              </a:extLst>
            </p:cNvPr>
            <p:cNvSpPr/>
            <p:nvPr/>
          </p:nvSpPr>
          <p:spPr bwMode="gray">
            <a:xfrm>
              <a:off x="49606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7" name="Forme libre : forme 5976">
              <a:extLst>
                <a:ext uri="{FF2B5EF4-FFF2-40B4-BE49-F238E27FC236}">
                  <a16:creationId xmlns:a16="http://schemas.microsoft.com/office/drawing/2014/main" id="{C63C78DD-3554-7987-B14A-9D7659C988D9}"/>
                </a:ext>
              </a:extLst>
            </p:cNvPr>
            <p:cNvSpPr/>
            <p:nvPr/>
          </p:nvSpPr>
          <p:spPr bwMode="gray">
            <a:xfrm>
              <a:off x="49110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8" name="Forme libre : forme 5977">
              <a:extLst>
                <a:ext uri="{FF2B5EF4-FFF2-40B4-BE49-F238E27FC236}">
                  <a16:creationId xmlns:a16="http://schemas.microsoft.com/office/drawing/2014/main" id="{7A7FEF0E-4891-B18C-05DD-53570EB13BBF}"/>
                </a:ext>
              </a:extLst>
            </p:cNvPr>
            <p:cNvSpPr/>
            <p:nvPr/>
          </p:nvSpPr>
          <p:spPr bwMode="gray">
            <a:xfrm>
              <a:off x="48615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79" name="Forme libre : forme 5978">
              <a:extLst>
                <a:ext uri="{FF2B5EF4-FFF2-40B4-BE49-F238E27FC236}">
                  <a16:creationId xmlns:a16="http://schemas.microsoft.com/office/drawing/2014/main" id="{9B510CBD-DB47-2050-FA32-934D32DE20D3}"/>
                </a:ext>
              </a:extLst>
            </p:cNvPr>
            <p:cNvSpPr/>
            <p:nvPr/>
          </p:nvSpPr>
          <p:spPr bwMode="gray">
            <a:xfrm>
              <a:off x="48133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0" name="Forme libre : forme 5979">
              <a:extLst>
                <a:ext uri="{FF2B5EF4-FFF2-40B4-BE49-F238E27FC236}">
                  <a16:creationId xmlns:a16="http://schemas.microsoft.com/office/drawing/2014/main" id="{9BF5D771-DBEE-1C09-3EFC-A8589FC41190}"/>
                </a:ext>
              </a:extLst>
            </p:cNvPr>
            <p:cNvSpPr/>
            <p:nvPr/>
          </p:nvSpPr>
          <p:spPr bwMode="gray">
            <a:xfrm>
              <a:off x="476377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1" name="Forme libre : forme 5980">
              <a:extLst>
                <a:ext uri="{FF2B5EF4-FFF2-40B4-BE49-F238E27FC236}">
                  <a16:creationId xmlns:a16="http://schemas.microsoft.com/office/drawing/2014/main" id="{75CBD400-E309-5F03-B548-CE1E0FF856CD}"/>
                </a:ext>
              </a:extLst>
            </p:cNvPr>
            <p:cNvSpPr/>
            <p:nvPr/>
          </p:nvSpPr>
          <p:spPr bwMode="gray">
            <a:xfrm>
              <a:off x="47155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2" name="Forme libre : forme 5981">
              <a:extLst>
                <a:ext uri="{FF2B5EF4-FFF2-40B4-BE49-F238E27FC236}">
                  <a16:creationId xmlns:a16="http://schemas.microsoft.com/office/drawing/2014/main" id="{69E52260-7B5E-717B-34C2-7F7ED71F5502}"/>
                </a:ext>
              </a:extLst>
            </p:cNvPr>
            <p:cNvSpPr/>
            <p:nvPr/>
          </p:nvSpPr>
          <p:spPr bwMode="gray">
            <a:xfrm>
              <a:off x="46659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3" name="Forme libre : forme 5982">
              <a:extLst>
                <a:ext uri="{FF2B5EF4-FFF2-40B4-BE49-F238E27FC236}">
                  <a16:creationId xmlns:a16="http://schemas.microsoft.com/office/drawing/2014/main" id="{88912694-05E4-CDCE-55F5-80B6EF0E8BB4}"/>
                </a:ext>
              </a:extLst>
            </p:cNvPr>
            <p:cNvSpPr/>
            <p:nvPr/>
          </p:nvSpPr>
          <p:spPr bwMode="gray">
            <a:xfrm>
              <a:off x="461772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4" name="Forme libre : forme 5983">
              <a:extLst>
                <a:ext uri="{FF2B5EF4-FFF2-40B4-BE49-F238E27FC236}">
                  <a16:creationId xmlns:a16="http://schemas.microsoft.com/office/drawing/2014/main" id="{41055982-E101-9E64-2519-A3A39C5E9364}"/>
                </a:ext>
              </a:extLst>
            </p:cNvPr>
            <p:cNvSpPr/>
            <p:nvPr/>
          </p:nvSpPr>
          <p:spPr bwMode="gray">
            <a:xfrm>
              <a:off x="45681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5" name="Forme libre : forme 5984">
              <a:extLst>
                <a:ext uri="{FF2B5EF4-FFF2-40B4-BE49-F238E27FC236}">
                  <a16:creationId xmlns:a16="http://schemas.microsoft.com/office/drawing/2014/main" id="{93A9721A-35F0-206B-C171-0C4B8E310000}"/>
                </a:ext>
              </a:extLst>
            </p:cNvPr>
            <p:cNvSpPr/>
            <p:nvPr/>
          </p:nvSpPr>
          <p:spPr bwMode="gray">
            <a:xfrm>
              <a:off x="45186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6" name="Forme libre : forme 5985">
              <a:extLst>
                <a:ext uri="{FF2B5EF4-FFF2-40B4-BE49-F238E27FC236}">
                  <a16:creationId xmlns:a16="http://schemas.microsoft.com/office/drawing/2014/main" id="{E8CFBC5B-F898-5ABF-146D-6C42C655BD41}"/>
                </a:ext>
              </a:extLst>
            </p:cNvPr>
            <p:cNvSpPr/>
            <p:nvPr/>
          </p:nvSpPr>
          <p:spPr bwMode="gray">
            <a:xfrm>
              <a:off x="44704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7" name="Forme libre : forme 5986">
              <a:extLst>
                <a:ext uri="{FF2B5EF4-FFF2-40B4-BE49-F238E27FC236}">
                  <a16:creationId xmlns:a16="http://schemas.microsoft.com/office/drawing/2014/main" id="{33755BE4-9D0F-8C36-AC50-5902B8ED7513}"/>
                </a:ext>
              </a:extLst>
            </p:cNvPr>
            <p:cNvSpPr/>
            <p:nvPr/>
          </p:nvSpPr>
          <p:spPr bwMode="gray">
            <a:xfrm>
              <a:off x="442087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8" name="Forme libre : forme 5987">
              <a:extLst>
                <a:ext uri="{FF2B5EF4-FFF2-40B4-BE49-F238E27FC236}">
                  <a16:creationId xmlns:a16="http://schemas.microsoft.com/office/drawing/2014/main" id="{AC3984FB-1D76-49BD-976F-6872C2A8B298}"/>
                </a:ext>
              </a:extLst>
            </p:cNvPr>
            <p:cNvSpPr/>
            <p:nvPr/>
          </p:nvSpPr>
          <p:spPr bwMode="gray">
            <a:xfrm>
              <a:off x="43726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89" name="Forme libre : forme 5988">
              <a:extLst>
                <a:ext uri="{FF2B5EF4-FFF2-40B4-BE49-F238E27FC236}">
                  <a16:creationId xmlns:a16="http://schemas.microsoft.com/office/drawing/2014/main" id="{53F1AAE8-6B28-4C3E-65BF-CD1AF2DFFDDD}"/>
                </a:ext>
              </a:extLst>
            </p:cNvPr>
            <p:cNvSpPr/>
            <p:nvPr/>
          </p:nvSpPr>
          <p:spPr bwMode="gray">
            <a:xfrm>
              <a:off x="43230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0" name="Forme libre : forme 5989">
              <a:extLst>
                <a:ext uri="{FF2B5EF4-FFF2-40B4-BE49-F238E27FC236}">
                  <a16:creationId xmlns:a16="http://schemas.microsoft.com/office/drawing/2014/main" id="{481C62A9-2F6D-4AB7-C1DD-50D3F7661825}"/>
                </a:ext>
              </a:extLst>
            </p:cNvPr>
            <p:cNvSpPr/>
            <p:nvPr/>
          </p:nvSpPr>
          <p:spPr bwMode="gray">
            <a:xfrm>
              <a:off x="42735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1" name="Forme libre : forme 5990">
              <a:extLst>
                <a:ext uri="{FF2B5EF4-FFF2-40B4-BE49-F238E27FC236}">
                  <a16:creationId xmlns:a16="http://schemas.microsoft.com/office/drawing/2014/main" id="{6C648F0A-0707-25E5-D8C4-0D3CE6448A9B}"/>
                </a:ext>
              </a:extLst>
            </p:cNvPr>
            <p:cNvSpPr/>
            <p:nvPr/>
          </p:nvSpPr>
          <p:spPr bwMode="gray">
            <a:xfrm>
              <a:off x="42252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2" name="Forme libre : forme 5991">
              <a:extLst>
                <a:ext uri="{FF2B5EF4-FFF2-40B4-BE49-F238E27FC236}">
                  <a16:creationId xmlns:a16="http://schemas.microsoft.com/office/drawing/2014/main" id="{20BB7BB8-5D90-D739-ABEF-FB9E5A8C5483}"/>
                </a:ext>
              </a:extLst>
            </p:cNvPr>
            <p:cNvSpPr/>
            <p:nvPr/>
          </p:nvSpPr>
          <p:spPr bwMode="gray">
            <a:xfrm>
              <a:off x="41757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3" name="Forme libre : forme 5992">
              <a:extLst>
                <a:ext uri="{FF2B5EF4-FFF2-40B4-BE49-F238E27FC236}">
                  <a16:creationId xmlns:a16="http://schemas.microsoft.com/office/drawing/2014/main" id="{A22A1FE3-F6BD-2F23-37B9-9B701EB20519}"/>
                </a:ext>
              </a:extLst>
            </p:cNvPr>
            <p:cNvSpPr/>
            <p:nvPr/>
          </p:nvSpPr>
          <p:spPr bwMode="gray">
            <a:xfrm>
              <a:off x="412750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4" name="Forme libre : forme 5993">
              <a:extLst>
                <a:ext uri="{FF2B5EF4-FFF2-40B4-BE49-F238E27FC236}">
                  <a16:creationId xmlns:a16="http://schemas.microsoft.com/office/drawing/2014/main" id="{5E76D39A-ACDC-1503-5115-CD1F8C297312}"/>
                </a:ext>
              </a:extLst>
            </p:cNvPr>
            <p:cNvSpPr/>
            <p:nvPr/>
          </p:nvSpPr>
          <p:spPr bwMode="gray">
            <a:xfrm>
              <a:off x="407797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5" name="Forme libre : forme 5994">
              <a:extLst>
                <a:ext uri="{FF2B5EF4-FFF2-40B4-BE49-F238E27FC236}">
                  <a16:creationId xmlns:a16="http://schemas.microsoft.com/office/drawing/2014/main" id="{FFDD258A-25F9-EC1A-C1F6-0E5F13F407E8}"/>
                </a:ext>
              </a:extLst>
            </p:cNvPr>
            <p:cNvSpPr/>
            <p:nvPr/>
          </p:nvSpPr>
          <p:spPr bwMode="gray">
            <a:xfrm>
              <a:off x="402844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6" name="Forme libre : forme 5995">
              <a:extLst>
                <a:ext uri="{FF2B5EF4-FFF2-40B4-BE49-F238E27FC236}">
                  <a16:creationId xmlns:a16="http://schemas.microsoft.com/office/drawing/2014/main" id="{D540743F-6E38-9C07-660F-C4952A58DCCF}"/>
                </a:ext>
              </a:extLst>
            </p:cNvPr>
            <p:cNvSpPr/>
            <p:nvPr/>
          </p:nvSpPr>
          <p:spPr bwMode="gray">
            <a:xfrm>
              <a:off x="39801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7" name="Forme libre : forme 5996">
              <a:extLst>
                <a:ext uri="{FF2B5EF4-FFF2-40B4-BE49-F238E27FC236}">
                  <a16:creationId xmlns:a16="http://schemas.microsoft.com/office/drawing/2014/main" id="{6C09360C-8DFE-99F2-3CB9-2A7F81F510FE}"/>
                </a:ext>
              </a:extLst>
            </p:cNvPr>
            <p:cNvSpPr/>
            <p:nvPr/>
          </p:nvSpPr>
          <p:spPr bwMode="gray">
            <a:xfrm>
              <a:off x="39306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8" name="Forme libre : forme 5997">
              <a:extLst>
                <a:ext uri="{FF2B5EF4-FFF2-40B4-BE49-F238E27FC236}">
                  <a16:creationId xmlns:a16="http://schemas.microsoft.com/office/drawing/2014/main" id="{47BA9CDB-52DD-1492-4DE1-6437E3BA687D}"/>
                </a:ext>
              </a:extLst>
            </p:cNvPr>
            <p:cNvSpPr/>
            <p:nvPr/>
          </p:nvSpPr>
          <p:spPr bwMode="gray">
            <a:xfrm>
              <a:off x="388239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99" name="Forme libre : forme 5998">
              <a:extLst>
                <a:ext uri="{FF2B5EF4-FFF2-40B4-BE49-F238E27FC236}">
                  <a16:creationId xmlns:a16="http://schemas.microsoft.com/office/drawing/2014/main" id="{1ABBA6B9-0038-60BA-32C8-5696DDD165A7}"/>
                </a:ext>
              </a:extLst>
            </p:cNvPr>
            <p:cNvSpPr/>
            <p:nvPr/>
          </p:nvSpPr>
          <p:spPr bwMode="gray">
            <a:xfrm>
              <a:off x="383286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0" name="Forme libre : forme 5999">
              <a:extLst>
                <a:ext uri="{FF2B5EF4-FFF2-40B4-BE49-F238E27FC236}">
                  <a16:creationId xmlns:a16="http://schemas.microsoft.com/office/drawing/2014/main" id="{006E4B29-3AC8-37C3-2B5A-A4D9BACE7CBF}"/>
                </a:ext>
              </a:extLst>
            </p:cNvPr>
            <p:cNvSpPr/>
            <p:nvPr/>
          </p:nvSpPr>
          <p:spPr bwMode="gray">
            <a:xfrm>
              <a:off x="37833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1" name="Forme libre : forme 6000">
              <a:extLst>
                <a:ext uri="{FF2B5EF4-FFF2-40B4-BE49-F238E27FC236}">
                  <a16:creationId xmlns:a16="http://schemas.microsoft.com/office/drawing/2014/main" id="{A2388249-187F-3E05-481E-1BE844A9349D}"/>
                </a:ext>
              </a:extLst>
            </p:cNvPr>
            <p:cNvSpPr/>
            <p:nvPr/>
          </p:nvSpPr>
          <p:spPr bwMode="gray">
            <a:xfrm>
              <a:off x="373507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2" name="Forme libre : forme 6001">
              <a:extLst>
                <a:ext uri="{FF2B5EF4-FFF2-40B4-BE49-F238E27FC236}">
                  <a16:creationId xmlns:a16="http://schemas.microsoft.com/office/drawing/2014/main" id="{13C44511-C678-57F6-CEE7-A790DA621E90}"/>
                </a:ext>
              </a:extLst>
            </p:cNvPr>
            <p:cNvSpPr/>
            <p:nvPr/>
          </p:nvSpPr>
          <p:spPr bwMode="gray">
            <a:xfrm>
              <a:off x="368554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3" name="Forme libre : forme 6002">
              <a:extLst>
                <a:ext uri="{FF2B5EF4-FFF2-40B4-BE49-F238E27FC236}">
                  <a16:creationId xmlns:a16="http://schemas.microsoft.com/office/drawing/2014/main" id="{1EE898AD-5478-D3F0-5BDD-98D449567FD8}"/>
                </a:ext>
              </a:extLst>
            </p:cNvPr>
            <p:cNvSpPr/>
            <p:nvPr/>
          </p:nvSpPr>
          <p:spPr bwMode="gray">
            <a:xfrm>
              <a:off x="36372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4" name="Forme libre : forme 6003">
              <a:extLst>
                <a:ext uri="{FF2B5EF4-FFF2-40B4-BE49-F238E27FC236}">
                  <a16:creationId xmlns:a16="http://schemas.microsoft.com/office/drawing/2014/main" id="{F92848C3-A804-8A5D-ED09-F4BF10908387}"/>
                </a:ext>
              </a:extLst>
            </p:cNvPr>
            <p:cNvSpPr/>
            <p:nvPr/>
          </p:nvSpPr>
          <p:spPr bwMode="gray">
            <a:xfrm>
              <a:off x="358775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5" name="Forme libre : forme 6004">
              <a:extLst>
                <a:ext uri="{FF2B5EF4-FFF2-40B4-BE49-F238E27FC236}">
                  <a16:creationId xmlns:a16="http://schemas.microsoft.com/office/drawing/2014/main" id="{FB4C69F4-E4E6-18A1-8AC0-2B6AC23033F1}"/>
                </a:ext>
              </a:extLst>
            </p:cNvPr>
            <p:cNvSpPr/>
            <p:nvPr/>
          </p:nvSpPr>
          <p:spPr bwMode="gray">
            <a:xfrm>
              <a:off x="192151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6" name="Forme libre : forme 6005">
              <a:extLst>
                <a:ext uri="{FF2B5EF4-FFF2-40B4-BE49-F238E27FC236}">
                  <a16:creationId xmlns:a16="http://schemas.microsoft.com/office/drawing/2014/main" id="{8DF006AB-0DCA-32CB-EA57-0BD74BB4BF60}"/>
                </a:ext>
              </a:extLst>
            </p:cNvPr>
            <p:cNvSpPr/>
            <p:nvPr/>
          </p:nvSpPr>
          <p:spPr bwMode="gray">
            <a:xfrm>
              <a:off x="187198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7" name="Forme libre : forme 6006">
              <a:extLst>
                <a:ext uri="{FF2B5EF4-FFF2-40B4-BE49-F238E27FC236}">
                  <a16:creationId xmlns:a16="http://schemas.microsoft.com/office/drawing/2014/main" id="{DBEB540D-ACD0-4689-583E-408BF96F91A1}"/>
                </a:ext>
              </a:extLst>
            </p:cNvPr>
            <p:cNvSpPr/>
            <p:nvPr/>
          </p:nvSpPr>
          <p:spPr bwMode="gray">
            <a:xfrm>
              <a:off x="1725930" y="33159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8" name="Forme libre : forme 6007">
              <a:extLst>
                <a:ext uri="{FF2B5EF4-FFF2-40B4-BE49-F238E27FC236}">
                  <a16:creationId xmlns:a16="http://schemas.microsoft.com/office/drawing/2014/main" id="{050FBBEE-1291-2887-0980-C798BA8B653D}"/>
                </a:ext>
              </a:extLst>
            </p:cNvPr>
            <p:cNvSpPr/>
            <p:nvPr/>
          </p:nvSpPr>
          <p:spPr bwMode="gray">
            <a:xfrm>
              <a:off x="157861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09" name="Forme libre : forme 6008">
              <a:extLst>
                <a:ext uri="{FF2B5EF4-FFF2-40B4-BE49-F238E27FC236}">
                  <a16:creationId xmlns:a16="http://schemas.microsoft.com/office/drawing/2014/main" id="{3FED68AB-D187-1673-C4F9-BEEFAB6ECAA1}"/>
                </a:ext>
              </a:extLst>
            </p:cNvPr>
            <p:cNvSpPr/>
            <p:nvPr/>
          </p:nvSpPr>
          <p:spPr bwMode="gray">
            <a:xfrm>
              <a:off x="152908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0" name="Forme libre : forme 6009">
              <a:extLst>
                <a:ext uri="{FF2B5EF4-FFF2-40B4-BE49-F238E27FC236}">
                  <a16:creationId xmlns:a16="http://schemas.microsoft.com/office/drawing/2014/main" id="{80E5B88E-AEA7-8DFF-E839-829C648D0CDE}"/>
                </a:ext>
              </a:extLst>
            </p:cNvPr>
            <p:cNvSpPr/>
            <p:nvPr/>
          </p:nvSpPr>
          <p:spPr bwMode="gray">
            <a:xfrm>
              <a:off x="148082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1" name="Forme libre : forme 6010">
              <a:extLst>
                <a:ext uri="{FF2B5EF4-FFF2-40B4-BE49-F238E27FC236}">
                  <a16:creationId xmlns:a16="http://schemas.microsoft.com/office/drawing/2014/main" id="{9B3CEB3D-834A-4241-E8C4-0421C3C04D02}"/>
                </a:ext>
              </a:extLst>
            </p:cNvPr>
            <p:cNvSpPr/>
            <p:nvPr/>
          </p:nvSpPr>
          <p:spPr bwMode="gray">
            <a:xfrm>
              <a:off x="143129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2" name="Forme libre : forme 6011">
              <a:extLst>
                <a:ext uri="{FF2B5EF4-FFF2-40B4-BE49-F238E27FC236}">
                  <a16:creationId xmlns:a16="http://schemas.microsoft.com/office/drawing/2014/main" id="{AEA152FB-0B14-A8BE-6C54-B925EBBAD8F4}"/>
                </a:ext>
              </a:extLst>
            </p:cNvPr>
            <p:cNvSpPr/>
            <p:nvPr/>
          </p:nvSpPr>
          <p:spPr bwMode="gray">
            <a:xfrm>
              <a:off x="138176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3" name="Forme libre : forme 6012">
              <a:extLst>
                <a:ext uri="{FF2B5EF4-FFF2-40B4-BE49-F238E27FC236}">
                  <a16:creationId xmlns:a16="http://schemas.microsoft.com/office/drawing/2014/main" id="{D7DF6A05-4942-0983-6746-885DABC79E75}"/>
                </a:ext>
              </a:extLst>
            </p:cNvPr>
            <p:cNvSpPr/>
            <p:nvPr/>
          </p:nvSpPr>
          <p:spPr bwMode="gray">
            <a:xfrm>
              <a:off x="133350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4" name="Forme libre : forme 6013">
              <a:extLst>
                <a:ext uri="{FF2B5EF4-FFF2-40B4-BE49-F238E27FC236}">
                  <a16:creationId xmlns:a16="http://schemas.microsoft.com/office/drawing/2014/main" id="{D855719E-6A7F-82EE-FFD7-6E3630FAE83D}"/>
                </a:ext>
              </a:extLst>
            </p:cNvPr>
            <p:cNvSpPr/>
            <p:nvPr/>
          </p:nvSpPr>
          <p:spPr bwMode="gray">
            <a:xfrm>
              <a:off x="128397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5" name="Forme libre : forme 6014">
              <a:extLst>
                <a:ext uri="{FF2B5EF4-FFF2-40B4-BE49-F238E27FC236}">
                  <a16:creationId xmlns:a16="http://schemas.microsoft.com/office/drawing/2014/main" id="{FFF54157-CA57-C27B-7158-3CA451A0C07D}"/>
                </a:ext>
              </a:extLst>
            </p:cNvPr>
            <p:cNvSpPr/>
            <p:nvPr/>
          </p:nvSpPr>
          <p:spPr bwMode="gray">
            <a:xfrm>
              <a:off x="123571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6" name="Forme libre : forme 6015">
              <a:extLst>
                <a:ext uri="{FF2B5EF4-FFF2-40B4-BE49-F238E27FC236}">
                  <a16:creationId xmlns:a16="http://schemas.microsoft.com/office/drawing/2014/main" id="{049AD8AC-4A7A-69E8-6425-07BE0385329E}"/>
                </a:ext>
              </a:extLst>
            </p:cNvPr>
            <p:cNvSpPr/>
            <p:nvPr/>
          </p:nvSpPr>
          <p:spPr bwMode="gray">
            <a:xfrm>
              <a:off x="118618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7" name="Forme libre : forme 6016">
              <a:extLst>
                <a:ext uri="{FF2B5EF4-FFF2-40B4-BE49-F238E27FC236}">
                  <a16:creationId xmlns:a16="http://schemas.microsoft.com/office/drawing/2014/main" id="{0E874E82-46E9-03DF-DDBA-8417B6A44A89}"/>
                </a:ext>
              </a:extLst>
            </p:cNvPr>
            <p:cNvSpPr/>
            <p:nvPr/>
          </p:nvSpPr>
          <p:spPr bwMode="gray">
            <a:xfrm>
              <a:off x="1136650" y="33159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8" name="Forme libre : forme 6017">
              <a:extLst>
                <a:ext uri="{FF2B5EF4-FFF2-40B4-BE49-F238E27FC236}">
                  <a16:creationId xmlns:a16="http://schemas.microsoft.com/office/drawing/2014/main" id="{CDE0DB38-30E4-16B1-BC4B-68BCBA1F9C8F}"/>
                </a:ext>
              </a:extLst>
            </p:cNvPr>
            <p:cNvSpPr/>
            <p:nvPr/>
          </p:nvSpPr>
          <p:spPr bwMode="gray">
            <a:xfrm>
              <a:off x="6675119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19" name="Forme libre : forme 6018">
              <a:extLst>
                <a:ext uri="{FF2B5EF4-FFF2-40B4-BE49-F238E27FC236}">
                  <a16:creationId xmlns:a16="http://schemas.microsoft.com/office/drawing/2014/main" id="{B907428A-59A5-C45D-071D-9C6A86EE26D5}"/>
                </a:ext>
              </a:extLst>
            </p:cNvPr>
            <p:cNvSpPr/>
            <p:nvPr/>
          </p:nvSpPr>
          <p:spPr bwMode="gray">
            <a:xfrm>
              <a:off x="6626859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0" name="Forme libre : forme 6019">
              <a:extLst>
                <a:ext uri="{FF2B5EF4-FFF2-40B4-BE49-F238E27FC236}">
                  <a16:creationId xmlns:a16="http://schemas.microsoft.com/office/drawing/2014/main" id="{53FDC29A-E79F-41A6-8989-FFF640F94759}"/>
                </a:ext>
              </a:extLst>
            </p:cNvPr>
            <p:cNvSpPr/>
            <p:nvPr/>
          </p:nvSpPr>
          <p:spPr bwMode="gray">
            <a:xfrm>
              <a:off x="657733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1" name="Forme libre : forme 6020">
              <a:extLst>
                <a:ext uri="{FF2B5EF4-FFF2-40B4-BE49-F238E27FC236}">
                  <a16:creationId xmlns:a16="http://schemas.microsoft.com/office/drawing/2014/main" id="{9F3782C0-760E-CFDD-1EE1-D2A8AFC1B398}"/>
                </a:ext>
              </a:extLst>
            </p:cNvPr>
            <p:cNvSpPr/>
            <p:nvPr/>
          </p:nvSpPr>
          <p:spPr bwMode="gray">
            <a:xfrm>
              <a:off x="6529069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2" name="Forme libre : forme 6021">
              <a:extLst>
                <a:ext uri="{FF2B5EF4-FFF2-40B4-BE49-F238E27FC236}">
                  <a16:creationId xmlns:a16="http://schemas.microsoft.com/office/drawing/2014/main" id="{17A3E68F-DB3B-7B53-E243-4B3E0D580029}"/>
                </a:ext>
              </a:extLst>
            </p:cNvPr>
            <p:cNvSpPr/>
            <p:nvPr/>
          </p:nvSpPr>
          <p:spPr bwMode="gray">
            <a:xfrm>
              <a:off x="647954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3" name="Forme libre : forme 6022">
              <a:extLst>
                <a:ext uri="{FF2B5EF4-FFF2-40B4-BE49-F238E27FC236}">
                  <a16:creationId xmlns:a16="http://schemas.microsoft.com/office/drawing/2014/main" id="{A381CAC9-B28E-E868-0A45-6B82E8474D25}"/>
                </a:ext>
              </a:extLst>
            </p:cNvPr>
            <p:cNvSpPr/>
            <p:nvPr/>
          </p:nvSpPr>
          <p:spPr bwMode="gray">
            <a:xfrm>
              <a:off x="64300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4" name="Forme libre : forme 6023">
              <a:extLst>
                <a:ext uri="{FF2B5EF4-FFF2-40B4-BE49-F238E27FC236}">
                  <a16:creationId xmlns:a16="http://schemas.microsoft.com/office/drawing/2014/main" id="{22183229-82A9-DA92-ABCA-129AC201B1EC}"/>
                </a:ext>
              </a:extLst>
            </p:cNvPr>
            <p:cNvSpPr/>
            <p:nvPr/>
          </p:nvSpPr>
          <p:spPr bwMode="gray">
            <a:xfrm>
              <a:off x="63817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5" name="Forme libre : forme 6024">
              <a:extLst>
                <a:ext uri="{FF2B5EF4-FFF2-40B4-BE49-F238E27FC236}">
                  <a16:creationId xmlns:a16="http://schemas.microsoft.com/office/drawing/2014/main" id="{0E1E62C3-CE63-2329-8936-6ABEBB242BA8}"/>
                </a:ext>
              </a:extLst>
            </p:cNvPr>
            <p:cNvSpPr/>
            <p:nvPr/>
          </p:nvSpPr>
          <p:spPr bwMode="gray">
            <a:xfrm>
              <a:off x="63322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6" name="Forme libre : forme 6025">
              <a:extLst>
                <a:ext uri="{FF2B5EF4-FFF2-40B4-BE49-F238E27FC236}">
                  <a16:creationId xmlns:a16="http://schemas.microsoft.com/office/drawing/2014/main" id="{3D538ADC-0383-EFA1-A4B5-EA354EA07003}"/>
                </a:ext>
              </a:extLst>
            </p:cNvPr>
            <p:cNvSpPr/>
            <p:nvPr/>
          </p:nvSpPr>
          <p:spPr bwMode="gray">
            <a:xfrm>
              <a:off x="62839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7" name="Forme libre : forme 6026">
              <a:extLst>
                <a:ext uri="{FF2B5EF4-FFF2-40B4-BE49-F238E27FC236}">
                  <a16:creationId xmlns:a16="http://schemas.microsoft.com/office/drawing/2014/main" id="{54291A93-C583-A89F-7907-A4BBA1BC1E6B}"/>
                </a:ext>
              </a:extLst>
            </p:cNvPr>
            <p:cNvSpPr/>
            <p:nvPr/>
          </p:nvSpPr>
          <p:spPr bwMode="gray">
            <a:xfrm>
              <a:off x="62344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8" name="Forme libre : forme 6027">
              <a:extLst>
                <a:ext uri="{FF2B5EF4-FFF2-40B4-BE49-F238E27FC236}">
                  <a16:creationId xmlns:a16="http://schemas.microsoft.com/office/drawing/2014/main" id="{0A22D771-F07F-8618-D9BF-8C2473BE41F4}"/>
                </a:ext>
              </a:extLst>
            </p:cNvPr>
            <p:cNvSpPr/>
            <p:nvPr/>
          </p:nvSpPr>
          <p:spPr bwMode="gray">
            <a:xfrm>
              <a:off x="61849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29" name="Forme libre : forme 6028">
              <a:extLst>
                <a:ext uri="{FF2B5EF4-FFF2-40B4-BE49-F238E27FC236}">
                  <a16:creationId xmlns:a16="http://schemas.microsoft.com/office/drawing/2014/main" id="{FD0D2341-78C1-52E1-7F97-9C87740E3221}"/>
                </a:ext>
              </a:extLst>
            </p:cNvPr>
            <p:cNvSpPr/>
            <p:nvPr/>
          </p:nvSpPr>
          <p:spPr bwMode="gray">
            <a:xfrm>
              <a:off x="613664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0" name="Forme libre : forme 6029">
              <a:extLst>
                <a:ext uri="{FF2B5EF4-FFF2-40B4-BE49-F238E27FC236}">
                  <a16:creationId xmlns:a16="http://schemas.microsoft.com/office/drawing/2014/main" id="{77F311B0-0890-D77C-5027-75108FF64270}"/>
                </a:ext>
              </a:extLst>
            </p:cNvPr>
            <p:cNvSpPr/>
            <p:nvPr/>
          </p:nvSpPr>
          <p:spPr bwMode="gray">
            <a:xfrm>
              <a:off x="60871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1" name="Forme libre : forme 6030">
              <a:extLst>
                <a:ext uri="{FF2B5EF4-FFF2-40B4-BE49-F238E27FC236}">
                  <a16:creationId xmlns:a16="http://schemas.microsoft.com/office/drawing/2014/main" id="{B3A70DAA-52B9-784E-334F-6B48D5013557}"/>
                </a:ext>
              </a:extLst>
            </p:cNvPr>
            <p:cNvSpPr/>
            <p:nvPr/>
          </p:nvSpPr>
          <p:spPr bwMode="gray">
            <a:xfrm>
              <a:off x="60388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2" name="Forme libre : forme 6031">
              <a:extLst>
                <a:ext uri="{FF2B5EF4-FFF2-40B4-BE49-F238E27FC236}">
                  <a16:creationId xmlns:a16="http://schemas.microsoft.com/office/drawing/2014/main" id="{5635F2B2-99A4-A039-4978-6D74E5B8F170}"/>
                </a:ext>
              </a:extLst>
            </p:cNvPr>
            <p:cNvSpPr/>
            <p:nvPr/>
          </p:nvSpPr>
          <p:spPr bwMode="gray">
            <a:xfrm>
              <a:off x="59893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3" name="Forme libre : forme 6032">
              <a:extLst>
                <a:ext uri="{FF2B5EF4-FFF2-40B4-BE49-F238E27FC236}">
                  <a16:creationId xmlns:a16="http://schemas.microsoft.com/office/drawing/2014/main" id="{BEA8DC36-7011-2AB1-1C33-456C9F15E19B}"/>
                </a:ext>
              </a:extLst>
            </p:cNvPr>
            <p:cNvSpPr/>
            <p:nvPr/>
          </p:nvSpPr>
          <p:spPr bwMode="gray">
            <a:xfrm>
              <a:off x="59410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4" name="Forme libre : forme 6033">
              <a:extLst>
                <a:ext uri="{FF2B5EF4-FFF2-40B4-BE49-F238E27FC236}">
                  <a16:creationId xmlns:a16="http://schemas.microsoft.com/office/drawing/2014/main" id="{88A1B305-B816-F067-3DEB-AC99A830BE5F}"/>
                </a:ext>
              </a:extLst>
            </p:cNvPr>
            <p:cNvSpPr/>
            <p:nvPr/>
          </p:nvSpPr>
          <p:spPr bwMode="gray">
            <a:xfrm>
              <a:off x="58915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5" name="Forme libre : forme 6034">
              <a:extLst>
                <a:ext uri="{FF2B5EF4-FFF2-40B4-BE49-F238E27FC236}">
                  <a16:creationId xmlns:a16="http://schemas.microsoft.com/office/drawing/2014/main" id="{904B79D7-727A-2248-BB3E-8648F218A53D}"/>
                </a:ext>
              </a:extLst>
            </p:cNvPr>
            <p:cNvSpPr/>
            <p:nvPr/>
          </p:nvSpPr>
          <p:spPr bwMode="gray">
            <a:xfrm>
              <a:off x="58420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6" name="Forme libre : forme 6035">
              <a:extLst>
                <a:ext uri="{FF2B5EF4-FFF2-40B4-BE49-F238E27FC236}">
                  <a16:creationId xmlns:a16="http://schemas.microsoft.com/office/drawing/2014/main" id="{7C5C9138-906F-E241-9B51-F3C0609D779F}"/>
                </a:ext>
              </a:extLst>
            </p:cNvPr>
            <p:cNvSpPr/>
            <p:nvPr/>
          </p:nvSpPr>
          <p:spPr bwMode="gray">
            <a:xfrm>
              <a:off x="579374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7" name="Forme libre : forme 6036">
              <a:extLst>
                <a:ext uri="{FF2B5EF4-FFF2-40B4-BE49-F238E27FC236}">
                  <a16:creationId xmlns:a16="http://schemas.microsoft.com/office/drawing/2014/main" id="{4511CCAC-DD0F-8A2F-6ACE-FF80C92DEA22}"/>
                </a:ext>
              </a:extLst>
            </p:cNvPr>
            <p:cNvSpPr/>
            <p:nvPr/>
          </p:nvSpPr>
          <p:spPr bwMode="gray">
            <a:xfrm>
              <a:off x="57442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8" name="Forme libre : forme 6037">
              <a:extLst>
                <a:ext uri="{FF2B5EF4-FFF2-40B4-BE49-F238E27FC236}">
                  <a16:creationId xmlns:a16="http://schemas.microsoft.com/office/drawing/2014/main" id="{C5B3081A-038A-D878-2D3B-13622F87884C}"/>
                </a:ext>
              </a:extLst>
            </p:cNvPr>
            <p:cNvSpPr/>
            <p:nvPr/>
          </p:nvSpPr>
          <p:spPr bwMode="gray">
            <a:xfrm>
              <a:off x="56959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39" name="Forme libre : forme 6038">
              <a:extLst>
                <a:ext uri="{FF2B5EF4-FFF2-40B4-BE49-F238E27FC236}">
                  <a16:creationId xmlns:a16="http://schemas.microsoft.com/office/drawing/2014/main" id="{F7A2CC79-2593-1E1A-9D69-F8AB412F7C10}"/>
                </a:ext>
              </a:extLst>
            </p:cNvPr>
            <p:cNvSpPr/>
            <p:nvPr/>
          </p:nvSpPr>
          <p:spPr bwMode="gray">
            <a:xfrm>
              <a:off x="56464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0" name="Forme libre : forme 6039">
              <a:extLst>
                <a:ext uri="{FF2B5EF4-FFF2-40B4-BE49-F238E27FC236}">
                  <a16:creationId xmlns:a16="http://schemas.microsoft.com/office/drawing/2014/main" id="{FBF5604C-07A0-E10C-78FE-8B13BBF61D3E}"/>
                </a:ext>
              </a:extLst>
            </p:cNvPr>
            <p:cNvSpPr/>
            <p:nvPr/>
          </p:nvSpPr>
          <p:spPr bwMode="gray">
            <a:xfrm>
              <a:off x="55968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1" name="Forme libre : forme 6040">
              <a:extLst>
                <a:ext uri="{FF2B5EF4-FFF2-40B4-BE49-F238E27FC236}">
                  <a16:creationId xmlns:a16="http://schemas.microsoft.com/office/drawing/2014/main" id="{534C44A6-3548-C957-9388-F5A7ADB38763}"/>
                </a:ext>
              </a:extLst>
            </p:cNvPr>
            <p:cNvSpPr/>
            <p:nvPr/>
          </p:nvSpPr>
          <p:spPr bwMode="gray">
            <a:xfrm>
              <a:off x="55486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2" name="Forme libre : forme 6041">
              <a:extLst>
                <a:ext uri="{FF2B5EF4-FFF2-40B4-BE49-F238E27FC236}">
                  <a16:creationId xmlns:a16="http://schemas.microsoft.com/office/drawing/2014/main" id="{D285DF77-9541-379F-9AE1-41F568F2FE26}"/>
                </a:ext>
              </a:extLst>
            </p:cNvPr>
            <p:cNvSpPr/>
            <p:nvPr/>
          </p:nvSpPr>
          <p:spPr bwMode="gray">
            <a:xfrm>
              <a:off x="54991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3" name="Forme libre : forme 6042">
              <a:extLst>
                <a:ext uri="{FF2B5EF4-FFF2-40B4-BE49-F238E27FC236}">
                  <a16:creationId xmlns:a16="http://schemas.microsoft.com/office/drawing/2014/main" id="{91E8DCE9-F982-928C-E81B-75CF59A89CD0}"/>
                </a:ext>
              </a:extLst>
            </p:cNvPr>
            <p:cNvSpPr/>
            <p:nvPr/>
          </p:nvSpPr>
          <p:spPr bwMode="gray">
            <a:xfrm>
              <a:off x="545084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4" name="Forme libre : forme 6043">
              <a:extLst>
                <a:ext uri="{FF2B5EF4-FFF2-40B4-BE49-F238E27FC236}">
                  <a16:creationId xmlns:a16="http://schemas.microsoft.com/office/drawing/2014/main" id="{3D351270-C2F6-5B9A-4297-55F79F5D8EFC}"/>
                </a:ext>
              </a:extLst>
            </p:cNvPr>
            <p:cNvSpPr/>
            <p:nvPr/>
          </p:nvSpPr>
          <p:spPr bwMode="gray">
            <a:xfrm>
              <a:off x="54013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5" name="Forme libre : forme 6044">
              <a:extLst>
                <a:ext uri="{FF2B5EF4-FFF2-40B4-BE49-F238E27FC236}">
                  <a16:creationId xmlns:a16="http://schemas.microsoft.com/office/drawing/2014/main" id="{042EDD8A-78EB-E3C5-F635-C517240886A5}"/>
                </a:ext>
              </a:extLst>
            </p:cNvPr>
            <p:cNvSpPr/>
            <p:nvPr/>
          </p:nvSpPr>
          <p:spPr bwMode="gray">
            <a:xfrm>
              <a:off x="53517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6" name="Forme libre : forme 6045">
              <a:extLst>
                <a:ext uri="{FF2B5EF4-FFF2-40B4-BE49-F238E27FC236}">
                  <a16:creationId xmlns:a16="http://schemas.microsoft.com/office/drawing/2014/main" id="{8BFE3FBE-6E70-CBEB-BF3B-3EF784176BDB}"/>
                </a:ext>
              </a:extLst>
            </p:cNvPr>
            <p:cNvSpPr/>
            <p:nvPr/>
          </p:nvSpPr>
          <p:spPr bwMode="gray">
            <a:xfrm>
              <a:off x="53035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7" name="Forme libre : forme 6046">
              <a:extLst>
                <a:ext uri="{FF2B5EF4-FFF2-40B4-BE49-F238E27FC236}">
                  <a16:creationId xmlns:a16="http://schemas.microsoft.com/office/drawing/2014/main" id="{98AFDDFF-A396-021F-C3FA-39D3B0B16F4A}"/>
                </a:ext>
              </a:extLst>
            </p:cNvPr>
            <p:cNvSpPr/>
            <p:nvPr/>
          </p:nvSpPr>
          <p:spPr bwMode="gray">
            <a:xfrm>
              <a:off x="52539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8" name="Forme libre : forme 6047">
              <a:extLst>
                <a:ext uri="{FF2B5EF4-FFF2-40B4-BE49-F238E27FC236}">
                  <a16:creationId xmlns:a16="http://schemas.microsoft.com/office/drawing/2014/main" id="{649B1F15-A152-95BC-65F5-6EB622DD15EF}"/>
                </a:ext>
              </a:extLst>
            </p:cNvPr>
            <p:cNvSpPr/>
            <p:nvPr/>
          </p:nvSpPr>
          <p:spPr bwMode="gray">
            <a:xfrm>
              <a:off x="52057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49" name="Forme libre : forme 6048">
              <a:extLst>
                <a:ext uri="{FF2B5EF4-FFF2-40B4-BE49-F238E27FC236}">
                  <a16:creationId xmlns:a16="http://schemas.microsoft.com/office/drawing/2014/main" id="{A557A9D8-597E-FE8E-C951-C1CC3150EEB7}"/>
                </a:ext>
              </a:extLst>
            </p:cNvPr>
            <p:cNvSpPr/>
            <p:nvPr/>
          </p:nvSpPr>
          <p:spPr bwMode="gray">
            <a:xfrm>
              <a:off x="51562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0" name="Forme libre : forme 6049">
              <a:extLst>
                <a:ext uri="{FF2B5EF4-FFF2-40B4-BE49-F238E27FC236}">
                  <a16:creationId xmlns:a16="http://schemas.microsoft.com/office/drawing/2014/main" id="{75547A85-43B0-2F64-CFC1-2E9FD22C878A}"/>
                </a:ext>
              </a:extLst>
            </p:cNvPr>
            <p:cNvSpPr/>
            <p:nvPr/>
          </p:nvSpPr>
          <p:spPr bwMode="gray">
            <a:xfrm>
              <a:off x="51066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1" name="Forme libre : forme 6050">
              <a:extLst>
                <a:ext uri="{FF2B5EF4-FFF2-40B4-BE49-F238E27FC236}">
                  <a16:creationId xmlns:a16="http://schemas.microsoft.com/office/drawing/2014/main" id="{511CCD54-6443-6C18-F352-5D9920DEF768}"/>
                </a:ext>
              </a:extLst>
            </p:cNvPr>
            <p:cNvSpPr/>
            <p:nvPr/>
          </p:nvSpPr>
          <p:spPr bwMode="gray">
            <a:xfrm>
              <a:off x="50584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2" name="Forme libre : forme 6051">
              <a:extLst>
                <a:ext uri="{FF2B5EF4-FFF2-40B4-BE49-F238E27FC236}">
                  <a16:creationId xmlns:a16="http://schemas.microsoft.com/office/drawing/2014/main" id="{1C20DED1-9D0A-3594-78C7-7C85BB890D7F}"/>
                </a:ext>
              </a:extLst>
            </p:cNvPr>
            <p:cNvSpPr/>
            <p:nvPr/>
          </p:nvSpPr>
          <p:spPr bwMode="gray">
            <a:xfrm>
              <a:off x="50088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3" name="Forme libre : forme 6052">
              <a:extLst>
                <a:ext uri="{FF2B5EF4-FFF2-40B4-BE49-F238E27FC236}">
                  <a16:creationId xmlns:a16="http://schemas.microsoft.com/office/drawing/2014/main" id="{ED44B0C5-3568-66B5-9DDB-8A34DCACA305}"/>
                </a:ext>
              </a:extLst>
            </p:cNvPr>
            <p:cNvSpPr/>
            <p:nvPr/>
          </p:nvSpPr>
          <p:spPr bwMode="gray">
            <a:xfrm>
              <a:off x="49606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4" name="Forme libre : forme 6053">
              <a:extLst>
                <a:ext uri="{FF2B5EF4-FFF2-40B4-BE49-F238E27FC236}">
                  <a16:creationId xmlns:a16="http://schemas.microsoft.com/office/drawing/2014/main" id="{007EBC77-A7B4-429C-058E-92EAB6CDF4B4}"/>
                </a:ext>
              </a:extLst>
            </p:cNvPr>
            <p:cNvSpPr/>
            <p:nvPr/>
          </p:nvSpPr>
          <p:spPr bwMode="gray">
            <a:xfrm>
              <a:off x="49110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5" name="Forme libre : forme 6054">
              <a:extLst>
                <a:ext uri="{FF2B5EF4-FFF2-40B4-BE49-F238E27FC236}">
                  <a16:creationId xmlns:a16="http://schemas.microsoft.com/office/drawing/2014/main" id="{9A224939-5222-CF21-234F-A5BACC3B0BBD}"/>
                </a:ext>
              </a:extLst>
            </p:cNvPr>
            <p:cNvSpPr/>
            <p:nvPr/>
          </p:nvSpPr>
          <p:spPr bwMode="gray">
            <a:xfrm>
              <a:off x="48615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6" name="Forme libre : forme 6055">
              <a:extLst>
                <a:ext uri="{FF2B5EF4-FFF2-40B4-BE49-F238E27FC236}">
                  <a16:creationId xmlns:a16="http://schemas.microsoft.com/office/drawing/2014/main" id="{B3C51041-FDB0-91E0-1CD4-B66DD13FEEE1}"/>
                </a:ext>
              </a:extLst>
            </p:cNvPr>
            <p:cNvSpPr/>
            <p:nvPr/>
          </p:nvSpPr>
          <p:spPr bwMode="gray">
            <a:xfrm>
              <a:off x="48133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7" name="Forme libre : forme 6056">
              <a:extLst>
                <a:ext uri="{FF2B5EF4-FFF2-40B4-BE49-F238E27FC236}">
                  <a16:creationId xmlns:a16="http://schemas.microsoft.com/office/drawing/2014/main" id="{E28DF24B-1123-4777-9E7A-C62DB6BE40F9}"/>
                </a:ext>
              </a:extLst>
            </p:cNvPr>
            <p:cNvSpPr/>
            <p:nvPr/>
          </p:nvSpPr>
          <p:spPr bwMode="gray">
            <a:xfrm>
              <a:off x="47637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8" name="Forme libre : forme 6057">
              <a:extLst>
                <a:ext uri="{FF2B5EF4-FFF2-40B4-BE49-F238E27FC236}">
                  <a16:creationId xmlns:a16="http://schemas.microsoft.com/office/drawing/2014/main" id="{0608944B-DDD7-9721-EA44-4C9B198E9182}"/>
                </a:ext>
              </a:extLst>
            </p:cNvPr>
            <p:cNvSpPr/>
            <p:nvPr/>
          </p:nvSpPr>
          <p:spPr bwMode="gray">
            <a:xfrm>
              <a:off x="47155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59" name="Forme libre : forme 6058">
              <a:extLst>
                <a:ext uri="{FF2B5EF4-FFF2-40B4-BE49-F238E27FC236}">
                  <a16:creationId xmlns:a16="http://schemas.microsoft.com/office/drawing/2014/main" id="{D68B0009-723A-D654-221D-3447D8F11344}"/>
                </a:ext>
              </a:extLst>
            </p:cNvPr>
            <p:cNvSpPr/>
            <p:nvPr/>
          </p:nvSpPr>
          <p:spPr bwMode="gray">
            <a:xfrm>
              <a:off x="46659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0" name="Forme libre : forme 6059">
              <a:extLst>
                <a:ext uri="{FF2B5EF4-FFF2-40B4-BE49-F238E27FC236}">
                  <a16:creationId xmlns:a16="http://schemas.microsoft.com/office/drawing/2014/main" id="{5D9C7A47-D8B1-6BC9-7492-CEF77C79DD03}"/>
                </a:ext>
              </a:extLst>
            </p:cNvPr>
            <p:cNvSpPr/>
            <p:nvPr/>
          </p:nvSpPr>
          <p:spPr bwMode="gray">
            <a:xfrm>
              <a:off x="46177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1" name="Forme libre : forme 6060">
              <a:extLst>
                <a:ext uri="{FF2B5EF4-FFF2-40B4-BE49-F238E27FC236}">
                  <a16:creationId xmlns:a16="http://schemas.microsoft.com/office/drawing/2014/main" id="{352DDF58-B87D-C1A1-0EC9-128083DC76D2}"/>
                </a:ext>
              </a:extLst>
            </p:cNvPr>
            <p:cNvSpPr/>
            <p:nvPr/>
          </p:nvSpPr>
          <p:spPr bwMode="gray">
            <a:xfrm>
              <a:off x="45681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2" name="Forme libre : forme 6061">
              <a:extLst>
                <a:ext uri="{FF2B5EF4-FFF2-40B4-BE49-F238E27FC236}">
                  <a16:creationId xmlns:a16="http://schemas.microsoft.com/office/drawing/2014/main" id="{F61CB4E6-3211-9FF5-5499-01BB92C911E8}"/>
                </a:ext>
              </a:extLst>
            </p:cNvPr>
            <p:cNvSpPr/>
            <p:nvPr/>
          </p:nvSpPr>
          <p:spPr bwMode="gray">
            <a:xfrm>
              <a:off x="45186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3" name="Forme libre : forme 6062">
              <a:extLst>
                <a:ext uri="{FF2B5EF4-FFF2-40B4-BE49-F238E27FC236}">
                  <a16:creationId xmlns:a16="http://schemas.microsoft.com/office/drawing/2014/main" id="{741374B9-3A95-108F-0964-DA6C0925BE95}"/>
                </a:ext>
              </a:extLst>
            </p:cNvPr>
            <p:cNvSpPr/>
            <p:nvPr/>
          </p:nvSpPr>
          <p:spPr bwMode="gray">
            <a:xfrm>
              <a:off x="44704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4" name="Forme libre : forme 6063">
              <a:extLst>
                <a:ext uri="{FF2B5EF4-FFF2-40B4-BE49-F238E27FC236}">
                  <a16:creationId xmlns:a16="http://schemas.microsoft.com/office/drawing/2014/main" id="{29CE84F8-DBFC-2F2B-41DC-682F51FBF0E3}"/>
                </a:ext>
              </a:extLst>
            </p:cNvPr>
            <p:cNvSpPr/>
            <p:nvPr/>
          </p:nvSpPr>
          <p:spPr bwMode="gray">
            <a:xfrm>
              <a:off x="44208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5" name="Forme libre : forme 6064">
              <a:extLst>
                <a:ext uri="{FF2B5EF4-FFF2-40B4-BE49-F238E27FC236}">
                  <a16:creationId xmlns:a16="http://schemas.microsoft.com/office/drawing/2014/main" id="{F020AF6B-260F-86B1-00F5-538C7E9A7921}"/>
                </a:ext>
              </a:extLst>
            </p:cNvPr>
            <p:cNvSpPr/>
            <p:nvPr/>
          </p:nvSpPr>
          <p:spPr bwMode="gray">
            <a:xfrm>
              <a:off x="43726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6" name="Forme libre : forme 6065">
              <a:extLst>
                <a:ext uri="{FF2B5EF4-FFF2-40B4-BE49-F238E27FC236}">
                  <a16:creationId xmlns:a16="http://schemas.microsoft.com/office/drawing/2014/main" id="{7A9EC3C4-03D5-31BA-F9B0-2B762E572D38}"/>
                </a:ext>
              </a:extLst>
            </p:cNvPr>
            <p:cNvSpPr/>
            <p:nvPr/>
          </p:nvSpPr>
          <p:spPr bwMode="gray">
            <a:xfrm>
              <a:off x="43230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7" name="Forme libre : forme 6066">
              <a:extLst>
                <a:ext uri="{FF2B5EF4-FFF2-40B4-BE49-F238E27FC236}">
                  <a16:creationId xmlns:a16="http://schemas.microsoft.com/office/drawing/2014/main" id="{F1911108-77E5-BF21-2BC0-66C6411032EA}"/>
                </a:ext>
              </a:extLst>
            </p:cNvPr>
            <p:cNvSpPr/>
            <p:nvPr/>
          </p:nvSpPr>
          <p:spPr bwMode="gray">
            <a:xfrm>
              <a:off x="42735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8" name="Forme libre : forme 6067">
              <a:extLst>
                <a:ext uri="{FF2B5EF4-FFF2-40B4-BE49-F238E27FC236}">
                  <a16:creationId xmlns:a16="http://schemas.microsoft.com/office/drawing/2014/main" id="{F8B76FDC-2F44-1B86-3E23-D7591EE68DA5}"/>
                </a:ext>
              </a:extLst>
            </p:cNvPr>
            <p:cNvSpPr/>
            <p:nvPr/>
          </p:nvSpPr>
          <p:spPr bwMode="gray">
            <a:xfrm>
              <a:off x="42252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69" name="Forme libre : forme 6068">
              <a:extLst>
                <a:ext uri="{FF2B5EF4-FFF2-40B4-BE49-F238E27FC236}">
                  <a16:creationId xmlns:a16="http://schemas.microsoft.com/office/drawing/2014/main" id="{020D1553-DF86-D839-3970-8E91A8C17F89}"/>
                </a:ext>
              </a:extLst>
            </p:cNvPr>
            <p:cNvSpPr/>
            <p:nvPr/>
          </p:nvSpPr>
          <p:spPr bwMode="gray">
            <a:xfrm>
              <a:off x="41757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0" name="Forme libre : forme 6069">
              <a:extLst>
                <a:ext uri="{FF2B5EF4-FFF2-40B4-BE49-F238E27FC236}">
                  <a16:creationId xmlns:a16="http://schemas.microsoft.com/office/drawing/2014/main" id="{03365166-8C48-19F6-955E-A2236683B326}"/>
                </a:ext>
              </a:extLst>
            </p:cNvPr>
            <p:cNvSpPr/>
            <p:nvPr/>
          </p:nvSpPr>
          <p:spPr bwMode="gray">
            <a:xfrm>
              <a:off x="41275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1" name="Forme libre : forme 6070">
              <a:extLst>
                <a:ext uri="{FF2B5EF4-FFF2-40B4-BE49-F238E27FC236}">
                  <a16:creationId xmlns:a16="http://schemas.microsoft.com/office/drawing/2014/main" id="{E6FC41CA-B1CD-6713-4293-9E9BBD04EF7F}"/>
                </a:ext>
              </a:extLst>
            </p:cNvPr>
            <p:cNvSpPr/>
            <p:nvPr/>
          </p:nvSpPr>
          <p:spPr bwMode="gray">
            <a:xfrm>
              <a:off x="40779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2" name="Forme libre : forme 6071">
              <a:extLst>
                <a:ext uri="{FF2B5EF4-FFF2-40B4-BE49-F238E27FC236}">
                  <a16:creationId xmlns:a16="http://schemas.microsoft.com/office/drawing/2014/main" id="{9420D871-A758-0679-99D4-C34A8F7D1FDA}"/>
                </a:ext>
              </a:extLst>
            </p:cNvPr>
            <p:cNvSpPr/>
            <p:nvPr/>
          </p:nvSpPr>
          <p:spPr bwMode="gray">
            <a:xfrm>
              <a:off x="402844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3" name="Forme libre : forme 6072">
              <a:extLst>
                <a:ext uri="{FF2B5EF4-FFF2-40B4-BE49-F238E27FC236}">
                  <a16:creationId xmlns:a16="http://schemas.microsoft.com/office/drawing/2014/main" id="{5362F592-14BF-F195-C46F-498AD0283C2D}"/>
                </a:ext>
              </a:extLst>
            </p:cNvPr>
            <p:cNvSpPr/>
            <p:nvPr/>
          </p:nvSpPr>
          <p:spPr bwMode="gray">
            <a:xfrm>
              <a:off x="39801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4" name="Forme libre : forme 6073">
              <a:extLst>
                <a:ext uri="{FF2B5EF4-FFF2-40B4-BE49-F238E27FC236}">
                  <a16:creationId xmlns:a16="http://schemas.microsoft.com/office/drawing/2014/main" id="{5AD28ACD-6D09-7924-3AFE-A6547FD90AAB}"/>
                </a:ext>
              </a:extLst>
            </p:cNvPr>
            <p:cNvSpPr/>
            <p:nvPr/>
          </p:nvSpPr>
          <p:spPr bwMode="gray">
            <a:xfrm>
              <a:off x="39306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5" name="Forme libre : forme 6074">
              <a:extLst>
                <a:ext uri="{FF2B5EF4-FFF2-40B4-BE49-F238E27FC236}">
                  <a16:creationId xmlns:a16="http://schemas.microsoft.com/office/drawing/2014/main" id="{AD7B3492-EB77-36D5-E780-7E5BE4140384}"/>
                </a:ext>
              </a:extLst>
            </p:cNvPr>
            <p:cNvSpPr/>
            <p:nvPr/>
          </p:nvSpPr>
          <p:spPr bwMode="gray">
            <a:xfrm>
              <a:off x="38823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6" name="Forme libre : forme 6075">
              <a:extLst>
                <a:ext uri="{FF2B5EF4-FFF2-40B4-BE49-F238E27FC236}">
                  <a16:creationId xmlns:a16="http://schemas.microsoft.com/office/drawing/2014/main" id="{7D6BBC16-C226-775C-3327-91B8837E1E37}"/>
                </a:ext>
              </a:extLst>
            </p:cNvPr>
            <p:cNvSpPr/>
            <p:nvPr/>
          </p:nvSpPr>
          <p:spPr bwMode="gray">
            <a:xfrm>
              <a:off x="383286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7" name="Forme libre : forme 6076">
              <a:extLst>
                <a:ext uri="{FF2B5EF4-FFF2-40B4-BE49-F238E27FC236}">
                  <a16:creationId xmlns:a16="http://schemas.microsoft.com/office/drawing/2014/main" id="{8DB5EACA-1FFE-A9B8-0B87-68491468E29D}"/>
                </a:ext>
              </a:extLst>
            </p:cNvPr>
            <p:cNvSpPr/>
            <p:nvPr/>
          </p:nvSpPr>
          <p:spPr bwMode="gray">
            <a:xfrm>
              <a:off x="37833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8" name="Forme libre : forme 6077">
              <a:extLst>
                <a:ext uri="{FF2B5EF4-FFF2-40B4-BE49-F238E27FC236}">
                  <a16:creationId xmlns:a16="http://schemas.microsoft.com/office/drawing/2014/main" id="{6DF6AAED-2AAE-3353-DCB3-EF47DC0F7E74}"/>
                </a:ext>
              </a:extLst>
            </p:cNvPr>
            <p:cNvSpPr/>
            <p:nvPr/>
          </p:nvSpPr>
          <p:spPr bwMode="gray">
            <a:xfrm>
              <a:off x="37350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79" name="Forme libre : forme 6078">
              <a:extLst>
                <a:ext uri="{FF2B5EF4-FFF2-40B4-BE49-F238E27FC236}">
                  <a16:creationId xmlns:a16="http://schemas.microsoft.com/office/drawing/2014/main" id="{F3288796-C938-39F5-6B1B-7C315B3F169E}"/>
                </a:ext>
              </a:extLst>
            </p:cNvPr>
            <p:cNvSpPr/>
            <p:nvPr/>
          </p:nvSpPr>
          <p:spPr bwMode="gray">
            <a:xfrm>
              <a:off x="368554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0" name="Forme libre : forme 6079">
              <a:extLst>
                <a:ext uri="{FF2B5EF4-FFF2-40B4-BE49-F238E27FC236}">
                  <a16:creationId xmlns:a16="http://schemas.microsoft.com/office/drawing/2014/main" id="{77195BCF-6C61-A62A-E091-77178B376F9D}"/>
                </a:ext>
              </a:extLst>
            </p:cNvPr>
            <p:cNvSpPr/>
            <p:nvPr/>
          </p:nvSpPr>
          <p:spPr bwMode="gray">
            <a:xfrm>
              <a:off x="36372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1" name="Forme libre : forme 6080">
              <a:extLst>
                <a:ext uri="{FF2B5EF4-FFF2-40B4-BE49-F238E27FC236}">
                  <a16:creationId xmlns:a16="http://schemas.microsoft.com/office/drawing/2014/main" id="{F34FAA2B-C488-AACA-7D46-09099323B9DA}"/>
                </a:ext>
              </a:extLst>
            </p:cNvPr>
            <p:cNvSpPr/>
            <p:nvPr/>
          </p:nvSpPr>
          <p:spPr bwMode="gray">
            <a:xfrm>
              <a:off x="358775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2" name="Forme libre : forme 6081">
              <a:extLst>
                <a:ext uri="{FF2B5EF4-FFF2-40B4-BE49-F238E27FC236}">
                  <a16:creationId xmlns:a16="http://schemas.microsoft.com/office/drawing/2014/main" id="{95BE183E-9E6A-FE31-2F7C-96826D91B83C}"/>
                </a:ext>
              </a:extLst>
            </p:cNvPr>
            <p:cNvSpPr/>
            <p:nvPr/>
          </p:nvSpPr>
          <p:spPr bwMode="gray">
            <a:xfrm>
              <a:off x="192151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3" name="Forme libre : forme 6082">
              <a:extLst>
                <a:ext uri="{FF2B5EF4-FFF2-40B4-BE49-F238E27FC236}">
                  <a16:creationId xmlns:a16="http://schemas.microsoft.com/office/drawing/2014/main" id="{99A1D7F6-3C8D-B759-562E-DE0F03DBA593}"/>
                </a:ext>
              </a:extLst>
            </p:cNvPr>
            <p:cNvSpPr/>
            <p:nvPr/>
          </p:nvSpPr>
          <p:spPr bwMode="gray">
            <a:xfrm>
              <a:off x="187198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4" name="Forme libre : forme 6083">
              <a:extLst>
                <a:ext uri="{FF2B5EF4-FFF2-40B4-BE49-F238E27FC236}">
                  <a16:creationId xmlns:a16="http://schemas.microsoft.com/office/drawing/2014/main" id="{64490DC4-48EA-6CA3-73B4-4CCCA2919044}"/>
                </a:ext>
              </a:extLst>
            </p:cNvPr>
            <p:cNvSpPr/>
            <p:nvPr/>
          </p:nvSpPr>
          <p:spPr bwMode="gray">
            <a:xfrm>
              <a:off x="182372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5" name="Forme libre : forme 6084">
              <a:extLst>
                <a:ext uri="{FF2B5EF4-FFF2-40B4-BE49-F238E27FC236}">
                  <a16:creationId xmlns:a16="http://schemas.microsoft.com/office/drawing/2014/main" id="{6BA4269F-0B0C-5026-951F-9D448A95EAE2}"/>
                </a:ext>
              </a:extLst>
            </p:cNvPr>
            <p:cNvSpPr/>
            <p:nvPr/>
          </p:nvSpPr>
          <p:spPr bwMode="gray">
            <a:xfrm>
              <a:off x="177419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6" name="Forme libre : forme 6085">
              <a:extLst>
                <a:ext uri="{FF2B5EF4-FFF2-40B4-BE49-F238E27FC236}">
                  <a16:creationId xmlns:a16="http://schemas.microsoft.com/office/drawing/2014/main" id="{3A36980E-F286-4F7E-05E4-756790108CEB}"/>
                </a:ext>
              </a:extLst>
            </p:cNvPr>
            <p:cNvSpPr/>
            <p:nvPr/>
          </p:nvSpPr>
          <p:spPr bwMode="gray">
            <a:xfrm>
              <a:off x="172593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7" name="Forme libre : forme 6086">
              <a:extLst>
                <a:ext uri="{FF2B5EF4-FFF2-40B4-BE49-F238E27FC236}">
                  <a16:creationId xmlns:a16="http://schemas.microsoft.com/office/drawing/2014/main" id="{86612262-8880-D5AD-67A1-A0A6BD36FF50}"/>
                </a:ext>
              </a:extLst>
            </p:cNvPr>
            <p:cNvSpPr/>
            <p:nvPr/>
          </p:nvSpPr>
          <p:spPr bwMode="gray">
            <a:xfrm>
              <a:off x="167640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8" name="Forme libre : forme 6087">
              <a:extLst>
                <a:ext uri="{FF2B5EF4-FFF2-40B4-BE49-F238E27FC236}">
                  <a16:creationId xmlns:a16="http://schemas.microsoft.com/office/drawing/2014/main" id="{BD6766E6-8AB8-F187-6839-6B9595964D7A}"/>
                </a:ext>
              </a:extLst>
            </p:cNvPr>
            <p:cNvSpPr/>
            <p:nvPr/>
          </p:nvSpPr>
          <p:spPr bwMode="gray">
            <a:xfrm>
              <a:off x="1626870" y="32664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89" name="Forme libre : forme 6088">
              <a:extLst>
                <a:ext uri="{FF2B5EF4-FFF2-40B4-BE49-F238E27FC236}">
                  <a16:creationId xmlns:a16="http://schemas.microsoft.com/office/drawing/2014/main" id="{DD5648C8-FF22-DDE5-9F44-75A42F104B2F}"/>
                </a:ext>
              </a:extLst>
            </p:cNvPr>
            <p:cNvSpPr/>
            <p:nvPr/>
          </p:nvSpPr>
          <p:spPr bwMode="gray">
            <a:xfrm>
              <a:off x="157861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0" name="Forme libre : forme 6089">
              <a:extLst>
                <a:ext uri="{FF2B5EF4-FFF2-40B4-BE49-F238E27FC236}">
                  <a16:creationId xmlns:a16="http://schemas.microsoft.com/office/drawing/2014/main" id="{C972C322-A9C7-DD40-6321-1B1804CE13AA}"/>
                </a:ext>
              </a:extLst>
            </p:cNvPr>
            <p:cNvSpPr/>
            <p:nvPr/>
          </p:nvSpPr>
          <p:spPr bwMode="gray">
            <a:xfrm>
              <a:off x="152908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1" name="Forme libre : forme 6090">
              <a:extLst>
                <a:ext uri="{FF2B5EF4-FFF2-40B4-BE49-F238E27FC236}">
                  <a16:creationId xmlns:a16="http://schemas.microsoft.com/office/drawing/2014/main" id="{8254A9FE-D24B-C41E-B7C9-7D6ECE97A052}"/>
                </a:ext>
              </a:extLst>
            </p:cNvPr>
            <p:cNvSpPr/>
            <p:nvPr/>
          </p:nvSpPr>
          <p:spPr bwMode="gray">
            <a:xfrm>
              <a:off x="148082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2" name="Forme libre : forme 6091">
              <a:extLst>
                <a:ext uri="{FF2B5EF4-FFF2-40B4-BE49-F238E27FC236}">
                  <a16:creationId xmlns:a16="http://schemas.microsoft.com/office/drawing/2014/main" id="{077FFD50-6D27-225B-C86B-C9B7122177C0}"/>
                </a:ext>
              </a:extLst>
            </p:cNvPr>
            <p:cNvSpPr/>
            <p:nvPr/>
          </p:nvSpPr>
          <p:spPr bwMode="gray">
            <a:xfrm>
              <a:off x="143129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3" name="Forme libre : forme 6092">
              <a:extLst>
                <a:ext uri="{FF2B5EF4-FFF2-40B4-BE49-F238E27FC236}">
                  <a16:creationId xmlns:a16="http://schemas.microsoft.com/office/drawing/2014/main" id="{65E4B0FA-16A1-23E0-4B61-62332D6AE6DB}"/>
                </a:ext>
              </a:extLst>
            </p:cNvPr>
            <p:cNvSpPr/>
            <p:nvPr/>
          </p:nvSpPr>
          <p:spPr bwMode="gray">
            <a:xfrm>
              <a:off x="138176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4" name="Forme libre : forme 6093">
              <a:extLst>
                <a:ext uri="{FF2B5EF4-FFF2-40B4-BE49-F238E27FC236}">
                  <a16:creationId xmlns:a16="http://schemas.microsoft.com/office/drawing/2014/main" id="{B5A65956-2C8C-5E90-CB19-C48ADBB5BB47}"/>
                </a:ext>
              </a:extLst>
            </p:cNvPr>
            <p:cNvSpPr/>
            <p:nvPr/>
          </p:nvSpPr>
          <p:spPr bwMode="gray">
            <a:xfrm>
              <a:off x="133350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5" name="Forme libre : forme 6094">
              <a:extLst>
                <a:ext uri="{FF2B5EF4-FFF2-40B4-BE49-F238E27FC236}">
                  <a16:creationId xmlns:a16="http://schemas.microsoft.com/office/drawing/2014/main" id="{D57F2A3F-0DE6-06DF-852B-20A1C9614C2C}"/>
                </a:ext>
              </a:extLst>
            </p:cNvPr>
            <p:cNvSpPr/>
            <p:nvPr/>
          </p:nvSpPr>
          <p:spPr bwMode="gray">
            <a:xfrm>
              <a:off x="128397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6" name="Forme libre : forme 6095">
              <a:extLst>
                <a:ext uri="{FF2B5EF4-FFF2-40B4-BE49-F238E27FC236}">
                  <a16:creationId xmlns:a16="http://schemas.microsoft.com/office/drawing/2014/main" id="{50DEE341-3E6D-C52B-45BA-D9FC78BE1EC1}"/>
                </a:ext>
              </a:extLst>
            </p:cNvPr>
            <p:cNvSpPr/>
            <p:nvPr/>
          </p:nvSpPr>
          <p:spPr bwMode="gray">
            <a:xfrm>
              <a:off x="123571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7" name="Forme libre : forme 6096">
              <a:extLst>
                <a:ext uri="{FF2B5EF4-FFF2-40B4-BE49-F238E27FC236}">
                  <a16:creationId xmlns:a16="http://schemas.microsoft.com/office/drawing/2014/main" id="{5A4A9AC3-0799-EAA4-5576-2C9BBE7B5522}"/>
                </a:ext>
              </a:extLst>
            </p:cNvPr>
            <p:cNvSpPr/>
            <p:nvPr/>
          </p:nvSpPr>
          <p:spPr bwMode="gray">
            <a:xfrm>
              <a:off x="118618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8" name="Forme libre : forme 6097">
              <a:extLst>
                <a:ext uri="{FF2B5EF4-FFF2-40B4-BE49-F238E27FC236}">
                  <a16:creationId xmlns:a16="http://schemas.microsoft.com/office/drawing/2014/main" id="{8BABB1BB-8910-3E40-219F-06CC0C3DDD78}"/>
                </a:ext>
              </a:extLst>
            </p:cNvPr>
            <p:cNvSpPr/>
            <p:nvPr/>
          </p:nvSpPr>
          <p:spPr bwMode="gray">
            <a:xfrm>
              <a:off x="1136650" y="32664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99" name="Forme libre : forme 6098">
              <a:extLst>
                <a:ext uri="{FF2B5EF4-FFF2-40B4-BE49-F238E27FC236}">
                  <a16:creationId xmlns:a16="http://schemas.microsoft.com/office/drawing/2014/main" id="{76CD3700-CE5A-3274-3296-FE7B0EB44108}"/>
                </a:ext>
              </a:extLst>
            </p:cNvPr>
            <p:cNvSpPr/>
            <p:nvPr/>
          </p:nvSpPr>
          <p:spPr bwMode="gray">
            <a:xfrm>
              <a:off x="692023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0" name="Forme libre : forme 6099">
              <a:extLst>
                <a:ext uri="{FF2B5EF4-FFF2-40B4-BE49-F238E27FC236}">
                  <a16:creationId xmlns:a16="http://schemas.microsoft.com/office/drawing/2014/main" id="{A08C1BC3-0F63-98D9-ED85-F9C7D13FC335}"/>
                </a:ext>
              </a:extLst>
            </p:cNvPr>
            <p:cNvSpPr/>
            <p:nvPr/>
          </p:nvSpPr>
          <p:spPr bwMode="gray">
            <a:xfrm>
              <a:off x="6871969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1" name="Forme libre : forme 6100">
              <a:extLst>
                <a:ext uri="{FF2B5EF4-FFF2-40B4-BE49-F238E27FC236}">
                  <a16:creationId xmlns:a16="http://schemas.microsoft.com/office/drawing/2014/main" id="{8A0AF90C-E4B6-5941-1376-6741E2D612D0}"/>
                </a:ext>
              </a:extLst>
            </p:cNvPr>
            <p:cNvSpPr/>
            <p:nvPr/>
          </p:nvSpPr>
          <p:spPr bwMode="gray">
            <a:xfrm>
              <a:off x="6675119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2" name="Forme libre : forme 6101">
              <a:extLst>
                <a:ext uri="{FF2B5EF4-FFF2-40B4-BE49-F238E27FC236}">
                  <a16:creationId xmlns:a16="http://schemas.microsoft.com/office/drawing/2014/main" id="{84280FE9-53CA-2AF1-777B-0934E252D75A}"/>
                </a:ext>
              </a:extLst>
            </p:cNvPr>
            <p:cNvSpPr/>
            <p:nvPr/>
          </p:nvSpPr>
          <p:spPr bwMode="gray">
            <a:xfrm>
              <a:off x="6626859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3" name="Forme libre : forme 6102">
              <a:extLst>
                <a:ext uri="{FF2B5EF4-FFF2-40B4-BE49-F238E27FC236}">
                  <a16:creationId xmlns:a16="http://schemas.microsoft.com/office/drawing/2014/main" id="{53F2F6D0-2686-98A7-1377-76D49E9C6E57}"/>
                </a:ext>
              </a:extLst>
            </p:cNvPr>
            <p:cNvSpPr/>
            <p:nvPr/>
          </p:nvSpPr>
          <p:spPr bwMode="gray">
            <a:xfrm>
              <a:off x="657733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4" name="Forme libre : forme 6103">
              <a:extLst>
                <a:ext uri="{FF2B5EF4-FFF2-40B4-BE49-F238E27FC236}">
                  <a16:creationId xmlns:a16="http://schemas.microsoft.com/office/drawing/2014/main" id="{07C611B8-F2A3-FB8B-2B2C-2F42CD454760}"/>
                </a:ext>
              </a:extLst>
            </p:cNvPr>
            <p:cNvSpPr/>
            <p:nvPr/>
          </p:nvSpPr>
          <p:spPr bwMode="gray">
            <a:xfrm>
              <a:off x="6529069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5" name="Forme libre : forme 6104">
              <a:extLst>
                <a:ext uri="{FF2B5EF4-FFF2-40B4-BE49-F238E27FC236}">
                  <a16:creationId xmlns:a16="http://schemas.microsoft.com/office/drawing/2014/main" id="{98F892E4-41CF-DB7E-A800-F7E2FF8647DB}"/>
                </a:ext>
              </a:extLst>
            </p:cNvPr>
            <p:cNvSpPr/>
            <p:nvPr/>
          </p:nvSpPr>
          <p:spPr bwMode="gray">
            <a:xfrm>
              <a:off x="647954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6" name="Forme libre : forme 6105">
              <a:extLst>
                <a:ext uri="{FF2B5EF4-FFF2-40B4-BE49-F238E27FC236}">
                  <a16:creationId xmlns:a16="http://schemas.microsoft.com/office/drawing/2014/main" id="{A66B9303-3F84-B27F-D6D5-F7E14A7F30EA}"/>
                </a:ext>
              </a:extLst>
            </p:cNvPr>
            <p:cNvSpPr/>
            <p:nvPr/>
          </p:nvSpPr>
          <p:spPr bwMode="gray">
            <a:xfrm>
              <a:off x="64300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7" name="Forme libre : forme 6106">
              <a:extLst>
                <a:ext uri="{FF2B5EF4-FFF2-40B4-BE49-F238E27FC236}">
                  <a16:creationId xmlns:a16="http://schemas.microsoft.com/office/drawing/2014/main" id="{835DB000-3705-E0EB-EEFB-BC67C6476AA2}"/>
                </a:ext>
              </a:extLst>
            </p:cNvPr>
            <p:cNvSpPr/>
            <p:nvPr/>
          </p:nvSpPr>
          <p:spPr bwMode="gray">
            <a:xfrm>
              <a:off x="638175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8" name="Forme libre : forme 6107">
              <a:extLst>
                <a:ext uri="{FF2B5EF4-FFF2-40B4-BE49-F238E27FC236}">
                  <a16:creationId xmlns:a16="http://schemas.microsoft.com/office/drawing/2014/main" id="{7775C750-7964-561C-D57F-2C5F1E7139CF}"/>
                </a:ext>
              </a:extLst>
            </p:cNvPr>
            <p:cNvSpPr/>
            <p:nvPr/>
          </p:nvSpPr>
          <p:spPr bwMode="gray">
            <a:xfrm>
              <a:off x="63322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09" name="Forme libre : forme 6108">
              <a:extLst>
                <a:ext uri="{FF2B5EF4-FFF2-40B4-BE49-F238E27FC236}">
                  <a16:creationId xmlns:a16="http://schemas.microsoft.com/office/drawing/2014/main" id="{C290433E-BE93-F0A3-1ABE-C5F5FC51FD2E}"/>
                </a:ext>
              </a:extLst>
            </p:cNvPr>
            <p:cNvSpPr/>
            <p:nvPr/>
          </p:nvSpPr>
          <p:spPr bwMode="gray">
            <a:xfrm>
              <a:off x="628396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0" name="Forme libre : forme 6109">
              <a:extLst>
                <a:ext uri="{FF2B5EF4-FFF2-40B4-BE49-F238E27FC236}">
                  <a16:creationId xmlns:a16="http://schemas.microsoft.com/office/drawing/2014/main" id="{1A51B642-F448-1D28-EF6B-A94AB777F5ED}"/>
                </a:ext>
              </a:extLst>
            </p:cNvPr>
            <p:cNvSpPr/>
            <p:nvPr/>
          </p:nvSpPr>
          <p:spPr bwMode="gray">
            <a:xfrm>
              <a:off x="62344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1" name="Forme libre : forme 6110">
              <a:extLst>
                <a:ext uri="{FF2B5EF4-FFF2-40B4-BE49-F238E27FC236}">
                  <a16:creationId xmlns:a16="http://schemas.microsoft.com/office/drawing/2014/main" id="{7B89DD6A-395E-6DD0-26C1-732EC79711F4}"/>
                </a:ext>
              </a:extLst>
            </p:cNvPr>
            <p:cNvSpPr/>
            <p:nvPr/>
          </p:nvSpPr>
          <p:spPr bwMode="gray">
            <a:xfrm>
              <a:off x="61849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2" name="Forme libre : forme 6111">
              <a:extLst>
                <a:ext uri="{FF2B5EF4-FFF2-40B4-BE49-F238E27FC236}">
                  <a16:creationId xmlns:a16="http://schemas.microsoft.com/office/drawing/2014/main" id="{2DB05BCE-90EC-3BB0-F8F0-10BF4CE5CD22}"/>
                </a:ext>
              </a:extLst>
            </p:cNvPr>
            <p:cNvSpPr/>
            <p:nvPr/>
          </p:nvSpPr>
          <p:spPr bwMode="gray">
            <a:xfrm>
              <a:off x="613664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3" name="Forme libre : forme 6112">
              <a:extLst>
                <a:ext uri="{FF2B5EF4-FFF2-40B4-BE49-F238E27FC236}">
                  <a16:creationId xmlns:a16="http://schemas.microsoft.com/office/drawing/2014/main" id="{A36231F2-DA59-3DAA-AC0E-882819C8951E}"/>
                </a:ext>
              </a:extLst>
            </p:cNvPr>
            <p:cNvSpPr/>
            <p:nvPr/>
          </p:nvSpPr>
          <p:spPr bwMode="gray">
            <a:xfrm>
              <a:off x="60871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4" name="Forme libre : forme 6113">
              <a:extLst>
                <a:ext uri="{FF2B5EF4-FFF2-40B4-BE49-F238E27FC236}">
                  <a16:creationId xmlns:a16="http://schemas.microsoft.com/office/drawing/2014/main" id="{CC6AE099-2687-6A77-FDD2-D9D687D1F15E}"/>
                </a:ext>
              </a:extLst>
            </p:cNvPr>
            <p:cNvSpPr/>
            <p:nvPr/>
          </p:nvSpPr>
          <p:spPr bwMode="gray">
            <a:xfrm>
              <a:off x="603885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5" name="Forme libre : forme 6114">
              <a:extLst>
                <a:ext uri="{FF2B5EF4-FFF2-40B4-BE49-F238E27FC236}">
                  <a16:creationId xmlns:a16="http://schemas.microsoft.com/office/drawing/2014/main" id="{97022C2F-F08A-C25F-63DB-FB1A994136E3}"/>
                </a:ext>
              </a:extLst>
            </p:cNvPr>
            <p:cNvSpPr/>
            <p:nvPr/>
          </p:nvSpPr>
          <p:spPr bwMode="gray">
            <a:xfrm>
              <a:off x="59893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6" name="Forme libre : forme 6115">
              <a:extLst>
                <a:ext uri="{FF2B5EF4-FFF2-40B4-BE49-F238E27FC236}">
                  <a16:creationId xmlns:a16="http://schemas.microsoft.com/office/drawing/2014/main" id="{C740019E-0BA8-AEEA-DFC4-11F0520C16B9}"/>
                </a:ext>
              </a:extLst>
            </p:cNvPr>
            <p:cNvSpPr/>
            <p:nvPr/>
          </p:nvSpPr>
          <p:spPr bwMode="gray">
            <a:xfrm>
              <a:off x="594106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7" name="Forme libre : forme 6116">
              <a:extLst>
                <a:ext uri="{FF2B5EF4-FFF2-40B4-BE49-F238E27FC236}">
                  <a16:creationId xmlns:a16="http://schemas.microsoft.com/office/drawing/2014/main" id="{4A8AB00D-9A38-019F-63D9-5C3DADC5CD13}"/>
                </a:ext>
              </a:extLst>
            </p:cNvPr>
            <p:cNvSpPr/>
            <p:nvPr/>
          </p:nvSpPr>
          <p:spPr bwMode="gray">
            <a:xfrm>
              <a:off x="58915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8" name="Forme libre : forme 6117">
              <a:extLst>
                <a:ext uri="{FF2B5EF4-FFF2-40B4-BE49-F238E27FC236}">
                  <a16:creationId xmlns:a16="http://schemas.microsoft.com/office/drawing/2014/main" id="{6FFF1CED-F089-626E-2090-FD76036612FB}"/>
                </a:ext>
              </a:extLst>
            </p:cNvPr>
            <p:cNvSpPr/>
            <p:nvPr/>
          </p:nvSpPr>
          <p:spPr bwMode="gray">
            <a:xfrm>
              <a:off x="58420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19" name="Forme libre : forme 6118">
              <a:extLst>
                <a:ext uri="{FF2B5EF4-FFF2-40B4-BE49-F238E27FC236}">
                  <a16:creationId xmlns:a16="http://schemas.microsoft.com/office/drawing/2014/main" id="{38F91375-E7CB-4025-2C38-D1607C04D24A}"/>
                </a:ext>
              </a:extLst>
            </p:cNvPr>
            <p:cNvSpPr/>
            <p:nvPr/>
          </p:nvSpPr>
          <p:spPr bwMode="gray">
            <a:xfrm>
              <a:off x="579374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0" name="Forme libre : forme 6119">
              <a:extLst>
                <a:ext uri="{FF2B5EF4-FFF2-40B4-BE49-F238E27FC236}">
                  <a16:creationId xmlns:a16="http://schemas.microsoft.com/office/drawing/2014/main" id="{439A1FA9-9A95-E13A-3C17-C7B682F73D4C}"/>
                </a:ext>
              </a:extLst>
            </p:cNvPr>
            <p:cNvSpPr/>
            <p:nvPr/>
          </p:nvSpPr>
          <p:spPr bwMode="gray">
            <a:xfrm>
              <a:off x="57442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1" name="Forme libre : forme 6120">
              <a:extLst>
                <a:ext uri="{FF2B5EF4-FFF2-40B4-BE49-F238E27FC236}">
                  <a16:creationId xmlns:a16="http://schemas.microsoft.com/office/drawing/2014/main" id="{DBDAF9CC-2F68-BCCD-73B5-693058B3FB0F}"/>
                </a:ext>
              </a:extLst>
            </p:cNvPr>
            <p:cNvSpPr/>
            <p:nvPr/>
          </p:nvSpPr>
          <p:spPr bwMode="gray">
            <a:xfrm>
              <a:off x="569595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2" name="Forme libre : forme 6121">
              <a:extLst>
                <a:ext uri="{FF2B5EF4-FFF2-40B4-BE49-F238E27FC236}">
                  <a16:creationId xmlns:a16="http://schemas.microsoft.com/office/drawing/2014/main" id="{DDFCD9C9-ED60-7B9D-8B50-50068E451AD0}"/>
                </a:ext>
              </a:extLst>
            </p:cNvPr>
            <p:cNvSpPr/>
            <p:nvPr/>
          </p:nvSpPr>
          <p:spPr bwMode="gray">
            <a:xfrm>
              <a:off x="56464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3" name="Forme libre : forme 6122">
              <a:extLst>
                <a:ext uri="{FF2B5EF4-FFF2-40B4-BE49-F238E27FC236}">
                  <a16:creationId xmlns:a16="http://schemas.microsoft.com/office/drawing/2014/main" id="{AC417B11-7B0A-A705-B869-A78AEA00ABAC}"/>
                </a:ext>
              </a:extLst>
            </p:cNvPr>
            <p:cNvSpPr/>
            <p:nvPr/>
          </p:nvSpPr>
          <p:spPr bwMode="gray">
            <a:xfrm>
              <a:off x="55968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4" name="Forme libre : forme 6123">
              <a:extLst>
                <a:ext uri="{FF2B5EF4-FFF2-40B4-BE49-F238E27FC236}">
                  <a16:creationId xmlns:a16="http://schemas.microsoft.com/office/drawing/2014/main" id="{6C163445-3923-0468-0EC7-BECC149BA4CE}"/>
                </a:ext>
              </a:extLst>
            </p:cNvPr>
            <p:cNvSpPr/>
            <p:nvPr/>
          </p:nvSpPr>
          <p:spPr bwMode="gray">
            <a:xfrm>
              <a:off x="55486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5" name="Forme libre : forme 6124">
              <a:extLst>
                <a:ext uri="{FF2B5EF4-FFF2-40B4-BE49-F238E27FC236}">
                  <a16:creationId xmlns:a16="http://schemas.microsoft.com/office/drawing/2014/main" id="{EE45421E-4E42-706F-B489-299D08028813}"/>
                </a:ext>
              </a:extLst>
            </p:cNvPr>
            <p:cNvSpPr/>
            <p:nvPr/>
          </p:nvSpPr>
          <p:spPr bwMode="gray">
            <a:xfrm>
              <a:off x="54991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6" name="Forme libre : forme 6125">
              <a:extLst>
                <a:ext uri="{FF2B5EF4-FFF2-40B4-BE49-F238E27FC236}">
                  <a16:creationId xmlns:a16="http://schemas.microsoft.com/office/drawing/2014/main" id="{8D2C1B01-F3FC-A839-F188-BEA5DA373C9C}"/>
                </a:ext>
              </a:extLst>
            </p:cNvPr>
            <p:cNvSpPr/>
            <p:nvPr/>
          </p:nvSpPr>
          <p:spPr bwMode="gray">
            <a:xfrm>
              <a:off x="545084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7" name="Forme libre : forme 6126">
              <a:extLst>
                <a:ext uri="{FF2B5EF4-FFF2-40B4-BE49-F238E27FC236}">
                  <a16:creationId xmlns:a16="http://schemas.microsoft.com/office/drawing/2014/main" id="{004322AC-6DA2-D25A-9D34-6BC9BCF1DC28}"/>
                </a:ext>
              </a:extLst>
            </p:cNvPr>
            <p:cNvSpPr/>
            <p:nvPr/>
          </p:nvSpPr>
          <p:spPr bwMode="gray">
            <a:xfrm>
              <a:off x="54013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8" name="Forme libre : forme 6127">
              <a:extLst>
                <a:ext uri="{FF2B5EF4-FFF2-40B4-BE49-F238E27FC236}">
                  <a16:creationId xmlns:a16="http://schemas.microsoft.com/office/drawing/2014/main" id="{E8DA53EE-B377-7CFC-8099-4F5F171D6AD5}"/>
                </a:ext>
              </a:extLst>
            </p:cNvPr>
            <p:cNvSpPr/>
            <p:nvPr/>
          </p:nvSpPr>
          <p:spPr bwMode="gray">
            <a:xfrm>
              <a:off x="53517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29" name="Forme libre : forme 6128">
              <a:extLst>
                <a:ext uri="{FF2B5EF4-FFF2-40B4-BE49-F238E27FC236}">
                  <a16:creationId xmlns:a16="http://schemas.microsoft.com/office/drawing/2014/main" id="{B746DB9E-7775-5E21-A30E-73363D1236A2}"/>
                </a:ext>
              </a:extLst>
            </p:cNvPr>
            <p:cNvSpPr/>
            <p:nvPr/>
          </p:nvSpPr>
          <p:spPr bwMode="gray">
            <a:xfrm>
              <a:off x="53035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0" name="Forme libre : forme 6129">
              <a:extLst>
                <a:ext uri="{FF2B5EF4-FFF2-40B4-BE49-F238E27FC236}">
                  <a16:creationId xmlns:a16="http://schemas.microsoft.com/office/drawing/2014/main" id="{874E005C-0B62-063A-0EB3-6BEA713E25B6}"/>
                </a:ext>
              </a:extLst>
            </p:cNvPr>
            <p:cNvSpPr/>
            <p:nvPr/>
          </p:nvSpPr>
          <p:spPr bwMode="gray">
            <a:xfrm>
              <a:off x="52539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1" name="Forme libre : forme 6130">
              <a:extLst>
                <a:ext uri="{FF2B5EF4-FFF2-40B4-BE49-F238E27FC236}">
                  <a16:creationId xmlns:a16="http://schemas.microsoft.com/office/drawing/2014/main" id="{F9B43FE8-55BB-26F2-7B81-97579BC0AABA}"/>
                </a:ext>
              </a:extLst>
            </p:cNvPr>
            <p:cNvSpPr/>
            <p:nvPr/>
          </p:nvSpPr>
          <p:spPr bwMode="gray">
            <a:xfrm>
              <a:off x="52057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2" name="Forme libre : forme 6131">
              <a:extLst>
                <a:ext uri="{FF2B5EF4-FFF2-40B4-BE49-F238E27FC236}">
                  <a16:creationId xmlns:a16="http://schemas.microsoft.com/office/drawing/2014/main" id="{6EDA786A-A20D-55C6-0EE2-2073FD464381}"/>
                </a:ext>
              </a:extLst>
            </p:cNvPr>
            <p:cNvSpPr/>
            <p:nvPr/>
          </p:nvSpPr>
          <p:spPr bwMode="gray">
            <a:xfrm>
              <a:off x="51562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3" name="Forme libre : forme 6132">
              <a:extLst>
                <a:ext uri="{FF2B5EF4-FFF2-40B4-BE49-F238E27FC236}">
                  <a16:creationId xmlns:a16="http://schemas.microsoft.com/office/drawing/2014/main" id="{A3F235B8-54C4-1307-9752-12FB0D29E2E3}"/>
                </a:ext>
              </a:extLst>
            </p:cNvPr>
            <p:cNvSpPr/>
            <p:nvPr/>
          </p:nvSpPr>
          <p:spPr bwMode="gray">
            <a:xfrm>
              <a:off x="51066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4" name="Forme libre : forme 6133">
              <a:extLst>
                <a:ext uri="{FF2B5EF4-FFF2-40B4-BE49-F238E27FC236}">
                  <a16:creationId xmlns:a16="http://schemas.microsoft.com/office/drawing/2014/main" id="{46A25CC8-83D9-AA3D-2114-9F56D73583ED}"/>
                </a:ext>
              </a:extLst>
            </p:cNvPr>
            <p:cNvSpPr/>
            <p:nvPr/>
          </p:nvSpPr>
          <p:spPr bwMode="gray">
            <a:xfrm>
              <a:off x="50584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5" name="Forme libre : forme 6134">
              <a:extLst>
                <a:ext uri="{FF2B5EF4-FFF2-40B4-BE49-F238E27FC236}">
                  <a16:creationId xmlns:a16="http://schemas.microsoft.com/office/drawing/2014/main" id="{089B0E8E-750C-4E91-7F7F-D95DCD0C8AD6}"/>
                </a:ext>
              </a:extLst>
            </p:cNvPr>
            <p:cNvSpPr/>
            <p:nvPr/>
          </p:nvSpPr>
          <p:spPr bwMode="gray">
            <a:xfrm>
              <a:off x="50088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6" name="Forme libre : forme 6135">
              <a:extLst>
                <a:ext uri="{FF2B5EF4-FFF2-40B4-BE49-F238E27FC236}">
                  <a16:creationId xmlns:a16="http://schemas.microsoft.com/office/drawing/2014/main" id="{C23BB581-610A-3167-1C3D-50AED333BF25}"/>
                </a:ext>
              </a:extLst>
            </p:cNvPr>
            <p:cNvSpPr/>
            <p:nvPr/>
          </p:nvSpPr>
          <p:spPr bwMode="gray">
            <a:xfrm>
              <a:off x="49606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7" name="Forme libre : forme 6136">
              <a:extLst>
                <a:ext uri="{FF2B5EF4-FFF2-40B4-BE49-F238E27FC236}">
                  <a16:creationId xmlns:a16="http://schemas.microsoft.com/office/drawing/2014/main" id="{C0AE1441-6467-DD81-6EE0-B8FF4024ED15}"/>
                </a:ext>
              </a:extLst>
            </p:cNvPr>
            <p:cNvSpPr/>
            <p:nvPr/>
          </p:nvSpPr>
          <p:spPr bwMode="gray">
            <a:xfrm>
              <a:off x="49110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8" name="Forme libre : forme 6137">
              <a:extLst>
                <a:ext uri="{FF2B5EF4-FFF2-40B4-BE49-F238E27FC236}">
                  <a16:creationId xmlns:a16="http://schemas.microsoft.com/office/drawing/2014/main" id="{E21601C8-FBE0-0C02-4679-1097F688A1FA}"/>
                </a:ext>
              </a:extLst>
            </p:cNvPr>
            <p:cNvSpPr/>
            <p:nvPr/>
          </p:nvSpPr>
          <p:spPr bwMode="gray">
            <a:xfrm>
              <a:off x="486156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39" name="Forme libre : forme 6138">
              <a:extLst>
                <a:ext uri="{FF2B5EF4-FFF2-40B4-BE49-F238E27FC236}">
                  <a16:creationId xmlns:a16="http://schemas.microsoft.com/office/drawing/2014/main" id="{BCCECA8F-AD4C-A4F2-6208-C9653879B989}"/>
                </a:ext>
              </a:extLst>
            </p:cNvPr>
            <p:cNvSpPr/>
            <p:nvPr/>
          </p:nvSpPr>
          <p:spPr bwMode="gray">
            <a:xfrm>
              <a:off x="48133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0" name="Forme libre : forme 6139">
              <a:extLst>
                <a:ext uri="{FF2B5EF4-FFF2-40B4-BE49-F238E27FC236}">
                  <a16:creationId xmlns:a16="http://schemas.microsoft.com/office/drawing/2014/main" id="{70A6C0FE-689A-4111-6869-9F9D8D89DE2E}"/>
                </a:ext>
              </a:extLst>
            </p:cNvPr>
            <p:cNvSpPr/>
            <p:nvPr/>
          </p:nvSpPr>
          <p:spPr bwMode="gray">
            <a:xfrm>
              <a:off x="47637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1" name="Forme libre : forme 6140">
              <a:extLst>
                <a:ext uri="{FF2B5EF4-FFF2-40B4-BE49-F238E27FC236}">
                  <a16:creationId xmlns:a16="http://schemas.microsoft.com/office/drawing/2014/main" id="{1F2BC165-FAFF-5A4D-6755-B1E7967407CE}"/>
                </a:ext>
              </a:extLst>
            </p:cNvPr>
            <p:cNvSpPr/>
            <p:nvPr/>
          </p:nvSpPr>
          <p:spPr bwMode="gray">
            <a:xfrm>
              <a:off x="47155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2" name="Forme libre : forme 6141">
              <a:extLst>
                <a:ext uri="{FF2B5EF4-FFF2-40B4-BE49-F238E27FC236}">
                  <a16:creationId xmlns:a16="http://schemas.microsoft.com/office/drawing/2014/main" id="{71770A31-A0D8-9C70-5366-C0C9334711A5}"/>
                </a:ext>
              </a:extLst>
            </p:cNvPr>
            <p:cNvSpPr/>
            <p:nvPr/>
          </p:nvSpPr>
          <p:spPr bwMode="gray">
            <a:xfrm>
              <a:off x="46659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3" name="Forme libre : forme 6142">
              <a:extLst>
                <a:ext uri="{FF2B5EF4-FFF2-40B4-BE49-F238E27FC236}">
                  <a16:creationId xmlns:a16="http://schemas.microsoft.com/office/drawing/2014/main" id="{9F1F0824-D95A-CAA8-82DF-9D6006C54116}"/>
                </a:ext>
              </a:extLst>
            </p:cNvPr>
            <p:cNvSpPr/>
            <p:nvPr/>
          </p:nvSpPr>
          <p:spPr bwMode="gray">
            <a:xfrm>
              <a:off x="43726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4" name="Forme libre : forme 6143">
              <a:extLst>
                <a:ext uri="{FF2B5EF4-FFF2-40B4-BE49-F238E27FC236}">
                  <a16:creationId xmlns:a16="http://schemas.microsoft.com/office/drawing/2014/main" id="{BCAD2AAA-005E-BBE4-0661-451C115E0CEF}"/>
                </a:ext>
              </a:extLst>
            </p:cNvPr>
            <p:cNvSpPr/>
            <p:nvPr/>
          </p:nvSpPr>
          <p:spPr bwMode="gray">
            <a:xfrm>
              <a:off x="43230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5" name="Forme libre : forme 6144">
              <a:extLst>
                <a:ext uri="{FF2B5EF4-FFF2-40B4-BE49-F238E27FC236}">
                  <a16:creationId xmlns:a16="http://schemas.microsoft.com/office/drawing/2014/main" id="{4FD43514-A73B-FFBE-C22F-8806448FA5F4}"/>
                </a:ext>
              </a:extLst>
            </p:cNvPr>
            <p:cNvSpPr/>
            <p:nvPr/>
          </p:nvSpPr>
          <p:spPr bwMode="gray">
            <a:xfrm>
              <a:off x="42252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6" name="Forme libre : forme 6145">
              <a:extLst>
                <a:ext uri="{FF2B5EF4-FFF2-40B4-BE49-F238E27FC236}">
                  <a16:creationId xmlns:a16="http://schemas.microsoft.com/office/drawing/2014/main" id="{1ACBB4AD-C1BF-6032-9F77-BB3FEFC13C31}"/>
                </a:ext>
              </a:extLst>
            </p:cNvPr>
            <p:cNvSpPr/>
            <p:nvPr/>
          </p:nvSpPr>
          <p:spPr bwMode="gray">
            <a:xfrm>
              <a:off x="417576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7" name="Forme libre : forme 6146">
              <a:extLst>
                <a:ext uri="{FF2B5EF4-FFF2-40B4-BE49-F238E27FC236}">
                  <a16:creationId xmlns:a16="http://schemas.microsoft.com/office/drawing/2014/main" id="{DCC1B7F3-4F5C-6BFD-E58F-D5D0AEB0FB87}"/>
                </a:ext>
              </a:extLst>
            </p:cNvPr>
            <p:cNvSpPr/>
            <p:nvPr/>
          </p:nvSpPr>
          <p:spPr bwMode="gray">
            <a:xfrm>
              <a:off x="41275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8" name="Forme libre : forme 6147">
              <a:extLst>
                <a:ext uri="{FF2B5EF4-FFF2-40B4-BE49-F238E27FC236}">
                  <a16:creationId xmlns:a16="http://schemas.microsoft.com/office/drawing/2014/main" id="{D21002B6-569C-D0BC-E4CC-A312F6107C17}"/>
                </a:ext>
              </a:extLst>
            </p:cNvPr>
            <p:cNvSpPr/>
            <p:nvPr/>
          </p:nvSpPr>
          <p:spPr bwMode="gray">
            <a:xfrm>
              <a:off x="40779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49" name="Forme libre : forme 6148">
              <a:extLst>
                <a:ext uri="{FF2B5EF4-FFF2-40B4-BE49-F238E27FC236}">
                  <a16:creationId xmlns:a16="http://schemas.microsoft.com/office/drawing/2014/main" id="{2BA70FE9-7DA8-9B44-84F1-EFC400C204C7}"/>
                </a:ext>
              </a:extLst>
            </p:cNvPr>
            <p:cNvSpPr/>
            <p:nvPr/>
          </p:nvSpPr>
          <p:spPr bwMode="gray">
            <a:xfrm>
              <a:off x="402844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0" name="Forme libre : forme 6149">
              <a:extLst>
                <a:ext uri="{FF2B5EF4-FFF2-40B4-BE49-F238E27FC236}">
                  <a16:creationId xmlns:a16="http://schemas.microsoft.com/office/drawing/2014/main" id="{04BBEA0B-EF4C-6821-0C57-96726115EF2A}"/>
                </a:ext>
              </a:extLst>
            </p:cNvPr>
            <p:cNvSpPr/>
            <p:nvPr/>
          </p:nvSpPr>
          <p:spPr bwMode="gray">
            <a:xfrm>
              <a:off x="39801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1" name="Forme libre : forme 6150">
              <a:extLst>
                <a:ext uri="{FF2B5EF4-FFF2-40B4-BE49-F238E27FC236}">
                  <a16:creationId xmlns:a16="http://schemas.microsoft.com/office/drawing/2014/main" id="{C8EF7912-4FEB-E6B4-4232-4E4406A30C99}"/>
                </a:ext>
              </a:extLst>
            </p:cNvPr>
            <p:cNvSpPr/>
            <p:nvPr/>
          </p:nvSpPr>
          <p:spPr bwMode="gray">
            <a:xfrm>
              <a:off x="393065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2" name="Forme libre : forme 6151">
              <a:extLst>
                <a:ext uri="{FF2B5EF4-FFF2-40B4-BE49-F238E27FC236}">
                  <a16:creationId xmlns:a16="http://schemas.microsoft.com/office/drawing/2014/main" id="{DA82E71E-85CF-9363-496A-E3B1C912EEE5}"/>
                </a:ext>
              </a:extLst>
            </p:cNvPr>
            <p:cNvSpPr/>
            <p:nvPr/>
          </p:nvSpPr>
          <p:spPr bwMode="gray">
            <a:xfrm>
              <a:off x="38823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3" name="Forme libre : forme 6152">
              <a:extLst>
                <a:ext uri="{FF2B5EF4-FFF2-40B4-BE49-F238E27FC236}">
                  <a16:creationId xmlns:a16="http://schemas.microsoft.com/office/drawing/2014/main" id="{8A2B9DAF-60BD-2E1D-B70F-50E2CF789EE7}"/>
                </a:ext>
              </a:extLst>
            </p:cNvPr>
            <p:cNvSpPr/>
            <p:nvPr/>
          </p:nvSpPr>
          <p:spPr bwMode="gray">
            <a:xfrm>
              <a:off x="383286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4" name="Forme libre : forme 6153">
              <a:extLst>
                <a:ext uri="{FF2B5EF4-FFF2-40B4-BE49-F238E27FC236}">
                  <a16:creationId xmlns:a16="http://schemas.microsoft.com/office/drawing/2014/main" id="{AC6283D7-0649-6743-852C-5ED1CF23EC72}"/>
                </a:ext>
              </a:extLst>
            </p:cNvPr>
            <p:cNvSpPr/>
            <p:nvPr/>
          </p:nvSpPr>
          <p:spPr bwMode="gray">
            <a:xfrm>
              <a:off x="37833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5" name="Forme libre : forme 6154">
              <a:extLst>
                <a:ext uri="{FF2B5EF4-FFF2-40B4-BE49-F238E27FC236}">
                  <a16:creationId xmlns:a16="http://schemas.microsoft.com/office/drawing/2014/main" id="{97C6B77E-DDB2-97B4-F34F-0C9398FBA298}"/>
                </a:ext>
              </a:extLst>
            </p:cNvPr>
            <p:cNvSpPr/>
            <p:nvPr/>
          </p:nvSpPr>
          <p:spPr bwMode="gray">
            <a:xfrm>
              <a:off x="37350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6" name="Forme libre : forme 6155">
              <a:extLst>
                <a:ext uri="{FF2B5EF4-FFF2-40B4-BE49-F238E27FC236}">
                  <a16:creationId xmlns:a16="http://schemas.microsoft.com/office/drawing/2014/main" id="{BFB58D81-33AE-C2BE-3710-93FBF55F28AD}"/>
                </a:ext>
              </a:extLst>
            </p:cNvPr>
            <p:cNvSpPr/>
            <p:nvPr/>
          </p:nvSpPr>
          <p:spPr bwMode="gray">
            <a:xfrm>
              <a:off x="368554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7" name="Forme libre : forme 6156">
              <a:extLst>
                <a:ext uri="{FF2B5EF4-FFF2-40B4-BE49-F238E27FC236}">
                  <a16:creationId xmlns:a16="http://schemas.microsoft.com/office/drawing/2014/main" id="{4E4F6FB8-949E-1286-8F0E-7383F7AACE2B}"/>
                </a:ext>
              </a:extLst>
            </p:cNvPr>
            <p:cNvSpPr/>
            <p:nvPr/>
          </p:nvSpPr>
          <p:spPr bwMode="gray">
            <a:xfrm>
              <a:off x="36372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8" name="Forme libre : forme 6157">
              <a:extLst>
                <a:ext uri="{FF2B5EF4-FFF2-40B4-BE49-F238E27FC236}">
                  <a16:creationId xmlns:a16="http://schemas.microsoft.com/office/drawing/2014/main" id="{827FC85F-4E54-9590-E97B-ADD1B5E66CC7}"/>
                </a:ext>
              </a:extLst>
            </p:cNvPr>
            <p:cNvSpPr/>
            <p:nvPr/>
          </p:nvSpPr>
          <p:spPr bwMode="gray">
            <a:xfrm>
              <a:off x="19697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59" name="Forme libre : forme 6158">
              <a:extLst>
                <a:ext uri="{FF2B5EF4-FFF2-40B4-BE49-F238E27FC236}">
                  <a16:creationId xmlns:a16="http://schemas.microsoft.com/office/drawing/2014/main" id="{3B2FAF29-B28C-E6FF-30E3-13EFF50AC124}"/>
                </a:ext>
              </a:extLst>
            </p:cNvPr>
            <p:cNvSpPr/>
            <p:nvPr/>
          </p:nvSpPr>
          <p:spPr bwMode="gray">
            <a:xfrm>
              <a:off x="192151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0" name="Forme libre : forme 6159">
              <a:extLst>
                <a:ext uri="{FF2B5EF4-FFF2-40B4-BE49-F238E27FC236}">
                  <a16:creationId xmlns:a16="http://schemas.microsoft.com/office/drawing/2014/main" id="{4E46B16F-120D-14D4-3268-D414D5C22378}"/>
                </a:ext>
              </a:extLst>
            </p:cNvPr>
            <p:cNvSpPr/>
            <p:nvPr/>
          </p:nvSpPr>
          <p:spPr bwMode="gray">
            <a:xfrm>
              <a:off x="187198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1" name="Forme libre : forme 6160">
              <a:extLst>
                <a:ext uri="{FF2B5EF4-FFF2-40B4-BE49-F238E27FC236}">
                  <a16:creationId xmlns:a16="http://schemas.microsoft.com/office/drawing/2014/main" id="{6282D22A-5FA3-9531-1AE0-4F5FA37ED724}"/>
                </a:ext>
              </a:extLst>
            </p:cNvPr>
            <p:cNvSpPr/>
            <p:nvPr/>
          </p:nvSpPr>
          <p:spPr bwMode="gray">
            <a:xfrm>
              <a:off x="182372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2" name="Forme libre : forme 6161">
              <a:extLst>
                <a:ext uri="{FF2B5EF4-FFF2-40B4-BE49-F238E27FC236}">
                  <a16:creationId xmlns:a16="http://schemas.microsoft.com/office/drawing/2014/main" id="{2E76A52D-7383-B730-9759-708EDE1FE67D}"/>
                </a:ext>
              </a:extLst>
            </p:cNvPr>
            <p:cNvSpPr/>
            <p:nvPr/>
          </p:nvSpPr>
          <p:spPr bwMode="gray">
            <a:xfrm>
              <a:off x="177419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3" name="Forme libre : forme 6162">
              <a:extLst>
                <a:ext uri="{FF2B5EF4-FFF2-40B4-BE49-F238E27FC236}">
                  <a16:creationId xmlns:a16="http://schemas.microsoft.com/office/drawing/2014/main" id="{5768F3BB-FD1E-36A6-1864-EB988AA076FB}"/>
                </a:ext>
              </a:extLst>
            </p:cNvPr>
            <p:cNvSpPr/>
            <p:nvPr/>
          </p:nvSpPr>
          <p:spPr bwMode="gray">
            <a:xfrm>
              <a:off x="172593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4" name="Forme libre : forme 6163">
              <a:extLst>
                <a:ext uri="{FF2B5EF4-FFF2-40B4-BE49-F238E27FC236}">
                  <a16:creationId xmlns:a16="http://schemas.microsoft.com/office/drawing/2014/main" id="{8AE8DB23-38C8-71BF-926D-D791101AFF99}"/>
                </a:ext>
              </a:extLst>
            </p:cNvPr>
            <p:cNvSpPr/>
            <p:nvPr/>
          </p:nvSpPr>
          <p:spPr bwMode="gray">
            <a:xfrm>
              <a:off x="167640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5" name="Forme libre : forme 6164">
              <a:extLst>
                <a:ext uri="{FF2B5EF4-FFF2-40B4-BE49-F238E27FC236}">
                  <a16:creationId xmlns:a16="http://schemas.microsoft.com/office/drawing/2014/main" id="{BF2BB61B-5FB3-7B21-1E80-2B5DB713E2E0}"/>
                </a:ext>
              </a:extLst>
            </p:cNvPr>
            <p:cNvSpPr/>
            <p:nvPr/>
          </p:nvSpPr>
          <p:spPr bwMode="gray">
            <a:xfrm>
              <a:off x="1626870" y="32169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6" name="Forme libre : forme 6165">
              <a:extLst>
                <a:ext uri="{FF2B5EF4-FFF2-40B4-BE49-F238E27FC236}">
                  <a16:creationId xmlns:a16="http://schemas.microsoft.com/office/drawing/2014/main" id="{3DDB4B38-A3BC-8514-0A2B-B79AF5E5AA09}"/>
                </a:ext>
              </a:extLst>
            </p:cNvPr>
            <p:cNvSpPr/>
            <p:nvPr/>
          </p:nvSpPr>
          <p:spPr bwMode="gray">
            <a:xfrm>
              <a:off x="157861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7" name="Forme libre : forme 6166">
              <a:extLst>
                <a:ext uri="{FF2B5EF4-FFF2-40B4-BE49-F238E27FC236}">
                  <a16:creationId xmlns:a16="http://schemas.microsoft.com/office/drawing/2014/main" id="{58B871E9-15AC-790E-27C9-36811C25EBD8}"/>
                </a:ext>
              </a:extLst>
            </p:cNvPr>
            <p:cNvSpPr/>
            <p:nvPr/>
          </p:nvSpPr>
          <p:spPr bwMode="gray">
            <a:xfrm>
              <a:off x="152908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8" name="Forme libre : forme 6167">
              <a:extLst>
                <a:ext uri="{FF2B5EF4-FFF2-40B4-BE49-F238E27FC236}">
                  <a16:creationId xmlns:a16="http://schemas.microsoft.com/office/drawing/2014/main" id="{D9A72EBC-D606-EE42-3EDE-64601CE3A4C1}"/>
                </a:ext>
              </a:extLst>
            </p:cNvPr>
            <p:cNvSpPr/>
            <p:nvPr/>
          </p:nvSpPr>
          <p:spPr bwMode="gray">
            <a:xfrm>
              <a:off x="148082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69" name="Forme libre : forme 6168">
              <a:extLst>
                <a:ext uri="{FF2B5EF4-FFF2-40B4-BE49-F238E27FC236}">
                  <a16:creationId xmlns:a16="http://schemas.microsoft.com/office/drawing/2014/main" id="{B42212E9-3F0E-38A8-3AAA-3C4A9BC7E4F7}"/>
                </a:ext>
              </a:extLst>
            </p:cNvPr>
            <p:cNvSpPr/>
            <p:nvPr/>
          </p:nvSpPr>
          <p:spPr bwMode="gray">
            <a:xfrm>
              <a:off x="143129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0" name="Forme libre : forme 6169">
              <a:extLst>
                <a:ext uri="{FF2B5EF4-FFF2-40B4-BE49-F238E27FC236}">
                  <a16:creationId xmlns:a16="http://schemas.microsoft.com/office/drawing/2014/main" id="{EA0EAF84-B479-47F7-48C2-ECED34E221A0}"/>
                </a:ext>
              </a:extLst>
            </p:cNvPr>
            <p:cNvSpPr/>
            <p:nvPr/>
          </p:nvSpPr>
          <p:spPr bwMode="gray">
            <a:xfrm>
              <a:off x="138176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1" name="Forme libre : forme 6170">
              <a:extLst>
                <a:ext uri="{FF2B5EF4-FFF2-40B4-BE49-F238E27FC236}">
                  <a16:creationId xmlns:a16="http://schemas.microsoft.com/office/drawing/2014/main" id="{B3D15E46-8737-B379-F3C1-0F6DCA3B57F0}"/>
                </a:ext>
              </a:extLst>
            </p:cNvPr>
            <p:cNvSpPr/>
            <p:nvPr/>
          </p:nvSpPr>
          <p:spPr bwMode="gray">
            <a:xfrm>
              <a:off x="133350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2" name="Forme libre : forme 6171">
              <a:extLst>
                <a:ext uri="{FF2B5EF4-FFF2-40B4-BE49-F238E27FC236}">
                  <a16:creationId xmlns:a16="http://schemas.microsoft.com/office/drawing/2014/main" id="{5B2916F1-8A9B-542B-28F3-154F0182B0B8}"/>
                </a:ext>
              </a:extLst>
            </p:cNvPr>
            <p:cNvSpPr/>
            <p:nvPr/>
          </p:nvSpPr>
          <p:spPr bwMode="gray">
            <a:xfrm>
              <a:off x="128397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3" name="Forme libre : forme 6172">
              <a:extLst>
                <a:ext uri="{FF2B5EF4-FFF2-40B4-BE49-F238E27FC236}">
                  <a16:creationId xmlns:a16="http://schemas.microsoft.com/office/drawing/2014/main" id="{B77B0BA5-587B-8F08-0172-4216503EBC94}"/>
                </a:ext>
              </a:extLst>
            </p:cNvPr>
            <p:cNvSpPr/>
            <p:nvPr/>
          </p:nvSpPr>
          <p:spPr bwMode="gray">
            <a:xfrm>
              <a:off x="123571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4" name="Forme libre : forme 6173">
              <a:extLst>
                <a:ext uri="{FF2B5EF4-FFF2-40B4-BE49-F238E27FC236}">
                  <a16:creationId xmlns:a16="http://schemas.microsoft.com/office/drawing/2014/main" id="{F6D8E6A7-7BE5-32C4-DCCC-F1FC43A79FF0}"/>
                </a:ext>
              </a:extLst>
            </p:cNvPr>
            <p:cNvSpPr/>
            <p:nvPr/>
          </p:nvSpPr>
          <p:spPr bwMode="gray">
            <a:xfrm>
              <a:off x="118618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5" name="Forme libre : forme 6174">
              <a:extLst>
                <a:ext uri="{FF2B5EF4-FFF2-40B4-BE49-F238E27FC236}">
                  <a16:creationId xmlns:a16="http://schemas.microsoft.com/office/drawing/2014/main" id="{EF1B356B-F80D-CD10-9EAF-E7C03DB2B611}"/>
                </a:ext>
              </a:extLst>
            </p:cNvPr>
            <p:cNvSpPr/>
            <p:nvPr/>
          </p:nvSpPr>
          <p:spPr bwMode="gray">
            <a:xfrm>
              <a:off x="1136650" y="32169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6" name="Forme libre : forme 6175">
              <a:extLst>
                <a:ext uri="{FF2B5EF4-FFF2-40B4-BE49-F238E27FC236}">
                  <a16:creationId xmlns:a16="http://schemas.microsoft.com/office/drawing/2014/main" id="{56236279-0C73-E60A-BEB5-CEBF019375E7}"/>
                </a:ext>
              </a:extLst>
            </p:cNvPr>
            <p:cNvSpPr/>
            <p:nvPr/>
          </p:nvSpPr>
          <p:spPr bwMode="gray">
            <a:xfrm>
              <a:off x="706755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7" name="Forme libre : forme 6176">
              <a:extLst>
                <a:ext uri="{FF2B5EF4-FFF2-40B4-BE49-F238E27FC236}">
                  <a16:creationId xmlns:a16="http://schemas.microsoft.com/office/drawing/2014/main" id="{49EBC747-3182-A2E7-59C2-F94828768502}"/>
                </a:ext>
              </a:extLst>
            </p:cNvPr>
            <p:cNvSpPr/>
            <p:nvPr/>
          </p:nvSpPr>
          <p:spPr bwMode="gray">
            <a:xfrm>
              <a:off x="7019289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8" name="Forme libre : forme 6177">
              <a:extLst>
                <a:ext uri="{FF2B5EF4-FFF2-40B4-BE49-F238E27FC236}">
                  <a16:creationId xmlns:a16="http://schemas.microsoft.com/office/drawing/2014/main" id="{04BB9961-CEF3-B5DB-3D39-47200FB19784}"/>
                </a:ext>
              </a:extLst>
            </p:cNvPr>
            <p:cNvSpPr/>
            <p:nvPr/>
          </p:nvSpPr>
          <p:spPr bwMode="gray">
            <a:xfrm>
              <a:off x="6969759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79" name="Forme libre : forme 6178">
              <a:extLst>
                <a:ext uri="{FF2B5EF4-FFF2-40B4-BE49-F238E27FC236}">
                  <a16:creationId xmlns:a16="http://schemas.microsoft.com/office/drawing/2014/main" id="{F369008C-C085-9507-08F6-E0688363FEE1}"/>
                </a:ext>
              </a:extLst>
            </p:cNvPr>
            <p:cNvSpPr/>
            <p:nvPr/>
          </p:nvSpPr>
          <p:spPr bwMode="gray">
            <a:xfrm>
              <a:off x="692023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0" name="Forme libre : forme 6179">
              <a:extLst>
                <a:ext uri="{FF2B5EF4-FFF2-40B4-BE49-F238E27FC236}">
                  <a16:creationId xmlns:a16="http://schemas.microsoft.com/office/drawing/2014/main" id="{9D60E00A-C457-D02F-CE3C-EF806A45800B}"/>
                </a:ext>
              </a:extLst>
            </p:cNvPr>
            <p:cNvSpPr/>
            <p:nvPr/>
          </p:nvSpPr>
          <p:spPr bwMode="gray">
            <a:xfrm>
              <a:off x="6626859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1" name="Forme libre : forme 6180">
              <a:extLst>
                <a:ext uri="{FF2B5EF4-FFF2-40B4-BE49-F238E27FC236}">
                  <a16:creationId xmlns:a16="http://schemas.microsoft.com/office/drawing/2014/main" id="{B68109FE-1C79-3537-347D-FEFE1BAFB835}"/>
                </a:ext>
              </a:extLst>
            </p:cNvPr>
            <p:cNvSpPr/>
            <p:nvPr/>
          </p:nvSpPr>
          <p:spPr bwMode="gray">
            <a:xfrm>
              <a:off x="657733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2" name="Forme libre : forme 6181">
              <a:extLst>
                <a:ext uri="{FF2B5EF4-FFF2-40B4-BE49-F238E27FC236}">
                  <a16:creationId xmlns:a16="http://schemas.microsoft.com/office/drawing/2014/main" id="{FB262999-3617-56DB-A6DB-B1E1128974B6}"/>
                </a:ext>
              </a:extLst>
            </p:cNvPr>
            <p:cNvSpPr/>
            <p:nvPr/>
          </p:nvSpPr>
          <p:spPr bwMode="gray">
            <a:xfrm>
              <a:off x="6529069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3" name="Forme libre : forme 6182">
              <a:extLst>
                <a:ext uri="{FF2B5EF4-FFF2-40B4-BE49-F238E27FC236}">
                  <a16:creationId xmlns:a16="http://schemas.microsoft.com/office/drawing/2014/main" id="{7AB0848A-89AC-414B-707E-E47157E8A5E9}"/>
                </a:ext>
              </a:extLst>
            </p:cNvPr>
            <p:cNvSpPr/>
            <p:nvPr/>
          </p:nvSpPr>
          <p:spPr bwMode="gray">
            <a:xfrm>
              <a:off x="647954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4" name="Forme libre : forme 6183">
              <a:extLst>
                <a:ext uri="{FF2B5EF4-FFF2-40B4-BE49-F238E27FC236}">
                  <a16:creationId xmlns:a16="http://schemas.microsoft.com/office/drawing/2014/main" id="{D3B1AE40-C2A7-1F39-11E9-24A3860D34CF}"/>
                </a:ext>
              </a:extLst>
            </p:cNvPr>
            <p:cNvSpPr/>
            <p:nvPr/>
          </p:nvSpPr>
          <p:spPr bwMode="gray">
            <a:xfrm>
              <a:off x="64300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5" name="Forme libre : forme 6184">
              <a:extLst>
                <a:ext uri="{FF2B5EF4-FFF2-40B4-BE49-F238E27FC236}">
                  <a16:creationId xmlns:a16="http://schemas.microsoft.com/office/drawing/2014/main" id="{A3D9FD6D-8344-0A19-EEDE-335AE752461B}"/>
                </a:ext>
              </a:extLst>
            </p:cNvPr>
            <p:cNvSpPr/>
            <p:nvPr/>
          </p:nvSpPr>
          <p:spPr bwMode="gray">
            <a:xfrm>
              <a:off x="638175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6" name="Forme libre : forme 6185">
              <a:extLst>
                <a:ext uri="{FF2B5EF4-FFF2-40B4-BE49-F238E27FC236}">
                  <a16:creationId xmlns:a16="http://schemas.microsoft.com/office/drawing/2014/main" id="{806737BD-6C69-B7C5-2BFE-8B5E04C97E93}"/>
                </a:ext>
              </a:extLst>
            </p:cNvPr>
            <p:cNvSpPr/>
            <p:nvPr/>
          </p:nvSpPr>
          <p:spPr bwMode="gray">
            <a:xfrm>
              <a:off x="63322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7" name="Forme libre : forme 6186">
              <a:extLst>
                <a:ext uri="{FF2B5EF4-FFF2-40B4-BE49-F238E27FC236}">
                  <a16:creationId xmlns:a16="http://schemas.microsoft.com/office/drawing/2014/main" id="{7B555ECF-6CB0-2407-BAF7-F4C7E27152F7}"/>
                </a:ext>
              </a:extLst>
            </p:cNvPr>
            <p:cNvSpPr/>
            <p:nvPr/>
          </p:nvSpPr>
          <p:spPr bwMode="gray">
            <a:xfrm>
              <a:off x="628396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8" name="Forme libre : forme 6187">
              <a:extLst>
                <a:ext uri="{FF2B5EF4-FFF2-40B4-BE49-F238E27FC236}">
                  <a16:creationId xmlns:a16="http://schemas.microsoft.com/office/drawing/2014/main" id="{A14E8EFC-086C-F876-7A91-7D4E1137E4C4}"/>
                </a:ext>
              </a:extLst>
            </p:cNvPr>
            <p:cNvSpPr/>
            <p:nvPr/>
          </p:nvSpPr>
          <p:spPr bwMode="gray">
            <a:xfrm>
              <a:off x="62344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89" name="Forme libre : forme 6188">
              <a:extLst>
                <a:ext uri="{FF2B5EF4-FFF2-40B4-BE49-F238E27FC236}">
                  <a16:creationId xmlns:a16="http://schemas.microsoft.com/office/drawing/2014/main" id="{012418AC-EB25-EFA9-7A81-A9BFC3FBEF30}"/>
                </a:ext>
              </a:extLst>
            </p:cNvPr>
            <p:cNvSpPr/>
            <p:nvPr/>
          </p:nvSpPr>
          <p:spPr bwMode="gray">
            <a:xfrm>
              <a:off x="61849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0" name="Forme libre : forme 6189">
              <a:extLst>
                <a:ext uri="{FF2B5EF4-FFF2-40B4-BE49-F238E27FC236}">
                  <a16:creationId xmlns:a16="http://schemas.microsoft.com/office/drawing/2014/main" id="{1280E371-4D2E-FF48-E15F-66365606C452}"/>
                </a:ext>
              </a:extLst>
            </p:cNvPr>
            <p:cNvSpPr/>
            <p:nvPr/>
          </p:nvSpPr>
          <p:spPr bwMode="gray">
            <a:xfrm>
              <a:off x="613664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1" name="Forme libre : forme 6190">
              <a:extLst>
                <a:ext uri="{FF2B5EF4-FFF2-40B4-BE49-F238E27FC236}">
                  <a16:creationId xmlns:a16="http://schemas.microsoft.com/office/drawing/2014/main" id="{6E098395-349B-B92B-44AD-9D3A24CDFD7D}"/>
                </a:ext>
              </a:extLst>
            </p:cNvPr>
            <p:cNvSpPr/>
            <p:nvPr/>
          </p:nvSpPr>
          <p:spPr bwMode="gray">
            <a:xfrm>
              <a:off x="60871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2" name="Forme libre : forme 6191">
              <a:extLst>
                <a:ext uri="{FF2B5EF4-FFF2-40B4-BE49-F238E27FC236}">
                  <a16:creationId xmlns:a16="http://schemas.microsoft.com/office/drawing/2014/main" id="{5D500D71-FA95-4F4B-DCF2-50028AA1B122}"/>
                </a:ext>
              </a:extLst>
            </p:cNvPr>
            <p:cNvSpPr/>
            <p:nvPr/>
          </p:nvSpPr>
          <p:spPr bwMode="gray">
            <a:xfrm>
              <a:off x="603885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3" name="Forme libre : forme 6192">
              <a:extLst>
                <a:ext uri="{FF2B5EF4-FFF2-40B4-BE49-F238E27FC236}">
                  <a16:creationId xmlns:a16="http://schemas.microsoft.com/office/drawing/2014/main" id="{9F989A31-7BA4-EFDD-1FB7-A049C2C384AA}"/>
                </a:ext>
              </a:extLst>
            </p:cNvPr>
            <p:cNvSpPr/>
            <p:nvPr/>
          </p:nvSpPr>
          <p:spPr bwMode="gray">
            <a:xfrm>
              <a:off x="59893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4" name="Forme libre : forme 6193">
              <a:extLst>
                <a:ext uri="{FF2B5EF4-FFF2-40B4-BE49-F238E27FC236}">
                  <a16:creationId xmlns:a16="http://schemas.microsoft.com/office/drawing/2014/main" id="{C7062674-270C-F2E1-D6CD-4FF7C75C9790}"/>
                </a:ext>
              </a:extLst>
            </p:cNvPr>
            <p:cNvSpPr/>
            <p:nvPr/>
          </p:nvSpPr>
          <p:spPr bwMode="gray">
            <a:xfrm>
              <a:off x="594106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5" name="Forme libre : forme 6194">
              <a:extLst>
                <a:ext uri="{FF2B5EF4-FFF2-40B4-BE49-F238E27FC236}">
                  <a16:creationId xmlns:a16="http://schemas.microsoft.com/office/drawing/2014/main" id="{807B2242-7B76-8B63-B37B-EDF5B6BD4181}"/>
                </a:ext>
              </a:extLst>
            </p:cNvPr>
            <p:cNvSpPr/>
            <p:nvPr/>
          </p:nvSpPr>
          <p:spPr bwMode="gray">
            <a:xfrm>
              <a:off x="58915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6" name="Forme libre : forme 6195">
              <a:extLst>
                <a:ext uri="{FF2B5EF4-FFF2-40B4-BE49-F238E27FC236}">
                  <a16:creationId xmlns:a16="http://schemas.microsoft.com/office/drawing/2014/main" id="{8A79E7E0-0A8C-5584-FAC3-B4CC84D9E10D}"/>
                </a:ext>
              </a:extLst>
            </p:cNvPr>
            <p:cNvSpPr/>
            <p:nvPr/>
          </p:nvSpPr>
          <p:spPr bwMode="gray">
            <a:xfrm>
              <a:off x="58420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7" name="Forme libre : forme 6196">
              <a:extLst>
                <a:ext uri="{FF2B5EF4-FFF2-40B4-BE49-F238E27FC236}">
                  <a16:creationId xmlns:a16="http://schemas.microsoft.com/office/drawing/2014/main" id="{E34D3113-C88A-704E-35A3-C30FF826FF44}"/>
                </a:ext>
              </a:extLst>
            </p:cNvPr>
            <p:cNvSpPr/>
            <p:nvPr/>
          </p:nvSpPr>
          <p:spPr bwMode="gray">
            <a:xfrm>
              <a:off x="579374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8" name="Forme libre : forme 6197">
              <a:extLst>
                <a:ext uri="{FF2B5EF4-FFF2-40B4-BE49-F238E27FC236}">
                  <a16:creationId xmlns:a16="http://schemas.microsoft.com/office/drawing/2014/main" id="{0190DB83-4023-9963-8FA3-FEAF7D4C761C}"/>
                </a:ext>
              </a:extLst>
            </p:cNvPr>
            <p:cNvSpPr/>
            <p:nvPr/>
          </p:nvSpPr>
          <p:spPr bwMode="gray">
            <a:xfrm>
              <a:off x="57442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99" name="Forme libre : forme 6198">
              <a:extLst>
                <a:ext uri="{FF2B5EF4-FFF2-40B4-BE49-F238E27FC236}">
                  <a16:creationId xmlns:a16="http://schemas.microsoft.com/office/drawing/2014/main" id="{4452AF2E-75CB-3B41-23D2-5827BF9FE563}"/>
                </a:ext>
              </a:extLst>
            </p:cNvPr>
            <p:cNvSpPr/>
            <p:nvPr/>
          </p:nvSpPr>
          <p:spPr bwMode="gray">
            <a:xfrm>
              <a:off x="569595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0" name="Forme libre : forme 6199">
              <a:extLst>
                <a:ext uri="{FF2B5EF4-FFF2-40B4-BE49-F238E27FC236}">
                  <a16:creationId xmlns:a16="http://schemas.microsoft.com/office/drawing/2014/main" id="{194D0759-F8FD-054B-DF24-CA15C53F7F6E}"/>
                </a:ext>
              </a:extLst>
            </p:cNvPr>
            <p:cNvSpPr/>
            <p:nvPr/>
          </p:nvSpPr>
          <p:spPr bwMode="gray">
            <a:xfrm>
              <a:off x="56464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1" name="Forme libre : forme 6200">
              <a:extLst>
                <a:ext uri="{FF2B5EF4-FFF2-40B4-BE49-F238E27FC236}">
                  <a16:creationId xmlns:a16="http://schemas.microsoft.com/office/drawing/2014/main" id="{EDDC9086-20C2-13A6-062A-C9F1A63AFCA2}"/>
                </a:ext>
              </a:extLst>
            </p:cNvPr>
            <p:cNvSpPr/>
            <p:nvPr/>
          </p:nvSpPr>
          <p:spPr bwMode="gray">
            <a:xfrm>
              <a:off x="559689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2" name="Forme libre : forme 6201">
              <a:extLst>
                <a:ext uri="{FF2B5EF4-FFF2-40B4-BE49-F238E27FC236}">
                  <a16:creationId xmlns:a16="http://schemas.microsoft.com/office/drawing/2014/main" id="{310C6C26-383B-D1CF-1B09-7DDE25DB41F0}"/>
                </a:ext>
              </a:extLst>
            </p:cNvPr>
            <p:cNvSpPr/>
            <p:nvPr/>
          </p:nvSpPr>
          <p:spPr bwMode="gray">
            <a:xfrm>
              <a:off x="55486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3" name="Forme libre : forme 6202">
              <a:extLst>
                <a:ext uri="{FF2B5EF4-FFF2-40B4-BE49-F238E27FC236}">
                  <a16:creationId xmlns:a16="http://schemas.microsoft.com/office/drawing/2014/main" id="{4F713782-7DC4-14CD-9E02-1AAC156F0EA5}"/>
                </a:ext>
              </a:extLst>
            </p:cNvPr>
            <p:cNvSpPr/>
            <p:nvPr/>
          </p:nvSpPr>
          <p:spPr bwMode="gray">
            <a:xfrm>
              <a:off x="54991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4" name="Forme libre : forme 6203">
              <a:extLst>
                <a:ext uri="{FF2B5EF4-FFF2-40B4-BE49-F238E27FC236}">
                  <a16:creationId xmlns:a16="http://schemas.microsoft.com/office/drawing/2014/main" id="{C816CF3C-7F75-7E01-404A-97DFE35962FF}"/>
                </a:ext>
              </a:extLst>
            </p:cNvPr>
            <p:cNvSpPr/>
            <p:nvPr/>
          </p:nvSpPr>
          <p:spPr bwMode="gray">
            <a:xfrm>
              <a:off x="545084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5" name="Forme libre : forme 6204">
              <a:extLst>
                <a:ext uri="{FF2B5EF4-FFF2-40B4-BE49-F238E27FC236}">
                  <a16:creationId xmlns:a16="http://schemas.microsoft.com/office/drawing/2014/main" id="{E627FF0E-B9E5-E9EA-EBD5-1B7A0937A4F0}"/>
                </a:ext>
              </a:extLst>
            </p:cNvPr>
            <p:cNvSpPr/>
            <p:nvPr/>
          </p:nvSpPr>
          <p:spPr bwMode="gray">
            <a:xfrm>
              <a:off x="54013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6" name="Forme libre : forme 6205">
              <a:extLst>
                <a:ext uri="{FF2B5EF4-FFF2-40B4-BE49-F238E27FC236}">
                  <a16:creationId xmlns:a16="http://schemas.microsoft.com/office/drawing/2014/main" id="{416A5F8F-3A43-B8A5-31C4-5FABB86F0BD7}"/>
                </a:ext>
              </a:extLst>
            </p:cNvPr>
            <p:cNvSpPr/>
            <p:nvPr/>
          </p:nvSpPr>
          <p:spPr bwMode="gray">
            <a:xfrm>
              <a:off x="535178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7" name="Forme libre : forme 6206">
              <a:extLst>
                <a:ext uri="{FF2B5EF4-FFF2-40B4-BE49-F238E27FC236}">
                  <a16:creationId xmlns:a16="http://schemas.microsoft.com/office/drawing/2014/main" id="{184F0EE8-179F-7A5E-E6FC-52C01725BCB7}"/>
                </a:ext>
              </a:extLst>
            </p:cNvPr>
            <p:cNvSpPr/>
            <p:nvPr/>
          </p:nvSpPr>
          <p:spPr bwMode="gray">
            <a:xfrm>
              <a:off x="53035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8" name="Forme libre : forme 6207">
              <a:extLst>
                <a:ext uri="{FF2B5EF4-FFF2-40B4-BE49-F238E27FC236}">
                  <a16:creationId xmlns:a16="http://schemas.microsoft.com/office/drawing/2014/main" id="{AAFCBA8D-7D19-A317-51C3-BAD93B784ECA}"/>
                </a:ext>
              </a:extLst>
            </p:cNvPr>
            <p:cNvSpPr/>
            <p:nvPr/>
          </p:nvSpPr>
          <p:spPr bwMode="gray">
            <a:xfrm>
              <a:off x="525399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09" name="Forme libre : forme 6208">
              <a:extLst>
                <a:ext uri="{FF2B5EF4-FFF2-40B4-BE49-F238E27FC236}">
                  <a16:creationId xmlns:a16="http://schemas.microsoft.com/office/drawing/2014/main" id="{6BD4DFA9-8351-4EB0-A955-B4DCC3078467}"/>
                </a:ext>
              </a:extLst>
            </p:cNvPr>
            <p:cNvSpPr/>
            <p:nvPr/>
          </p:nvSpPr>
          <p:spPr bwMode="gray">
            <a:xfrm>
              <a:off x="52057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0" name="Forme libre : forme 6209">
              <a:extLst>
                <a:ext uri="{FF2B5EF4-FFF2-40B4-BE49-F238E27FC236}">
                  <a16:creationId xmlns:a16="http://schemas.microsoft.com/office/drawing/2014/main" id="{C87D9E50-C806-A586-77FD-46DA813B6DC7}"/>
                </a:ext>
              </a:extLst>
            </p:cNvPr>
            <p:cNvSpPr/>
            <p:nvPr/>
          </p:nvSpPr>
          <p:spPr bwMode="gray">
            <a:xfrm>
              <a:off x="51562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1" name="Forme libre : forme 6210">
              <a:extLst>
                <a:ext uri="{FF2B5EF4-FFF2-40B4-BE49-F238E27FC236}">
                  <a16:creationId xmlns:a16="http://schemas.microsoft.com/office/drawing/2014/main" id="{DE66EDDC-056E-5DCA-3D63-2A11BCE252F5}"/>
                </a:ext>
              </a:extLst>
            </p:cNvPr>
            <p:cNvSpPr/>
            <p:nvPr/>
          </p:nvSpPr>
          <p:spPr bwMode="gray">
            <a:xfrm>
              <a:off x="51066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2" name="Forme libre : forme 6211">
              <a:extLst>
                <a:ext uri="{FF2B5EF4-FFF2-40B4-BE49-F238E27FC236}">
                  <a16:creationId xmlns:a16="http://schemas.microsoft.com/office/drawing/2014/main" id="{44902259-4142-FF7C-9EEF-9AC0095E29CD}"/>
                </a:ext>
              </a:extLst>
            </p:cNvPr>
            <p:cNvSpPr/>
            <p:nvPr/>
          </p:nvSpPr>
          <p:spPr bwMode="gray">
            <a:xfrm>
              <a:off x="50584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3" name="Forme libre : forme 6212">
              <a:extLst>
                <a:ext uri="{FF2B5EF4-FFF2-40B4-BE49-F238E27FC236}">
                  <a16:creationId xmlns:a16="http://schemas.microsoft.com/office/drawing/2014/main" id="{BE4E6F8F-29A1-9608-8D5F-6F8AE74EA71C}"/>
                </a:ext>
              </a:extLst>
            </p:cNvPr>
            <p:cNvSpPr/>
            <p:nvPr/>
          </p:nvSpPr>
          <p:spPr bwMode="gray">
            <a:xfrm>
              <a:off x="500888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4" name="Forme libre : forme 6213">
              <a:extLst>
                <a:ext uri="{FF2B5EF4-FFF2-40B4-BE49-F238E27FC236}">
                  <a16:creationId xmlns:a16="http://schemas.microsoft.com/office/drawing/2014/main" id="{B383E90A-44F9-FDEB-9CD8-20746F925EE2}"/>
                </a:ext>
              </a:extLst>
            </p:cNvPr>
            <p:cNvSpPr/>
            <p:nvPr/>
          </p:nvSpPr>
          <p:spPr bwMode="gray">
            <a:xfrm>
              <a:off x="49606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5" name="Forme libre : forme 6214">
              <a:extLst>
                <a:ext uri="{FF2B5EF4-FFF2-40B4-BE49-F238E27FC236}">
                  <a16:creationId xmlns:a16="http://schemas.microsoft.com/office/drawing/2014/main" id="{C1AAF516-75A1-6F88-AADD-652D8D286FFA}"/>
                </a:ext>
              </a:extLst>
            </p:cNvPr>
            <p:cNvSpPr/>
            <p:nvPr/>
          </p:nvSpPr>
          <p:spPr bwMode="gray">
            <a:xfrm>
              <a:off x="491109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6" name="Forme libre : forme 6215">
              <a:extLst>
                <a:ext uri="{FF2B5EF4-FFF2-40B4-BE49-F238E27FC236}">
                  <a16:creationId xmlns:a16="http://schemas.microsoft.com/office/drawing/2014/main" id="{F1237CBC-B188-683F-6701-89F98CA203CC}"/>
                </a:ext>
              </a:extLst>
            </p:cNvPr>
            <p:cNvSpPr/>
            <p:nvPr/>
          </p:nvSpPr>
          <p:spPr bwMode="gray">
            <a:xfrm>
              <a:off x="486156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7" name="Forme libre : forme 6216">
              <a:extLst>
                <a:ext uri="{FF2B5EF4-FFF2-40B4-BE49-F238E27FC236}">
                  <a16:creationId xmlns:a16="http://schemas.microsoft.com/office/drawing/2014/main" id="{674B4D6D-2124-7169-2E36-ABB212498D3B}"/>
                </a:ext>
              </a:extLst>
            </p:cNvPr>
            <p:cNvSpPr/>
            <p:nvPr/>
          </p:nvSpPr>
          <p:spPr bwMode="gray">
            <a:xfrm>
              <a:off x="48133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8" name="Forme libre : forme 6217">
              <a:extLst>
                <a:ext uri="{FF2B5EF4-FFF2-40B4-BE49-F238E27FC236}">
                  <a16:creationId xmlns:a16="http://schemas.microsoft.com/office/drawing/2014/main" id="{9FABB25C-E14A-0CE6-2738-E91D560AFE37}"/>
                </a:ext>
              </a:extLst>
            </p:cNvPr>
            <p:cNvSpPr/>
            <p:nvPr/>
          </p:nvSpPr>
          <p:spPr bwMode="gray">
            <a:xfrm>
              <a:off x="47637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19" name="Forme libre : forme 6218">
              <a:extLst>
                <a:ext uri="{FF2B5EF4-FFF2-40B4-BE49-F238E27FC236}">
                  <a16:creationId xmlns:a16="http://schemas.microsoft.com/office/drawing/2014/main" id="{9DEF952C-C62A-6820-B968-69AB92DE53E1}"/>
                </a:ext>
              </a:extLst>
            </p:cNvPr>
            <p:cNvSpPr/>
            <p:nvPr/>
          </p:nvSpPr>
          <p:spPr bwMode="gray">
            <a:xfrm>
              <a:off x="47155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0" name="Forme libre : forme 6219">
              <a:extLst>
                <a:ext uri="{FF2B5EF4-FFF2-40B4-BE49-F238E27FC236}">
                  <a16:creationId xmlns:a16="http://schemas.microsoft.com/office/drawing/2014/main" id="{9D3B06B8-B7F8-8D4B-14C8-F2396F4125D1}"/>
                </a:ext>
              </a:extLst>
            </p:cNvPr>
            <p:cNvSpPr/>
            <p:nvPr/>
          </p:nvSpPr>
          <p:spPr bwMode="gray">
            <a:xfrm>
              <a:off x="466598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1" name="Forme libre : forme 6220">
              <a:extLst>
                <a:ext uri="{FF2B5EF4-FFF2-40B4-BE49-F238E27FC236}">
                  <a16:creationId xmlns:a16="http://schemas.microsoft.com/office/drawing/2014/main" id="{7A83E3FC-886E-E740-BE42-45A2F9B88B54}"/>
                </a:ext>
              </a:extLst>
            </p:cNvPr>
            <p:cNvSpPr/>
            <p:nvPr/>
          </p:nvSpPr>
          <p:spPr bwMode="gray">
            <a:xfrm>
              <a:off x="40779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2" name="Forme libre : forme 6221">
              <a:extLst>
                <a:ext uri="{FF2B5EF4-FFF2-40B4-BE49-F238E27FC236}">
                  <a16:creationId xmlns:a16="http://schemas.microsoft.com/office/drawing/2014/main" id="{4D96C267-7854-7211-CA76-02BDD0D04D28}"/>
                </a:ext>
              </a:extLst>
            </p:cNvPr>
            <p:cNvSpPr/>
            <p:nvPr/>
          </p:nvSpPr>
          <p:spPr bwMode="gray">
            <a:xfrm>
              <a:off x="402844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3" name="Forme libre : forme 6222">
              <a:extLst>
                <a:ext uri="{FF2B5EF4-FFF2-40B4-BE49-F238E27FC236}">
                  <a16:creationId xmlns:a16="http://schemas.microsoft.com/office/drawing/2014/main" id="{9288578E-9593-02D7-165A-B734E419E53F}"/>
                </a:ext>
              </a:extLst>
            </p:cNvPr>
            <p:cNvSpPr/>
            <p:nvPr/>
          </p:nvSpPr>
          <p:spPr bwMode="gray">
            <a:xfrm>
              <a:off x="398018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4" name="Forme libre : forme 6223">
              <a:extLst>
                <a:ext uri="{FF2B5EF4-FFF2-40B4-BE49-F238E27FC236}">
                  <a16:creationId xmlns:a16="http://schemas.microsoft.com/office/drawing/2014/main" id="{40B3B35D-F51C-73EB-2D14-F090C13D1BCD}"/>
                </a:ext>
              </a:extLst>
            </p:cNvPr>
            <p:cNvSpPr/>
            <p:nvPr/>
          </p:nvSpPr>
          <p:spPr bwMode="gray">
            <a:xfrm>
              <a:off x="393065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5" name="Forme libre : forme 6224">
              <a:extLst>
                <a:ext uri="{FF2B5EF4-FFF2-40B4-BE49-F238E27FC236}">
                  <a16:creationId xmlns:a16="http://schemas.microsoft.com/office/drawing/2014/main" id="{84A47D4B-5AE7-E49C-DF46-CF851753C2DD}"/>
                </a:ext>
              </a:extLst>
            </p:cNvPr>
            <p:cNvSpPr/>
            <p:nvPr/>
          </p:nvSpPr>
          <p:spPr bwMode="gray">
            <a:xfrm>
              <a:off x="388239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6" name="Forme libre : forme 6225">
              <a:extLst>
                <a:ext uri="{FF2B5EF4-FFF2-40B4-BE49-F238E27FC236}">
                  <a16:creationId xmlns:a16="http://schemas.microsoft.com/office/drawing/2014/main" id="{C50D0E55-C01A-6BE2-F5F3-36FCAB6CEBC3}"/>
                </a:ext>
              </a:extLst>
            </p:cNvPr>
            <p:cNvSpPr/>
            <p:nvPr/>
          </p:nvSpPr>
          <p:spPr bwMode="gray">
            <a:xfrm>
              <a:off x="383286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7" name="Forme libre : forme 6226">
              <a:extLst>
                <a:ext uri="{FF2B5EF4-FFF2-40B4-BE49-F238E27FC236}">
                  <a16:creationId xmlns:a16="http://schemas.microsoft.com/office/drawing/2014/main" id="{0C8A0CC4-99BE-56A8-DF32-7D89B37A2454}"/>
                </a:ext>
              </a:extLst>
            </p:cNvPr>
            <p:cNvSpPr/>
            <p:nvPr/>
          </p:nvSpPr>
          <p:spPr bwMode="gray">
            <a:xfrm>
              <a:off x="37833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8" name="Forme libre : forme 6227">
              <a:extLst>
                <a:ext uri="{FF2B5EF4-FFF2-40B4-BE49-F238E27FC236}">
                  <a16:creationId xmlns:a16="http://schemas.microsoft.com/office/drawing/2014/main" id="{2A56B106-CA14-A8FF-ECAE-09F44C1DDB99}"/>
                </a:ext>
              </a:extLst>
            </p:cNvPr>
            <p:cNvSpPr/>
            <p:nvPr/>
          </p:nvSpPr>
          <p:spPr bwMode="gray">
            <a:xfrm>
              <a:off x="37350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29" name="Forme libre : forme 6228">
              <a:extLst>
                <a:ext uri="{FF2B5EF4-FFF2-40B4-BE49-F238E27FC236}">
                  <a16:creationId xmlns:a16="http://schemas.microsoft.com/office/drawing/2014/main" id="{778FEDF4-7C87-FB81-81CC-EB5099CEDEE4}"/>
                </a:ext>
              </a:extLst>
            </p:cNvPr>
            <p:cNvSpPr/>
            <p:nvPr/>
          </p:nvSpPr>
          <p:spPr bwMode="gray">
            <a:xfrm>
              <a:off x="368554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0" name="Forme libre : forme 6229">
              <a:extLst>
                <a:ext uri="{FF2B5EF4-FFF2-40B4-BE49-F238E27FC236}">
                  <a16:creationId xmlns:a16="http://schemas.microsoft.com/office/drawing/2014/main" id="{496DD32A-1AF6-7AFE-0A08-D43E6D34897C}"/>
                </a:ext>
              </a:extLst>
            </p:cNvPr>
            <p:cNvSpPr/>
            <p:nvPr/>
          </p:nvSpPr>
          <p:spPr bwMode="gray">
            <a:xfrm>
              <a:off x="20193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1" name="Forme libre : forme 6230">
              <a:extLst>
                <a:ext uri="{FF2B5EF4-FFF2-40B4-BE49-F238E27FC236}">
                  <a16:creationId xmlns:a16="http://schemas.microsoft.com/office/drawing/2014/main" id="{521F92F4-8644-6AFF-B906-49B5DADFA546}"/>
                </a:ext>
              </a:extLst>
            </p:cNvPr>
            <p:cNvSpPr/>
            <p:nvPr/>
          </p:nvSpPr>
          <p:spPr bwMode="gray">
            <a:xfrm>
              <a:off x="19697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2" name="Forme libre : forme 6231">
              <a:extLst>
                <a:ext uri="{FF2B5EF4-FFF2-40B4-BE49-F238E27FC236}">
                  <a16:creationId xmlns:a16="http://schemas.microsoft.com/office/drawing/2014/main" id="{AABCA94E-051D-A424-F1B3-FDED9A2DF9A6}"/>
                </a:ext>
              </a:extLst>
            </p:cNvPr>
            <p:cNvSpPr/>
            <p:nvPr/>
          </p:nvSpPr>
          <p:spPr bwMode="gray">
            <a:xfrm>
              <a:off x="192151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3" name="Forme libre : forme 6232">
              <a:extLst>
                <a:ext uri="{FF2B5EF4-FFF2-40B4-BE49-F238E27FC236}">
                  <a16:creationId xmlns:a16="http://schemas.microsoft.com/office/drawing/2014/main" id="{4CFA5486-6320-14DB-E7D6-78E5CA27A6C6}"/>
                </a:ext>
              </a:extLst>
            </p:cNvPr>
            <p:cNvSpPr/>
            <p:nvPr/>
          </p:nvSpPr>
          <p:spPr bwMode="gray">
            <a:xfrm>
              <a:off x="187198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4" name="Forme libre : forme 6233">
              <a:extLst>
                <a:ext uri="{FF2B5EF4-FFF2-40B4-BE49-F238E27FC236}">
                  <a16:creationId xmlns:a16="http://schemas.microsoft.com/office/drawing/2014/main" id="{2B201011-C857-2EE3-EC5B-87F903B81378}"/>
                </a:ext>
              </a:extLst>
            </p:cNvPr>
            <p:cNvSpPr/>
            <p:nvPr/>
          </p:nvSpPr>
          <p:spPr bwMode="gray">
            <a:xfrm>
              <a:off x="182372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5" name="Forme libre : forme 6234">
              <a:extLst>
                <a:ext uri="{FF2B5EF4-FFF2-40B4-BE49-F238E27FC236}">
                  <a16:creationId xmlns:a16="http://schemas.microsoft.com/office/drawing/2014/main" id="{5A2F4E89-C18B-047D-545A-729D9FDFF81B}"/>
                </a:ext>
              </a:extLst>
            </p:cNvPr>
            <p:cNvSpPr/>
            <p:nvPr/>
          </p:nvSpPr>
          <p:spPr bwMode="gray">
            <a:xfrm>
              <a:off x="177419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6" name="Forme libre : forme 6235">
              <a:extLst>
                <a:ext uri="{FF2B5EF4-FFF2-40B4-BE49-F238E27FC236}">
                  <a16:creationId xmlns:a16="http://schemas.microsoft.com/office/drawing/2014/main" id="{21EC3C51-C056-CECE-15E1-11637ABF83C9}"/>
                </a:ext>
              </a:extLst>
            </p:cNvPr>
            <p:cNvSpPr/>
            <p:nvPr/>
          </p:nvSpPr>
          <p:spPr bwMode="gray">
            <a:xfrm>
              <a:off x="172593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7" name="Forme libre : forme 6236">
              <a:extLst>
                <a:ext uri="{FF2B5EF4-FFF2-40B4-BE49-F238E27FC236}">
                  <a16:creationId xmlns:a16="http://schemas.microsoft.com/office/drawing/2014/main" id="{D2A100EE-561D-F798-D217-57CDF69D5DBE}"/>
                </a:ext>
              </a:extLst>
            </p:cNvPr>
            <p:cNvSpPr/>
            <p:nvPr/>
          </p:nvSpPr>
          <p:spPr bwMode="gray">
            <a:xfrm>
              <a:off x="167640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8" name="Forme libre : forme 6237">
              <a:extLst>
                <a:ext uri="{FF2B5EF4-FFF2-40B4-BE49-F238E27FC236}">
                  <a16:creationId xmlns:a16="http://schemas.microsoft.com/office/drawing/2014/main" id="{FEF892B1-D2F3-9C34-0844-454600D1D960}"/>
                </a:ext>
              </a:extLst>
            </p:cNvPr>
            <p:cNvSpPr/>
            <p:nvPr/>
          </p:nvSpPr>
          <p:spPr bwMode="gray">
            <a:xfrm>
              <a:off x="1626870" y="31673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39" name="Forme libre : forme 6238">
              <a:extLst>
                <a:ext uri="{FF2B5EF4-FFF2-40B4-BE49-F238E27FC236}">
                  <a16:creationId xmlns:a16="http://schemas.microsoft.com/office/drawing/2014/main" id="{2F74A973-9F4B-ADC3-82E8-5D00C606A4D8}"/>
                </a:ext>
              </a:extLst>
            </p:cNvPr>
            <p:cNvSpPr/>
            <p:nvPr/>
          </p:nvSpPr>
          <p:spPr bwMode="gray">
            <a:xfrm>
              <a:off x="157861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0" name="Forme libre : forme 6239">
              <a:extLst>
                <a:ext uri="{FF2B5EF4-FFF2-40B4-BE49-F238E27FC236}">
                  <a16:creationId xmlns:a16="http://schemas.microsoft.com/office/drawing/2014/main" id="{BF42D665-9B41-4A0E-EF80-C4EDBF20C252}"/>
                </a:ext>
              </a:extLst>
            </p:cNvPr>
            <p:cNvSpPr/>
            <p:nvPr/>
          </p:nvSpPr>
          <p:spPr bwMode="gray">
            <a:xfrm>
              <a:off x="152908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1" name="Forme libre : forme 6240">
              <a:extLst>
                <a:ext uri="{FF2B5EF4-FFF2-40B4-BE49-F238E27FC236}">
                  <a16:creationId xmlns:a16="http://schemas.microsoft.com/office/drawing/2014/main" id="{A3A137E6-2197-614B-9E6C-43039AA6FFBE}"/>
                </a:ext>
              </a:extLst>
            </p:cNvPr>
            <p:cNvSpPr/>
            <p:nvPr/>
          </p:nvSpPr>
          <p:spPr bwMode="gray">
            <a:xfrm>
              <a:off x="148082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2" name="Forme libre : forme 6241">
              <a:extLst>
                <a:ext uri="{FF2B5EF4-FFF2-40B4-BE49-F238E27FC236}">
                  <a16:creationId xmlns:a16="http://schemas.microsoft.com/office/drawing/2014/main" id="{36E1BB6F-25F5-5AE7-1E92-9E94F3D22C22}"/>
                </a:ext>
              </a:extLst>
            </p:cNvPr>
            <p:cNvSpPr/>
            <p:nvPr/>
          </p:nvSpPr>
          <p:spPr bwMode="gray">
            <a:xfrm>
              <a:off x="143129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3" name="Forme libre : forme 6242">
              <a:extLst>
                <a:ext uri="{FF2B5EF4-FFF2-40B4-BE49-F238E27FC236}">
                  <a16:creationId xmlns:a16="http://schemas.microsoft.com/office/drawing/2014/main" id="{56581761-1579-A8CE-4EA7-71990021A86E}"/>
                </a:ext>
              </a:extLst>
            </p:cNvPr>
            <p:cNvSpPr/>
            <p:nvPr/>
          </p:nvSpPr>
          <p:spPr bwMode="gray">
            <a:xfrm>
              <a:off x="138176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4" name="Forme libre : forme 6243">
              <a:extLst>
                <a:ext uri="{FF2B5EF4-FFF2-40B4-BE49-F238E27FC236}">
                  <a16:creationId xmlns:a16="http://schemas.microsoft.com/office/drawing/2014/main" id="{570FFB37-2703-151C-AB71-BBA08C95E33A}"/>
                </a:ext>
              </a:extLst>
            </p:cNvPr>
            <p:cNvSpPr/>
            <p:nvPr/>
          </p:nvSpPr>
          <p:spPr bwMode="gray">
            <a:xfrm>
              <a:off x="133350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5" name="Forme libre : forme 6244">
              <a:extLst>
                <a:ext uri="{FF2B5EF4-FFF2-40B4-BE49-F238E27FC236}">
                  <a16:creationId xmlns:a16="http://schemas.microsoft.com/office/drawing/2014/main" id="{AF8E4C09-578F-0229-930B-6974311BA6E2}"/>
                </a:ext>
              </a:extLst>
            </p:cNvPr>
            <p:cNvSpPr/>
            <p:nvPr/>
          </p:nvSpPr>
          <p:spPr bwMode="gray">
            <a:xfrm>
              <a:off x="128397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6" name="Forme libre : forme 6245">
              <a:extLst>
                <a:ext uri="{FF2B5EF4-FFF2-40B4-BE49-F238E27FC236}">
                  <a16:creationId xmlns:a16="http://schemas.microsoft.com/office/drawing/2014/main" id="{C3E1E980-6CF8-FA9A-EC9C-7F8DDFE583B4}"/>
                </a:ext>
              </a:extLst>
            </p:cNvPr>
            <p:cNvSpPr/>
            <p:nvPr/>
          </p:nvSpPr>
          <p:spPr bwMode="gray">
            <a:xfrm>
              <a:off x="123571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7" name="Forme libre : forme 6246">
              <a:extLst>
                <a:ext uri="{FF2B5EF4-FFF2-40B4-BE49-F238E27FC236}">
                  <a16:creationId xmlns:a16="http://schemas.microsoft.com/office/drawing/2014/main" id="{AF35487C-D0BB-F32E-43EC-0CFF699F254A}"/>
                </a:ext>
              </a:extLst>
            </p:cNvPr>
            <p:cNvSpPr/>
            <p:nvPr/>
          </p:nvSpPr>
          <p:spPr bwMode="gray">
            <a:xfrm>
              <a:off x="118618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8" name="Forme libre : forme 6247">
              <a:extLst>
                <a:ext uri="{FF2B5EF4-FFF2-40B4-BE49-F238E27FC236}">
                  <a16:creationId xmlns:a16="http://schemas.microsoft.com/office/drawing/2014/main" id="{D0076AE9-2203-1066-3920-F61244ABE9F1}"/>
                </a:ext>
              </a:extLst>
            </p:cNvPr>
            <p:cNvSpPr/>
            <p:nvPr/>
          </p:nvSpPr>
          <p:spPr bwMode="gray">
            <a:xfrm>
              <a:off x="113665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49" name="Forme libre : forme 6248">
              <a:extLst>
                <a:ext uri="{FF2B5EF4-FFF2-40B4-BE49-F238E27FC236}">
                  <a16:creationId xmlns:a16="http://schemas.microsoft.com/office/drawing/2014/main" id="{DB57D3D1-AE25-8170-A21A-C122B296DD7C}"/>
                </a:ext>
              </a:extLst>
            </p:cNvPr>
            <p:cNvSpPr/>
            <p:nvPr/>
          </p:nvSpPr>
          <p:spPr bwMode="gray">
            <a:xfrm>
              <a:off x="108839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0" name="Forme libre : forme 6249">
              <a:extLst>
                <a:ext uri="{FF2B5EF4-FFF2-40B4-BE49-F238E27FC236}">
                  <a16:creationId xmlns:a16="http://schemas.microsoft.com/office/drawing/2014/main" id="{F6274931-102E-39FD-5B23-18E9F881AAE9}"/>
                </a:ext>
              </a:extLst>
            </p:cNvPr>
            <p:cNvSpPr/>
            <p:nvPr/>
          </p:nvSpPr>
          <p:spPr bwMode="gray">
            <a:xfrm>
              <a:off x="1038860" y="316738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1" name="Forme libre : forme 6250">
              <a:extLst>
                <a:ext uri="{FF2B5EF4-FFF2-40B4-BE49-F238E27FC236}">
                  <a16:creationId xmlns:a16="http://schemas.microsoft.com/office/drawing/2014/main" id="{892DA65A-541D-FD53-C641-CBEDBC75F190}"/>
                </a:ext>
              </a:extLst>
            </p:cNvPr>
            <p:cNvSpPr/>
            <p:nvPr/>
          </p:nvSpPr>
          <p:spPr bwMode="gray">
            <a:xfrm>
              <a:off x="706755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2" name="Forme libre : forme 6251">
              <a:extLst>
                <a:ext uri="{FF2B5EF4-FFF2-40B4-BE49-F238E27FC236}">
                  <a16:creationId xmlns:a16="http://schemas.microsoft.com/office/drawing/2014/main" id="{9B7DEBFA-6B6A-2648-3794-78CD02875E0D}"/>
                </a:ext>
              </a:extLst>
            </p:cNvPr>
            <p:cNvSpPr/>
            <p:nvPr/>
          </p:nvSpPr>
          <p:spPr bwMode="gray">
            <a:xfrm>
              <a:off x="7019289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3" name="Forme libre : forme 6252">
              <a:extLst>
                <a:ext uri="{FF2B5EF4-FFF2-40B4-BE49-F238E27FC236}">
                  <a16:creationId xmlns:a16="http://schemas.microsoft.com/office/drawing/2014/main" id="{48C80E82-2F0B-8626-58D3-CD4854B8C154}"/>
                </a:ext>
              </a:extLst>
            </p:cNvPr>
            <p:cNvSpPr/>
            <p:nvPr/>
          </p:nvSpPr>
          <p:spPr bwMode="gray">
            <a:xfrm>
              <a:off x="6969759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4" name="Forme libre : forme 6253">
              <a:extLst>
                <a:ext uri="{FF2B5EF4-FFF2-40B4-BE49-F238E27FC236}">
                  <a16:creationId xmlns:a16="http://schemas.microsoft.com/office/drawing/2014/main" id="{1B5EFB43-9F0A-C238-8A05-D4BEF4FA498E}"/>
                </a:ext>
              </a:extLst>
            </p:cNvPr>
            <p:cNvSpPr/>
            <p:nvPr/>
          </p:nvSpPr>
          <p:spPr bwMode="gray">
            <a:xfrm>
              <a:off x="6822439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5" name="Forme libre : forme 6254">
              <a:extLst>
                <a:ext uri="{FF2B5EF4-FFF2-40B4-BE49-F238E27FC236}">
                  <a16:creationId xmlns:a16="http://schemas.microsoft.com/office/drawing/2014/main" id="{09E644B3-F2EC-C02A-9128-02D35DE2F585}"/>
                </a:ext>
              </a:extLst>
            </p:cNvPr>
            <p:cNvSpPr/>
            <p:nvPr/>
          </p:nvSpPr>
          <p:spPr bwMode="gray">
            <a:xfrm>
              <a:off x="677418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6" name="Forme libre : forme 6255">
              <a:extLst>
                <a:ext uri="{FF2B5EF4-FFF2-40B4-BE49-F238E27FC236}">
                  <a16:creationId xmlns:a16="http://schemas.microsoft.com/office/drawing/2014/main" id="{65A2D7BD-858F-808C-10C7-5DA0B1073B6E}"/>
                </a:ext>
              </a:extLst>
            </p:cNvPr>
            <p:cNvSpPr/>
            <p:nvPr/>
          </p:nvSpPr>
          <p:spPr bwMode="gray">
            <a:xfrm>
              <a:off x="6626859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7" name="Forme libre : forme 6256">
              <a:extLst>
                <a:ext uri="{FF2B5EF4-FFF2-40B4-BE49-F238E27FC236}">
                  <a16:creationId xmlns:a16="http://schemas.microsoft.com/office/drawing/2014/main" id="{ED68FC62-3C51-E84C-7932-0A4250E9FCA3}"/>
                </a:ext>
              </a:extLst>
            </p:cNvPr>
            <p:cNvSpPr/>
            <p:nvPr/>
          </p:nvSpPr>
          <p:spPr bwMode="gray">
            <a:xfrm>
              <a:off x="657733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8" name="Forme libre : forme 6257">
              <a:extLst>
                <a:ext uri="{FF2B5EF4-FFF2-40B4-BE49-F238E27FC236}">
                  <a16:creationId xmlns:a16="http://schemas.microsoft.com/office/drawing/2014/main" id="{B36D9C1B-D526-43EF-E1DC-FAC408D8B028}"/>
                </a:ext>
              </a:extLst>
            </p:cNvPr>
            <p:cNvSpPr/>
            <p:nvPr/>
          </p:nvSpPr>
          <p:spPr bwMode="gray">
            <a:xfrm>
              <a:off x="6529069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59" name="Forme libre : forme 6258">
              <a:extLst>
                <a:ext uri="{FF2B5EF4-FFF2-40B4-BE49-F238E27FC236}">
                  <a16:creationId xmlns:a16="http://schemas.microsoft.com/office/drawing/2014/main" id="{666F6A33-8B92-779F-3746-0FCB87F9206C}"/>
                </a:ext>
              </a:extLst>
            </p:cNvPr>
            <p:cNvSpPr/>
            <p:nvPr/>
          </p:nvSpPr>
          <p:spPr bwMode="gray">
            <a:xfrm>
              <a:off x="647954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0" name="Forme libre : forme 6259">
              <a:extLst>
                <a:ext uri="{FF2B5EF4-FFF2-40B4-BE49-F238E27FC236}">
                  <a16:creationId xmlns:a16="http://schemas.microsoft.com/office/drawing/2014/main" id="{3396AD66-1A20-7FDF-A9A5-6051A35E82DD}"/>
                </a:ext>
              </a:extLst>
            </p:cNvPr>
            <p:cNvSpPr/>
            <p:nvPr/>
          </p:nvSpPr>
          <p:spPr bwMode="gray">
            <a:xfrm>
              <a:off x="64300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1" name="Forme libre : forme 6260">
              <a:extLst>
                <a:ext uri="{FF2B5EF4-FFF2-40B4-BE49-F238E27FC236}">
                  <a16:creationId xmlns:a16="http://schemas.microsoft.com/office/drawing/2014/main" id="{14A8F1DE-6148-2C8C-704F-94060DFD5C0B}"/>
                </a:ext>
              </a:extLst>
            </p:cNvPr>
            <p:cNvSpPr/>
            <p:nvPr/>
          </p:nvSpPr>
          <p:spPr bwMode="gray">
            <a:xfrm>
              <a:off x="638175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2" name="Forme libre : forme 6261">
              <a:extLst>
                <a:ext uri="{FF2B5EF4-FFF2-40B4-BE49-F238E27FC236}">
                  <a16:creationId xmlns:a16="http://schemas.microsoft.com/office/drawing/2014/main" id="{7BD575EB-5413-7598-7528-AACBC65D5204}"/>
                </a:ext>
              </a:extLst>
            </p:cNvPr>
            <p:cNvSpPr/>
            <p:nvPr/>
          </p:nvSpPr>
          <p:spPr bwMode="gray">
            <a:xfrm>
              <a:off x="63322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3" name="Forme libre : forme 6262">
              <a:extLst>
                <a:ext uri="{FF2B5EF4-FFF2-40B4-BE49-F238E27FC236}">
                  <a16:creationId xmlns:a16="http://schemas.microsoft.com/office/drawing/2014/main" id="{19FD2CD4-1FB4-E85D-299F-8E532AF4F7D3}"/>
                </a:ext>
              </a:extLst>
            </p:cNvPr>
            <p:cNvSpPr/>
            <p:nvPr/>
          </p:nvSpPr>
          <p:spPr bwMode="gray">
            <a:xfrm>
              <a:off x="628396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4" name="Forme libre : forme 6263">
              <a:extLst>
                <a:ext uri="{FF2B5EF4-FFF2-40B4-BE49-F238E27FC236}">
                  <a16:creationId xmlns:a16="http://schemas.microsoft.com/office/drawing/2014/main" id="{E8DA0A73-1043-F092-5D0E-714C01A411A8}"/>
                </a:ext>
              </a:extLst>
            </p:cNvPr>
            <p:cNvSpPr/>
            <p:nvPr/>
          </p:nvSpPr>
          <p:spPr bwMode="gray">
            <a:xfrm>
              <a:off x="62344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5" name="Forme libre : forme 6264">
              <a:extLst>
                <a:ext uri="{FF2B5EF4-FFF2-40B4-BE49-F238E27FC236}">
                  <a16:creationId xmlns:a16="http://schemas.microsoft.com/office/drawing/2014/main" id="{DA45A6C2-7220-DE30-DC8F-AAC07A288714}"/>
                </a:ext>
              </a:extLst>
            </p:cNvPr>
            <p:cNvSpPr/>
            <p:nvPr/>
          </p:nvSpPr>
          <p:spPr bwMode="gray">
            <a:xfrm>
              <a:off x="61849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6" name="Forme libre : forme 6265">
              <a:extLst>
                <a:ext uri="{FF2B5EF4-FFF2-40B4-BE49-F238E27FC236}">
                  <a16:creationId xmlns:a16="http://schemas.microsoft.com/office/drawing/2014/main" id="{4D7CA646-BF78-90CD-72AF-0D643D0C6275}"/>
                </a:ext>
              </a:extLst>
            </p:cNvPr>
            <p:cNvSpPr/>
            <p:nvPr/>
          </p:nvSpPr>
          <p:spPr bwMode="gray">
            <a:xfrm>
              <a:off x="613664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7" name="Forme libre : forme 6266">
              <a:extLst>
                <a:ext uri="{FF2B5EF4-FFF2-40B4-BE49-F238E27FC236}">
                  <a16:creationId xmlns:a16="http://schemas.microsoft.com/office/drawing/2014/main" id="{69C957AA-D115-D4A3-AD16-5C68431C48A6}"/>
                </a:ext>
              </a:extLst>
            </p:cNvPr>
            <p:cNvSpPr/>
            <p:nvPr/>
          </p:nvSpPr>
          <p:spPr bwMode="gray">
            <a:xfrm>
              <a:off x="60871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8" name="Forme libre : forme 6267">
              <a:extLst>
                <a:ext uri="{FF2B5EF4-FFF2-40B4-BE49-F238E27FC236}">
                  <a16:creationId xmlns:a16="http://schemas.microsoft.com/office/drawing/2014/main" id="{FFEFC46A-8A82-A708-D0BE-07520B2FFD9D}"/>
                </a:ext>
              </a:extLst>
            </p:cNvPr>
            <p:cNvSpPr/>
            <p:nvPr/>
          </p:nvSpPr>
          <p:spPr bwMode="gray">
            <a:xfrm>
              <a:off x="603885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69" name="Forme libre : forme 6268">
              <a:extLst>
                <a:ext uri="{FF2B5EF4-FFF2-40B4-BE49-F238E27FC236}">
                  <a16:creationId xmlns:a16="http://schemas.microsoft.com/office/drawing/2014/main" id="{C370C49E-78FB-9E31-3798-EB9D77F56729}"/>
                </a:ext>
              </a:extLst>
            </p:cNvPr>
            <p:cNvSpPr/>
            <p:nvPr/>
          </p:nvSpPr>
          <p:spPr bwMode="gray">
            <a:xfrm>
              <a:off x="59893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0" name="Forme libre : forme 6269">
              <a:extLst>
                <a:ext uri="{FF2B5EF4-FFF2-40B4-BE49-F238E27FC236}">
                  <a16:creationId xmlns:a16="http://schemas.microsoft.com/office/drawing/2014/main" id="{A8401F47-146D-6760-8DC4-389A80A050B0}"/>
                </a:ext>
              </a:extLst>
            </p:cNvPr>
            <p:cNvSpPr/>
            <p:nvPr/>
          </p:nvSpPr>
          <p:spPr bwMode="gray">
            <a:xfrm>
              <a:off x="594106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1" name="Forme libre : forme 6270">
              <a:extLst>
                <a:ext uri="{FF2B5EF4-FFF2-40B4-BE49-F238E27FC236}">
                  <a16:creationId xmlns:a16="http://schemas.microsoft.com/office/drawing/2014/main" id="{FD1593C6-E6D5-4BC0-C3C6-272B228732D2}"/>
                </a:ext>
              </a:extLst>
            </p:cNvPr>
            <p:cNvSpPr/>
            <p:nvPr/>
          </p:nvSpPr>
          <p:spPr bwMode="gray">
            <a:xfrm>
              <a:off x="58915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2" name="Forme libre : forme 6271">
              <a:extLst>
                <a:ext uri="{FF2B5EF4-FFF2-40B4-BE49-F238E27FC236}">
                  <a16:creationId xmlns:a16="http://schemas.microsoft.com/office/drawing/2014/main" id="{3385F0D9-5C6D-C749-7EAD-F4E5DFB04310}"/>
                </a:ext>
              </a:extLst>
            </p:cNvPr>
            <p:cNvSpPr/>
            <p:nvPr/>
          </p:nvSpPr>
          <p:spPr bwMode="gray">
            <a:xfrm>
              <a:off x="58420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3" name="Forme libre : forme 6272">
              <a:extLst>
                <a:ext uri="{FF2B5EF4-FFF2-40B4-BE49-F238E27FC236}">
                  <a16:creationId xmlns:a16="http://schemas.microsoft.com/office/drawing/2014/main" id="{999570E6-609C-8B5F-AC14-4DD2603B5E23}"/>
                </a:ext>
              </a:extLst>
            </p:cNvPr>
            <p:cNvSpPr/>
            <p:nvPr/>
          </p:nvSpPr>
          <p:spPr bwMode="gray">
            <a:xfrm>
              <a:off x="579374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4" name="Forme libre : forme 6273">
              <a:extLst>
                <a:ext uri="{FF2B5EF4-FFF2-40B4-BE49-F238E27FC236}">
                  <a16:creationId xmlns:a16="http://schemas.microsoft.com/office/drawing/2014/main" id="{5C495DA0-0D6F-4BF3-51B3-A6B34D219F21}"/>
                </a:ext>
              </a:extLst>
            </p:cNvPr>
            <p:cNvSpPr/>
            <p:nvPr/>
          </p:nvSpPr>
          <p:spPr bwMode="gray">
            <a:xfrm>
              <a:off x="57442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5" name="Forme libre : forme 6274">
              <a:extLst>
                <a:ext uri="{FF2B5EF4-FFF2-40B4-BE49-F238E27FC236}">
                  <a16:creationId xmlns:a16="http://schemas.microsoft.com/office/drawing/2014/main" id="{806590A1-C86A-9972-76A8-4AE49F4D119E}"/>
                </a:ext>
              </a:extLst>
            </p:cNvPr>
            <p:cNvSpPr/>
            <p:nvPr/>
          </p:nvSpPr>
          <p:spPr bwMode="gray">
            <a:xfrm>
              <a:off x="569595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6" name="Forme libre : forme 6275">
              <a:extLst>
                <a:ext uri="{FF2B5EF4-FFF2-40B4-BE49-F238E27FC236}">
                  <a16:creationId xmlns:a16="http://schemas.microsoft.com/office/drawing/2014/main" id="{BE6D42AD-4CB3-CC98-E630-24EDBAA6EDD8}"/>
                </a:ext>
              </a:extLst>
            </p:cNvPr>
            <p:cNvSpPr/>
            <p:nvPr/>
          </p:nvSpPr>
          <p:spPr bwMode="gray">
            <a:xfrm>
              <a:off x="56464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7" name="Forme libre : forme 6276">
              <a:extLst>
                <a:ext uri="{FF2B5EF4-FFF2-40B4-BE49-F238E27FC236}">
                  <a16:creationId xmlns:a16="http://schemas.microsoft.com/office/drawing/2014/main" id="{2C1C8669-6C71-D0FF-2214-2A4024467FC3}"/>
                </a:ext>
              </a:extLst>
            </p:cNvPr>
            <p:cNvSpPr/>
            <p:nvPr/>
          </p:nvSpPr>
          <p:spPr bwMode="gray">
            <a:xfrm>
              <a:off x="559689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8" name="Forme libre : forme 6277">
              <a:extLst>
                <a:ext uri="{FF2B5EF4-FFF2-40B4-BE49-F238E27FC236}">
                  <a16:creationId xmlns:a16="http://schemas.microsoft.com/office/drawing/2014/main" id="{21EE0F97-847E-E29E-692C-937323BE4465}"/>
                </a:ext>
              </a:extLst>
            </p:cNvPr>
            <p:cNvSpPr/>
            <p:nvPr/>
          </p:nvSpPr>
          <p:spPr bwMode="gray">
            <a:xfrm>
              <a:off x="55486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79" name="Forme libre : forme 6278">
              <a:extLst>
                <a:ext uri="{FF2B5EF4-FFF2-40B4-BE49-F238E27FC236}">
                  <a16:creationId xmlns:a16="http://schemas.microsoft.com/office/drawing/2014/main" id="{9CB1DCEA-E8E9-E186-5F16-05F8A067355D}"/>
                </a:ext>
              </a:extLst>
            </p:cNvPr>
            <p:cNvSpPr/>
            <p:nvPr/>
          </p:nvSpPr>
          <p:spPr bwMode="gray">
            <a:xfrm>
              <a:off x="54991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0" name="Forme libre : forme 6279">
              <a:extLst>
                <a:ext uri="{FF2B5EF4-FFF2-40B4-BE49-F238E27FC236}">
                  <a16:creationId xmlns:a16="http://schemas.microsoft.com/office/drawing/2014/main" id="{A30ABFCB-3FE6-B51C-44BF-C506F7B5EBC0}"/>
                </a:ext>
              </a:extLst>
            </p:cNvPr>
            <p:cNvSpPr/>
            <p:nvPr/>
          </p:nvSpPr>
          <p:spPr bwMode="gray">
            <a:xfrm>
              <a:off x="545084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1" name="Forme libre : forme 6280">
              <a:extLst>
                <a:ext uri="{FF2B5EF4-FFF2-40B4-BE49-F238E27FC236}">
                  <a16:creationId xmlns:a16="http://schemas.microsoft.com/office/drawing/2014/main" id="{16D0FD49-0EAF-C9EC-EC02-2C95157C0D91}"/>
                </a:ext>
              </a:extLst>
            </p:cNvPr>
            <p:cNvSpPr/>
            <p:nvPr/>
          </p:nvSpPr>
          <p:spPr bwMode="gray">
            <a:xfrm>
              <a:off x="54013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2" name="Forme libre : forme 6281">
              <a:extLst>
                <a:ext uri="{FF2B5EF4-FFF2-40B4-BE49-F238E27FC236}">
                  <a16:creationId xmlns:a16="http://schemas.microsoft.com/office/drawing/2014/main" id="{E4075597-C9C8-E5B4-105C-1B38CA96D049}"/>
                </a:ext>
              </a:extLst>
            </p:cNvPr>
            <p:cNvSpPr/>
            <p:nvPr/>
          </p:nvSpPr>
          <p:spPr bwMode="gray">
            <a:xfrm>
              <a:off x="535178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3" name="Forme libre : forme 6282">
              <a:extLst>
                <a:ext uri="{FF2B5EF4-FFF2-40B4-BE49-F238E27FC236}">
                  <a16:creationId xmlns:a16="http://schemas.microsoft.com/office/drawing/2014/main" id="{CEAA7BD8-B94F-7A34-E6F2-7B6CEE864EE1}"/>
                </a:ext>
              </a:extLst>
            </p:cNvPr>
            <p:cNvSpPr/>
            <p:nvPr/>
          </p:nvSpPr>
          <p:spPr bwMode="gray">
            <a:xfrm>
              <a:off x="53035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4" name="Forme libre : forme 6283">
              <a:extLst>
                <a:ext uri="{FF2B5EF4-FFF2-40B4-BE49-F238E27FC236}">
                  <a16:creationId xmlns:a16="http://schemas.microsoft.com/office/drawing/2014/main" id="{7DB943F0-DB68-B308-6A19-150674F431EB}"/>
                </a:ext>
              </a:extLst>
            </p:cNvPr>
            <p:cNvSpPr/>
            <p:nvPr/>
          </p:nvSpPr>
          <p:spPr bwMode="gray">
            <a:xfrm>
              <a:off x="525399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5" name="Forme libre : forme 6284">
              <a:extLst>
                <a:ext uri="{FF2B5EF4-FFF2-40B4-BE49-F238E27FC236}">
                  <a16:creationId xmlns:a16="http://schemas.microsoft.com/office/drawing/2014/main" id="{1DDB5BA1-51E9-1F7F-3D03-C4BC1BC5E4C7}"/>
                </a:ext>
              </a:extLst>
            </p:cNvPr>
            <p:cNvSpPr/>
            <p:nvPr/>
          </p:nvSpPr>
          <p:spPr bwMode="gray">
            <a:xfrm>
              <a:off x="52057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6" name="Forme libre : forme 6285">
              <a:extLst>
                <a:ext uri="{FF2B5EF4-FFF2-40B4-BE49-F238E27FC236}">
                  <a16:creationId xmlns:a16="http://schemas.microsoft.com/office/drawing/2014/main" id="{4BB47E7B-8D8A-C34C-897B-48DDA2AD7484}"/>
                </a:ext>
              </a:extLst>
            </p:cNvPr>
            <p:cNvSpPr/>
            <p:nvPr/>
          </p:nvSpPr>
          <p:spPr bwMode="gray">
            <a:xfrm>
              <a:off x="51562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7" name="Forme libre : forme 6286">
              <a:extLst>
                <a:ext uri="{FF2B5EF4-FFF2-40B4-BE49-F238E27FC236}">
                  <a16:creationId xmlns:a16="http://schemas.microsoft.com/office/drawing/2014/main" id="{03023D28-8D5F-3183-0238-3F787487E39A}"/>
                </a:ext>
              </a:extLst>
            </p:cNvPr>
            <p:cNvSpPr/>
            <p:nvPr/>
          </p:nvSpPr>
          <p:spPr bwMode="gray">
            <a:xfrm>
              <a:off x="510667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8" name="Forme libre : forme 6287">
              <a:extLst>
                <a:ext uri="{FF2B5EF4-FFF2-40B4-BE49-F238E27FC236}">
                  <a16:creationId xmlns:a16="http://schemas.microsoft.com/office/drawing/2014/main" id="{9C260802-8DC8-C04F-3ADE-FAA403641F88}"/>
                </a:ext>
              </a:extLst>
            </p:cNvPr>
            <p:cNvSpPr/>
            <p:nvPr/>
          </p:nvSpPr>
          <p:spPr bwMode="gray">
            <a:xfrm>
              <a:off x="50584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89" name="Forme libre : forme 6288">
              <a:extLst>
                <a:ext uri="{FF2B5EF4-FFF2-40B4-BE49-F238E27FC236}">
                  <a16:creationId xmlns:a16="http://schemas.microsoft.com/office/drawing/2014/main" id="{A17EC85F-75D8-9020-10E7-2B32D99A6609}"/>
                </a:ext>
              </a:extLst>
            </p:cNvPr>
            <p:cNvSpPr/>
            <p:nvPr/>
          </p:nvSpPr>
          <p:spPr bwMode="gray">
            <a:xfrm>
              <a:off x="500888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0" name="Forme libre : forme 6289">
              <a:extLst>
                <a:ext uri="{FF2B5EF4-FFF2-40B4-BE49-F238E27FC236}">
                  <a16:creationId xmlns:a16="http://schemas.microsoft.com/office/drawing/2014/main" id="{4F158183-6151-8B60-E10E-E732CC97F0DD}"/>
                </a:ext>
              </a:extLst>
            </p:cNvPr>
            <p:cNvSpPr/>
            <p:nvPr/>
          </p:nvSpPr>
          <p:spPr bwMode="gray">
            <a:xfrm>
              <a:off x="49606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1" name="Forme libre : forme 6290">
              <a:extLst>
                <a:ext uri="{FF2B5EF4-FFF2-40B4-BE49-F238E27FC236}">
                  <a16:creationId xmlns:a16="http://schemas.microsoft.com/office/drawing/2014/main" id="{4F21E258-DDCB-4DFA-EFB8-7DA5F2ED6E68}"/>
                </a:ext>
              </a:extLst>
            </p:cNvPr>
            <p:cNvSpPr/>
            <p:nvPr/>
          </p:nvSpPr>
          <p:spPr bwMode="gray">
            <a:xfrm>
              <a:off x="491109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2" name="Forme libre : forme 6291">
              <a:extLst>
                <a:ext uri="{FF2B5EF4-FFF2-40B4-BE49-F238E27FC236}">
                  <a16:creationId xmlns:a16="http://schemas.microsoft.com/office/drawing/2014/main" id="{EA75D064-FD15-3788-73AD-048829B2EB49}"/>
                </a:ext>
              </a:extLst>
            </p:cNvPr>
            <p:cNvSpPr/>
            <p:nvPr/>
          </p:nvSpPr>
          <p:spPr bwMode="gray">
            <a:xfrm>
              <a:off x="486156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3" name="Forme libre : forme 6292">
              <a:extLst>
                <a:ext uri="{FF2B5EF4-FFF2-40B4-BE49-F238E27FC236}">
                  <a16:creationId xmlns:a16="http://schemas.microsoft.com/office/drawing/2014/main" id="{8E802B53-3F62-3835-FFB8-AA02FD275CF0}"/>
                </a:ext>
              </a:extLst>
            </p:cNvPr>
            <p:cNvSpPr/>
            <p:nvPr/>
          </p:nvSpPr>
          <p:spPr bwMode="gray">
            <a:xfrm>
              <a:off x="48133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4" name="Forme libre : forme 6293">
              <a:extLst>
                <a:ext uri="{FF2B5EF4-FFF2-40B4-BE49-F238E27FC236}">
                  <a16:creationId xmlns:a16="http://schemas.microsoft.com/office/drawing/2014/main" id="{0575D0E0-71E4-38C3-E7CE-FCFC787A2ADA}"/>
                </a:ext>
              </a:extLst>
            </p:cNvPr>
            <p:cNvSpPr/>
            <p:nvPr/>
          </p:nvSpPr>
          <p:spPr bwMode="gray">
            <a:xfrm>
              <a:off x="476377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5" name="Forme libre : forme 6294">
              <a:extLst>
                <a:ext uri="{FF2B5EF4-FFF2-40B4-BE49-F238E27FC236}">
                  <a16:creationId xmlns:a16="http://schemas.microsoft.com/office/drawing/2014/main" id="{D78751E1-CFB6-1918-FCB4-8ACD678D3670}"/>
                </a:ext>
              </a:extLst>
            </p:cNvPr>
            <p:cNvSpPr/>
            <p:nvPr/>
          </p:nvSpPr>
          <p:spPr bwMode="gray">
            <a:xfrm>
              <a:off x="47155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6" name="Forme libre : forme 6295">
              <a:extLst>
                <a:ext uri="{FF2B5EF4-FFF2-40B4-BE49-F238E27FC236}">
                  <a16:creationId xmlns:a16="http://schemas.microsoft.com/office/drawing/2014/main" id="{04FB5736-4B09-3F68-B13B-163E470B122E}"/>
                </a:ext>
              </a:extLst>
            </p:cNvPr>
            <p:cNvSpPr/>
            <p:nvPr/>
          </p:nvSpPr>
          <p:spPr bwMode="gray">
            <a:xfrm>
              <a:off x="466598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7" name="Forme libre : forme 6296">
              <a:extLst>
                <a:ext uri="{FF2B5EF4-FFF2-40B4-BE49-F238E27FC236}">
                  <a16:creationId xmlns:a16="http://schemas.microsoft.com/office/drawing/2014/main" id="{73B8C57A-8F66-91D4-78BD-67D485E86267}"/>
                </a:ext>
              </a:extLst>
            </p:cNvPr>
            <p:cNvSpPr/>
            <p:nvPr/>
          </p:nvSpPr>
          <p:spPr bwMode="gray">
            <a:xfrm>
              <a:off x="46177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8" name="Forme libre : forme 6297">
              <a:extLst>
                <a:ext uri="{FF2B5EF4-FFF2-40B4-BE49-F238E27FC236}">
                  <a16:creationId xmlns:a16="http://schemas.microsoft.com/office/drawing/2014/main" id="{C7ACF2FA-96F2-B244-7386-6601F9D2FDC0}"/>
                </a:ext>
              </a:extLst>
            </p:cNvPr>
            <p:cNvSpPr/>
            <p:nvPr/>
          </p:nvSpPr>
          <p:spPr bwMode="gray">
            <a:xfrm>
              <a:off x="407797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299" name="Forme libre : forme 6298">
              <a:extLst>
                <a:ext uri="{FF2B5EF4-FFF2-40B4-BE49-F238E27FC236}">
                  <a16:creationId xmlns:a16="http://schemas.microsoft.com/office/drawing/2014/main" id="{503F68EF-FFDC-3D03-13CB-E53F74F6295E}"/>
                </a:ext>
              </a:extLst>
            </p:cNvPr>
            <p:cNvSpPr/>
            <p:nvPr/>
          </p:nvSpPr>
          <p:spPr bwMode="gray">
            <a:xfrm>
              <a:off x="402844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0" name="Forme libre : forme 6299">
              <a:extLst>
                <a:ext uri="{FF2B5EF4-FFF2-40B4-BE49-F238E27FC236}">
                  <a16:creationId xmlns:a16="http://schemas.microsoft.com/office/drawing/2014/main" id="{9AEFAC94-D616-BBBE-FA55-4BD815CD2DCF}"/>
                </a:ext>
              </a:extLst>
            </p:cNvPr>
            <p:cNvSpPr/>
            <p:nvPr/>
          </p:nvSpPr>
          <p:spPr bwMode="gray">
            <a:xfrm>
              <a:off x="398018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1" name="Forme libre : forme 6300">
              <a:extLst>
                <a:ext uri="{FF2B5EF4-FFF2-40B4-BE49-F238E27FC236}">
                  <a16:creationId xmlns:a16="http://schemas.microsoft.com/office/drawing/2014/main" id="{606D92F4-CFC8-B84F-C603-464E68187D4D}"/>
                </a:ext>
              </a:extLst>
            </p:cNvPr>
            <p:cNvSpPr/>
            <p:nvPr/>
          </p:nvSpPr>
          <p:spPr bwMode="gray">
            <a:xfrm>
              <a:off x="393065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2" name="Forme libre : forme 6301">
              <a:extLst>
                <a:ext uri="{FF2B5EF4-FFF2-40B4-BE49-F238E27FC236}">
                  <a16:creationId xmlns:a16="http://schemas.microsoft.com/office/drawing/2014/main" id="{FD7DA3F2-18E0-89D9-5BDA-DF5282646980}"/>
                </a:ext>
              </a:extLst>
            </p:cNvPr>
            <p:cNvSpPr/>
            <p:nvPr/>
          </p:nvSpPr>
          <p:spPr bwMode="gray">
            <a:xfrm>
              <a:off x="388239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3" name="Forme libre : forme 6302">
              <a:extLst>
                <a:ext uri="{FF2B5EF4-FFF2-40B4-BE49-F238E27FC236}">
                  <a16:creationId xmlns:a16="http://schemas.microsoft.com/office/drawing/2014/main" id="{5D679E60-A195-5926-A45E-C46F99D3150E}"/>
                </a:ext>
              </a:extLst>
            </p:cNvPr>
            <p:cNvSpPr/>
            <p:nvPr/>
          </p:nvSpPr>
          <p:spPr bwMode="gray">
            <a:xfrm>
              <a:off x="383286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4" name="Forme libre : forme 6303">
              <a:extLst>
                <a:ext uri="{FF2B5EF4-FFF2-40B4-BE49-F238E27FC236}">
                  <a16:creationId xmlns:a16="http://schemas.microsoft.com/office/drawing/2014/main" id="{116FB2B2-5334-81CD-D5B0-4E63A12F8774}"/>
                </a:ext>
              </a:extLst>
            </p:cNvPr>
            <p:cNvSpPr/>
            <p:nvPr/>
          </p:nvSpPr>
          <p:spPr bwMode="gray">
            <a:xfrm>
              <a:off x="20688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5" name="Forme libre : forme 6304">
              <a:extLst>
                <a:ext uri="{FF2B5EF4-FFF2-40B4-BE49-F238E27FC236}">
                  <a16:creationId xmlns:a16="http://schemas.microsoft.com/office/drawing/2014/main" id="{F2946024-315C-4F3E-71EF-0673077B7ED9}"/>
                </a:ext>
              </a:extLst>
            </p:cNvPr>
            <p:cNvSpPr/>
            <p:nvPr/>
          </p:nvSpPr>
          <p:spPr bwMode="gray">
            <a:xfrm>
              <a:off x="20193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6" name="Forme libre : forme 6305">
              <a:extLst>
                <a:ext uri="{FF2B5EF4-FFF2-40B4-BE49-F238E27FC236}">
                  <a16:creationId xmlns:a16="http://schemas.microsoft.com/office/drawing/2014/main" id="{036635B8-3FF4-E732-443E-BD7899B73940}"/>
                </a:ext>
              </a:extLst>
            </p:cNvPr>
            <p:cNvSpPr/>
            <p:nvPr/>
          </p:nvSpPr>
          <p:spPr bwMode="gray">
            <a:xfrm>
              <a:off x="196977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7" name="Forme libre : forme 6306">
              <a:extLst>
                <a:ext uri="{FF2B5EF4-FFF2-40B4-BE49-F238E27FC236}">
                  <a16:creationId xmlns:a16="http://schemas.microsoft.com/office/drawing/2014/main" id="{123E1565-F096-85C6-F41A-96ADBB58FF54}"/>
                </a:ext>
              </a:extLst>
            </p:cNvPr>
            <p:cNvSpPr/>
            <p:nvPr/>
          </p:nvSpPr>
          <p:spPr bwMode="gray">
            <a:xfrm>
              <a:off x="192151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8" name="Forme libre : forme 6307">
              <a:extLst>
                <a:ext uri="{FF2B5EF4-FFF2-40B4-BE49-F238E27FC236}">
                  <a16:creationId xmlns:a16="http://schemas.microsoft.com/office/drawing/2014/main" id="{4FBF33C1-FBDD-9BB8-1E93-B4861FCA8007}"/>
                </a:ext>
              </a:extLst>
            </p:cNvPr>
            <p:cNvSpPr/>
            <p:nvPr/>
          </p:nvSpPr>
          <p:spPr bwMode="gray">
            <a:xfrm>
              <a:off x="187198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09" name="Forme libre : forme 6308">
              <a:extLst>
                <a:ext uri="{FF2B5EF4-FFF2-40B4-BE49-F238E27FC236}">
                  <a16:creationId xmlns:a16="http://schemas.microsoft.com/office/drawing/2014/main" id="{15CA5388-0080-1072-0E4C-069C80DE17BD}"/>
                </a:ext>
              </a:extLst>
            </p:cNvPr>
            <p:cNvSpPr/>
            <p:nvPr/>
          </p:nvSpPr>
          <p:spPr bwMode="gray">
            <a:xfrm>
              <a:off x="182372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0" name="Forme libre : forme 6309">
              <a:extLst>
                <a:ext uri="{FF2B5EF4-FFF2-40B4-BE49-F238E27FC236}">
                  <a16:creationId xmlns:a16="http://schemas.microsoft.com/office/drawing/2014/main" id="{7FF3271F-A1CB-29D3-2997-EF921AC15BA6}"/>
                </a:ext>
              </a:extLst>
            </p:cNvPr>
            <p:cNvSpPr/>
            <p:nvPr/>
          </p:nvSpPr>
          <p:spPr bwMode="gray">
            <a:xfrm>
              <a:off x="177419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1" name="Forme libre : forme 6310">
              <a:extLst>
                <a:ext uri="{FF2B5EF4-FFF2-40B4-BE49-F238E27FC236}">
                  <a16:creationId xmlns:a16="http://schemas.microsoft.com/office/drawing/2014/main" id="{44722A33-08A8-8189-1F70-3C2A12D29C9C}"/>
                </a:ext>
              </a:extLst>
            </p:cNvPr>
            <p:cNvSpPr/>
            <p:nvPr/>
          </p:nvSpPr>
          <p:spPr bwMode="gray">
            <a:xfrm>
              <a:off x="172593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2" name="Forme libre : forme 6311">
              <a:extLst>
                <a:ext uri="{FF2B5EF4-FFF2-40B4-BE49-F238E27FC236}">
                  <a16:creationId xmlns:a16="http://schemas.microsoft.com/office/drawing/2014/main" id="{A083A75A-6ADC-9768-A19C-2230DA1CECB8}"/>
                </a:ext>
              </a:extLst>
            </p:cNvPr>
            <p:cNvSpPr/>
            <p:nvPr/>
          </p:nvSpPr>
          <p:spPr bwMode="gray">
            <a:xfrm>
              <a:off x="167640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3" name="Forme libre : forme 6312">
              <a:extLst>
                <a:ext uri="{FF2B5EF4-FFF2-40B4-BE49-F238E27FC236}">
                  <a16:creationId xmlns:a16="http://schemas.microsoft.com/office/drawing/2014/main" id="{70374243-EB0C-E1F2-4BB8-411706C0DBC0}"/>
                </a:ext>
              </a:extLst>
            </p:cNvPr>
            <p:cNvSpPr/>
            <p:nvPr/>
          </p:nvSpPr>
          <p:spPr bwMode="gray">
            <a:xfrm>
              <a:off x="1626870" y="31191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4" name="Forme libre : forme 6313">
              <a:extLst>
                <a:ext uri="{FF2B5EF4-FFF2-40B4-BE49-F238E27FC236}">
                  <a16:creationId xmlns:a16="http://schemas.microsoft.com/office/drawing/2014/main" id="{D152386F-D5B7-A460-D7C3-BD1DB42D5A61}"/>
                </a:ext>
              </a:extLst>
            </p:cNvPr>
            <p:cNvSpPr/>
            <p:nvPr/>
          </p:nvSpPr>
          <p:spPr bwMode="gray">
            <a:xfrm>
              <a:off x="157861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5" name="Forme libre : forme 6314">
              <a:extLst>
                <a:ext uri="{FF2B5EF4-FFF2-40B4-BE49-F238E27FC236}">
                  <a16:creationId xmlns:a16="http://schemas.microsoft.com/office/drawing/2014/main" id="{C029D0B1-3736-A270-13B1-13A919FA41A3}"/>
                </a:ext>
              </a:extLst>
            </p:cNvPr>
            <p:cNvSpPr/>
            <p:nvPr/>
          </p:nvSpPr>
          <p:spPr bwMode="gray">
            <a:xfrm>
              <a:off x="152908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6" name="Forme libre : forme 6315">
              <a:extLst>
                <a:ext uri="{FF2B5EF4-FFF2-40B4-BE49-F238E27FC236}">
                  <a16:creationId xmlns:a16="http://schemas.microsoft.com/office/drawing/2014/main" id="{8D3EC62F-52FC-A1A1-77F2-EA4D7D39B5E2}"/>
                </a:ext>
              </a:extLst>
            </p:cNvPr>
            <p:cNvSpPr/>
            <p:nvPr/>
          </p:nvSpPr>
          <p:spPr bwMode="gray">
            <a:xfrm>
              <a:off x="148082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7" name="Forme libre : forme 6316">
              <a:extLst>
                <a:ext uri="{FF2B5EF4-FFF2-40B4-BE49-F238E27FC236}">
                  <a16:creationId xmlns:a16="http://schemas.microsoft.com/office/drawing/2014/main" id="{D614A9F6-5604-FB01-9782-EEA18F1A35D7}"/>
                </a:ext>
              </a:extLst>
            </p:cNvPr>
            <p:cNvSpPr/>
            <p:nvPr/>
          </p:nvSpPr>
          <p:spPr bwMode="gray">
            <a:xfrm>
              <a:off x="143129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8" name="Forme libre : forme 6317">
              <a:extLst>
                <a:ext uri="{FF2B5EF4-FFF2-40B4-BE49-F238E27FC236}">
                  <a16:creationId xmlns:a16="http://schemas.microsoft.com/office/drawing/2014/main" id="{801F87CF-0A76-3026-D9CB-F5ADC763493E}"/>
                </a:ext>
              </a:extLst>
            </p:cNvPr>
            <p:cNvSpPr/>
            <p:nvPr/>
          </p:nvSpPr>
          <p:spPr bwMode="gray">
            <a:xfrm>
              <a:off x="138176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19" name="Forme libre : forme 6318">
              <a:extLst>
                <a:ext uri="{FF2B5EF4-FFF2-40B4-BE49-F238E27FC236}">
                  <a16:creationId xmlns:a16="http://schemas.microsoft.com/office/drawing/2014/main" id="{20782085-3481-74C3-B21E-6B5C21B28731}"/>
                </a:ext>
              </a:extLst>
            </p:cNvPr>
            <p:cNvSpPr/>
            <p:nvPr/>
          </p:nvSpPr>
          <p:spPr bwMode="gray">
            <a:xfrm>
              <a:off x="133350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0" name="Forme libre : forme 6319">
              <a:extLst>
                <a:ext uri="{FF2B5EF4-FFF2-40B4-BE49-F238E27FC236}">
                  <a16:creationId xmlns:a16="http://schemas.microsoft.com/office/drawing/2014/main" id="{750D1540-602F-4276-316E-29DCD3F61997}"/>
                </a:ext>
              </a:extLst>
            </p:cNvPr>
            <p:cNvSpPr/>
            <p:nvPr/>
          </p:nvSpPr>
          <p:spPr bwMode="gray">
            <a:xfrm>
              <a:off x="128397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1" name="Forme libre : forme 6320">
              <a:extLst>
                <a:ext uri="{FF2B5EF4-FFF2-40B4-BE49-F238E27FC236}">
                  <a16:creationId xmlns:a16="http://schemas.microsoft.com/office/drawing/2014/main" id="{AC4D6737-03AE-022C-DBD4-98F73F44C3E3}"/>
                </a:ext>
              </a:extLst>
            </p:cNvPr>
            <p:cNvSpPr/>
            <p:nvPr/>
          </p:nvSpPr>
          <p:spPr bwMode="gray">
            <a:xfrm>
              <a:off x="123571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2" name="Forme libre : forme 6321">
              <a:extLst>
                <a:ext uri="{FF2B5EF4-FFF2-40B4-BE49-F238E27FC236}">
                  <a16:creationId xmlns:a16="http://schemas.microsoft.com/office/drawing/2014/main" id="{48C66684-32BD-CC8C-EC6F-3B6E5E93F6F5}"/>
                </a:ext>
              </a:extLst>
            </p:cNvPr>
            <p:cNvSpPr/>
            <p:nvPr/>
          </p:nvSpPr>
          <p:spPr bwMode="gray">
            <a:xfrm>
              <a:off x="118618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3" name="Forme libre : forme 6322">
              <a:extLst>
                <a:ext uri="{FF2B5EF4-FFF2-40B4-BE49-F238E27FC236}">
                  <a16:creationId xmlns:a16="http://schemas.microsoft.com/office/drawing/2014/main" id="{04212929-2A6A-E225-18C8-F7BE8254E1CB}"/>
                </a:ext>
              </a:extLst>
            </p:cNvPr>
            <p:cNvSpPr/>
            <p:nvPr/>
          </p:nvSpPr>
          <p:spPr bwMode="gray">
            <a:xfrm>
              <a:off x="113665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4" name="Forme libre : forme 6323">
              <a:extLst>
                <a:ext uri="{FF2B5EF4-FFF2-40B4-BE49-F238E27FC236}">
                  <a16:creationId xmlns:a16="http://schemas.microsoft.com/office/drawing/2014/main" id="{595BAE88-1935-1879-9DDF-AC8F79FE4D4C}"/>
                </a:ext>
              </a:extLst>
            </p:cNvPr>
            <p:cNvSpPr/>
            <p:nvPr/>
          </p:nvSpPr>
          <p:spPr bwMode="gray">
            <a:xfrm>
              <a:off x="108839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5" name="Forme libre : forme 6324">
              <a:extLst>
                <a:ext uri="{FF2B5EF4-FFF2-40B4-BE49-F238E27FC236}">
                  <a16:creationId xmlns:a16="http://schemas.microsoft.com/office/drawing/2014/main" id="{35323919-3B2C-7ADE-8013-E7BB4A5F0481}"/>
                </a:ext>
              </a:extLst>
            </p:cNvPr>
            <p:cNvSpPr/>
            <p:nvPr/>
          </p:nvSpPr>
          <p:spPr bwMode="gray">
            <a:xfrm>
              <a:off x="1038860" y="31191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6" name="Forme libre : forme 6325">
              <a:extLst>
                <a:ext uri="{FF2B5EF4-FFF2-40B4-BE49-F238E27FC236}">
                  <a16:creationId xmlns:a16="http://schemas.microsoft.com/office/drawing/2014/main" id="{80A75C22-E7F0-3B5D-8ED2-01EBA85631FD}"/>
                </a:ext>
              </a:extLst>
            </p:cNvPr>
            <p:cNvSpPr/>
            <p:nvPr/>
          </p:nvSpPr>
          <p:spPr bwMode="gray">
            <a:xfrm>
              <a:off x="706755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7" name="Forme libre : forme 6326">
              <a:extLst>
                <a:ext uri="{FF2B5EF4-FFF2-40B4-BE49-F238E27FC236}">
                  <a16:creationId xmlns:a16="http://schemas.microsoft.com/office/drawing/2014/main" id="{D250E92D-0ED5-981B-C1F1-CCB055CB88F2}"/>
                </a:ext>
              </a:extLst>
            </p:cNvPr>
            <p:cNvSpPr/>
            <p:nvPr/>
          </p:nvSpPr>
          <p:spPr bwMode="gray">
            <a:xfrm>
              <a:off x="7019289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8" name="Forme libre : forme 6327">
              <a:extLst>
                <a:ext uri="{FF2B5EF4-FFF2-40B4-BE49-F238E27FC236}">
                  <a16:creationId xmlns:a16="http://schemas.microsoft.com/office/drawing/2014/main" id="{F8A1705F-0A59-111F-EEEC-5F4DECF53489}"/>
                </a:ext>
              </a:extLst>
            </p:cNvPr>
            <p:cNvSpPr/>
            <p:nvPr/>
          </p:nvSpPr>
          <p:spPr bwMode="gray">
            <a:xfrm>
              <a:off x="677418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29" name="Forme libre : forme 6328">
              <a:extLst>
                <a:ext uri="{FF2B5EF4-FFF2-40B4-BE49-F238E27FC236}">
                  <a16:creationId xmlns:a16="http://schemas.microsoft.com/office/drawing/2014/main" id="{3827933B-AACC-6397-D431-365DB7FD2216}"/>
                </a:ext>
              </a:extLst>
            </p:cNvPr>
            <p:cNvSpPr/>
            <p:nvPr/>
          </p:nvSpPr>
          <p:spPr bwMode="gray">
            <a:xfrm>
              <a:off x="6626859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0" name="Forme libre : forme 6329">
              <a:extLst>
                <a:ext uri="{FF2B5EF4-FFF2-40B4-BE49-F238E27FC236}">
                  <a16:creationId xmlns:a16="http://schemas.microsoft.com/office/drawing/2014/main" id="{F0B5BAC5-A99D-A0D4-8B98-EE7F4B085A62}"/>
                </a:ext>
              </a:extLst>
            </p:cNvPr>
            <p:cNvSpPr/>
            <p:nvPr/>
          </p:nvSpPr>
          <p:spPr bwMode="gray">
            <a:xfrm>
              <a:off x="657733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1" name="Forme libre : forme 6330">
              <a:extLst>
                <a:ext uri="{FF2B5EF4-FFF2-40B4-BE49-F238E27FC236}">
                  <a16:creationId xmlns:a16="http://schemas.microsoft.com/office/drawing/2014/main" id="{F76A6F86-11D2-E09F-C9F6-375FAA0FD440}"/>
                </a:ext>
              </a:extLst>
            </p:cNvPr>
            <p:cNvSpPr/>
            <p:nvPr/>
          </p:nvSpPr>
          <p:spPr bwMode="gray">
            <a:xfrm>
              <a:off x="6529069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2" name="Forme libre : forme 6331">
              <a:extLst>
                <a:ext uri="{FF2B5EF4-FFF2-40B4-BE49-F238E27FC236}">
                  <a16:creationId xmlns:a16="http://schemas.microsoft.com/office/drawing/2014/main" id="{390B50CD-9E65-6F37-87AF-9AD939244DB7}"/>
                </a:ext>
              </a:extLst>
            </p:cNvPr>
            <p:cNvSpPr/>
            <p:nvPr/>
          </p:nvSpPr>
          <p:spPr bwMode="gray">
            <a:xfrm>
              <a:off x="647954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3" name="Forme libre : forme 6332">
              <a:extLst>
                <a:ext uri="{FF2B5EF4-FFF2-40B4-BE49-F238E27FC236}">
                  <a16:creationId xmlns:a16="http://schemas.microsoft.com/office/drawing/2014/main" id="{0F173DFB-8B38-0300-26F2-7417DED76602}"/>
                </a:ext>
              </a:extLst>
            </p:cNvPr>
            <p:cNvSpPr/>
            <p:nvPr/>
          </p:nvSpPr>
          <p:spPr bwMode="gray">
            <a:xfrm>
              <a:off x="64300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4" name="Forme libre : forme 6333">
              <a:extLst>
                <a:ext uri="{FF2B5EF4-FFF2-40B4-BE49-F238E27FC236}">
                  <a16:creationId xmlns:a16="http://schemas.microsoft.com/office/drawing/2014/main" id="{56C6C839-6939-E33A-5C34-A57867B69F6D}"/>
                </a:ext>
              </a:extLst>
            </p:cNvPr>
            <p:cNvSpPr/>
            <p:nvPr/>
          </p:nvSpPr>
          <p:spPr bwMode="gray">
            <a:xfrm>
              <a:off x="638175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5" name="Forme libre : forme 6334">
              <a:extLst>
                <a:ext uri="{FF2B5EF4-FFF2-40B4-BE49-F238E27FC236}">
                  <a16:creationId xmlns:a16="http://schemas.microsoft.com/office/drawing/2014/main" id="{4D0F439C-A025-C383-4EAD-C4136217B72D}"/>
                </a:ext>
              </a:extLst>
            </p:cNvPr>
            <p:cNvSpPr/>
            <p:nvPr/>
          </p:nvSpPr>
          <p:spPr bwMode="gray">
            <a:xfrm>
              <a:off x="63322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6" name="Forme libre : forme 6335">
              <a:extLst>
                <a:ext uri="{FF2B5EF4-FFF2-40B4-BE49-F238E27FC236}">
                  <a16:creationId xmlns:a16="http://schemas.microsoft.com/office/drawing/2014/main" id="{129ECBCC-49DC-D833-25F5-89E2B5478E1A}"/>
                </a:ext>
              </a:extLst>
            </p:cNvPr>
            <p:cNvSpPr/>
            <p:nvPr/>
          </p:nvSpPr>
          <p:spPr bwMode="gray">
            <a:xfrm>
              <a:off x="628396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7" name="Forme libre : forme 6336">
              <a:extLst>
                <a:ext uri="{FF2B5EF4-FFF2-40B4-BE49-F238E27FC236}">
                  <a16:creationId xmlns:a16="http://schemas.microsoft.com/office/drawing/2014/main" id="{95500BC1-8265-75B4-52BA-73E4A4BBF847}"/>
                </a:ext>
              </a:extLst>
            </p:cNvPr>
            <p:cNvSpPr/>
            <p:nvPr/>
          </p:nvSpPr>
          <p:spPr bwMode="gray">
            <a:xfrm>
              <a:off x="62344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8" name="Forme libre : forme 6337">
              <a:extLst>
                <a:ext uri="{FF2B5EF4-FFF2-40B4-BE49-F238E27FC236}">
                  <a16:creationId xmlns:a16="http://schemas.microsoft.com/office/drawing/2014/main" id="{749CD331-BE86-CA8F-2C84-50C0607CBE09}"/>
                </a:ext>
              </a:extLst>
            </p:cNvPr>
            <p:cNvSpPr/>
            <p:nvPr/>
          </p:nvSpPr>
          <p:spPr bwMode="gray">
            <a:xfrm>
              <a:off x="61849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39" name="Forme libre : forme 6338">
              <a:extLst>
                <a:ext uri="{FF2B5EF4-FFF2-40B4-BE49-F238E27FC236}">
                  <a16:creationId xmlns:a16="http://schemas.microsoft.com/office/drawing/2014/main" id="{8B70F1CF-A5B9-F666-CFBA-D8EC08BFF0B5}"/>
                </a:ext>
              </a:extLst>
            </p:cNvPr>
            <p:cNvSpPr/>
            <p:nvPr/>
          </p:nvSpPr>
          <p:spPr bwMode="gray">
            <a:xfrm>
              <a:off x="613664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0" name="Forme libre : forme 6339">
              <a:extLst>
                <a:ext uri="{FF2B5EF4-FFF2-40B4-BE49-F238E27FC236}">
                  <a16:creationId xmlns:a16="http://schemas.microsoft.com/office/drawing/2014/main" id="{677E64C3-392D-C6D1-FF8D-20AFB79E8205}"/>
                </a:ext>
              </a:extLst>
            </p:cNvPr>
            <p:cNvSpPr/>
            <p:nvPr/>
          </p:nvSpPr>
          <p:spPr bwMode="gray">
            <a:xfrm>
              <a:off x="60871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1" name="Forme libre : forme 6340">
              <a:extLst>
                <a:ext uri="{FF2B5EF4-FFF2-40B4-BE49-F238E27FC236}">
                  <a16:creationId xmlns:a16="http://schemas.microsoft.com/office/drawing/2014/main" id="{EAA2D095-C603-3B76-975C-EB830D13285A}"/>
                </a:ext>
              </a:extLst>
            </p:cNvPr>
            <p:cNvSpPr/>
            <p:nvPr/>
          </p:nvSpPr>
          <p:spPr bwMode="gray">
            <a:xfrm>
              <a:off x="603885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2" name="Forme libre : forme 6341">
              <a:extLst>
                <a:ext uri="{FF2B5EF4-FFF2-40B4-BE49-F238E27FC236}">
                  <a16:creationId xmlns:a16="http://schemas.microsoft.com/office/drawing/2014/main" id="{C8DC6892-97F7-5C40-1E30-066ED82507FF}"/>
                </a:ext>
              </a:extLst>
            </p:cNvPr>
            <p:cNvSpPr/>
            <p:nvPr/>
          </p:nvSpPr>
          <p:spPr bwMode="gray">
            <a:xfrm>
              <a:off x="59893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3" name="Forme libre : forme 6342">
              <a:extLst>
                <a:ext uri="{FF2B5EF4-FFF2-40B4-BE49-F238E27FC236}">
                  <a16:creationId xmlns:a16="http://schemas.microsoft.com/office/drawing/2014/main" id="{8EBED9B9-7947-E75D-651A-2B24EEA83EC5}"/>
                </a:ext>
              </a:extLst>
            </p:cNvPr>
            <p:cNvSpPr/>
            <p:nvPr/>
          </p:nvSpPr>
          <p:spPr bwMode="gray">
            <a:xfrm>
              <a:off x="594106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4" name="Forme libre : forme 6343">
              <a:extLst>
                <a:ext uri="{FF2B5EF4-FFF2-40B4-BE49-F238E27FC236}">
                  <a16:creationId xmlns:a16="http://schemas.microsoft.com/office/drawing/2014/main" id="{919F948D-BBEB-7382-053A-38B1AC937B3E}"/>
                </a:ext>
              </a:extLst>
            </p:cNvPr>
            <p:cNvSpPr/>
            <p:nvPr/>
          </p:nvSpPr>
          <p:spPr bwMode="gray">
            <a:xfrm>
              <a:off x="58915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5" name="Forme libre : forme 6344">
              <a:extLst>
                <a:ext uri="{FF2B5EF4-FFF2-40B4-BE49-F238E27FC236}">
                  <a16:creationId xmlns:a16="http://schemas.microsoft.com/office/drawing/2014/main" id="{11F52BEA-47FD-F389-8CC8-099E0FE08511}"/>
                </a:ext>
              </a:extLst>
            </p:cNvPr>
            <p:cNvSpPr/>
            <p:nvPr/>
          </p:nvSpPr>
          <p:spPr bwMode="gray">
            <a:xfrm>
              <a:off x="58420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6" name="Forme libre : forme 6345">
              <a:extLst>
                <a:ext uri="{FF2B5EF4-FFF2-40B4-BE49-F238E27FC236}">
                  <a16:creationId xmlns:a16="http://schemas.microsoft.com/office/drawing/2014/main" id="{9BA24F94-86C8-A8E0-617E-647A54D26C7D}"/>
                </a:ext>
              </a:extLst>
            </p:cNvPr>
            <p:cNvSpPr/>
            <p:nvPr/>
          </p:nvSpPr>
          <p:spPr bwMode="gray">
            <a:xfrm>
              <a:off x="579374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7" name="Forme libre : forme 6346">
              <a:extLst>
                <a:ext uri="{FF2B5EF4-FFF2-40B4-BE49-F238E27FC236}">
                  <a16:creationId xmlns:a16="http://schemas.microsoft.com/office/drawing/2014/main" id="{1134FCCF-1E1E-E411-1744-A4876CBC4D60}"/>
                </a:ext>
              </a:extLst>
            </p:cNvPr>
            <p:cNvSpPr/>
            <p:nvPr/>
          </p:nvSpPr>
          <p:spPr bwMode="gray">
            <a:xfrm>
              <a:off x="57442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8" name="Forme libre : forme 6347">
              <a:extLst>
                <a:ext uri="{FF2B5EF4-FFF2-40B4-BE49-F238E27FC236}">
                  <a16:creationId xmlns:a16="http://schemas.microsoft.com/office/drawing/2014/main" id="{C29D58CA-95F1-0E83-797C-864FF3FF891D}"/>
                </a:ext>
              </a:extLst>
            </p:cNvPr>
            <p:cNvSpPr/>
            <p:nvPr/>
          </p:nvSpPr>
          <p:spPr bwMode="gray">
            <a:xfrm>
              <a:off x="569595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49" name="Forme libre : forme 6348">
              <a:extLst>
                <a:ext uri="{FF2B5EF4-FFF2-40B4-BE49-F238E27FC236}">
                  <a16:creationId xmlns:a16="http://schemas.microsoft.com/office/drawing/2014/main" id="{7A53A4BD-6512-AB57-41D3-9B933D7E88C3}"/>
                </a:ext>
              </a:extLst>
            </p:cNvPr>
            <p:cNvSpPr/>
            <p:nvPr/>
          </p:nvSpPr>
          <p:spPr bwMode="gray">
            <a:xfrm>
              <a:off x="56464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0" name="Forme libre : forme 6349">
              <a:extLst>
                <a:ext uri="{FF2B5EF4-FFF2-40B4-BE49-F238E27FC236}">
                  <a16:creationId xmlns:a16="http://schemas.microsoft.com/office/drawing/2014/main" id="{D14AE9B0-C4DA-0E3B-098C-F149AC125C22}"/>
                </a:ext>
              </a:extLst>
            </p:cNvPr>
            <p:cNvSpPr/>
            <p:nvPr/>
          </p:nvSpPr>
          <p:spPr bwMode="gray">
            <a:xfrm>
              <a:off x="559689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1" name="Forme libre : forme 6350">
              <a:extLst>
                <a:ext uri="{FF2B5EF4-FFF2-40B4-BE49-F238E27FC236}">
                  <a16:creationId xmlns:a16="http://schemas.microsoft.com/office/drawing/2014/main" id="{541E35FC-177D-5E34-592E-C97FF9FE40DD}"/>
                </a:ext>
              </a:extLst>
            </p:cNvPr>
            <p:cNvSpPr/>
            <p:nvPr/>
          </p:nvSpPr>
          <p:spPr bwMode="gray">
            <a:xfrm>
              <a:off x="55486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2" name="Forme libre : forme 6351">
              <a:extLst>
                <a:ext uri="{FF2B5EF4-FFF2-40B4-BE49-F238E27FC236}">
                  <a16:creationId xmlns:a16="http://schemas.microsoft.com/office/drawing/2014/main" id="{BDD11509-9EBF-0AEB-8353-7B0D2BEE5ECD}"/>
                </a:ext>
              </a:extLst>
            </p:cNvPr>
            <p:cNvSpPr/>
            <p:nvPr/>
          </p:nvSpPr>
          <p:spPr bwMode="gray">
            <a:xfrm>
              <a:off x="54991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3" name="Forme libre : forme 6352">
              <a:extLst>
                <a:ext uri="{FF2B5EF4-FFF2-40B4-BE49-F238E27FC236}">
                  <a16:creationId xmlns:a16="http://schemas.microsoft.com/office/drawing/2014/main" id="{9694590A-3336-DB0E-14DB-8C4D2DCED789}"/>
                </a:ext>
              </a:extLst>
            </p:cNvPr>
            <p:cNvSpPr/>
            <p:nvPr/>
          </p:nvSpPr>
          <p:spPr bwMode="gray">
            <a:xfrm>
              <a:off x="545084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4" name="Forme libre : forme 6353">
              <a:extLst>
                <a:ext uri="{FF2B5EF4-FFF2-40B4-BE49-F238E27FC236}">
                  <a16:creationId xmlns:a16="http://schemas.microsoft.com/office/drawing/2014/main" id="{207E106F-7AD4-A8CC-92C4-45A1063250FF}"/>
                </a:ext>
              </a:extLst>
            </p:cNvPr>
            <p:cNvSpPr/>
            <p:nvPr/>
          </p:nvSpPr>
          <p:spPr bwMode="gray">
            <a:xfrm>
              <a:off x="54013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5" name="Forme libre : forme 6354">
              <a:extLst>
                <a:ext uri="{FF2B5EF4-FFF2-40B4-BE49-F238E27FC236}">
                  <a16:creationId xmlns:a16="http://schemas.microsoft.com/office/drawing/2014/main" id="{C9540276-4BB0-3AE0-3F79-174E435B24DD}"/>
                </a:ext>
              </a:extLst>
            </p:cNvPr>
            <p:cNvSpPr/>
            <p:nvPr/>
          </p:nvSpPr>
          <p:spPr bwMode="gray">
            <a:xfrm>
              <a:off x="53517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6" name="Forme libre : forme 6355">
              <a:extLst>
                <a:ext uri="{FF2B5EF4-FFF2-40B4-BE49-F238E27FC236}">
                  <a16:creationId xmlns:a16="http://schemas.microsoft.com/office/drawing/2014/main" id="{B51C2088-9897-D416-427C-3FD4F4320A2B}"/>
                </a:ext>
              </a:extLst>
            </p:cNvPr>
            <p:cNvSpPr/>
            <p:nvPr/>
          </p:nvSpPr>
          <p:spPr bwMode="gray">
            <a:xfrm>
              <a:off x="53035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7" name="Forme libre : forme 6356">
              <a:extLst>
                <a:ext uri="{FF2B5EF4-FFF2-40B4-BE49-F238E27FC236}">
                  <a16:creationId xmlns:a16="http://schemas.microsoft.com/office/drawing/2014/main" id="{3315BDB4-9F04-9C14-4AE3-8024A231CE14}"/>
                </a:ext>
              </a:extLst>
            </p:cNvPr>
            <p:cNvSpPr/>
            <p:nvPr/>
          </p:nvSpPr>
          <p:spPr bwMode="gray">
            <a:xfrm>
              <a:off x="525399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8" name="Forme libre : forme 6357">
              <a:extLst>
                <a:ext uri="{FF2B5EF4-FFF2-40B4-BE49-F238E27FC236}">
                  <a16:creationId xmlns:a16="http://schemas.microsoft.com/office/drawing/2014/main" id="{33A8B2FC-9453-D716-70FD-11D7380D7821}"/>
                </a:ext>
              </a:extLst>
            </p:cNvPr>
            <p:cNvSpPr/>
            <p:nvPr/>
          </p:nvSpPr>
          <p:spPr bwMode="gray">
            <a:xfrm>
              <a:off x="52057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59" name="Forme libre : forme 6358">
              <a:extLst>
                <a:ext uri="{FF2B5EF4-FFF2-40B4-BE49-F238E27FC236}">
                  <a16:creationId xmlns:a16="http://schemas.microsoft.com/office/drawing/2014/main" id="{941937DF-9B37-C54C-24F2-472890613836}"/>
                </a:ext>
              </a:extLst>
            </p:cNvPr>
            <p:cNvSpPr/>
            <p:nvPr/>
          </p:nvSpPr>
          <p:spPr bwMode="gray">
            <a:xfrm>
              <a:off x="51562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0" name="Forme libre : forme 6359">
              <a:extLst>
                <a:ext uri="{FF2B5EF4-FFF2-40B4-BE49-F238E27FC236}">
                  <a16:creationId xmlns:a16="http://schemas.microsoft.com/office/drawing/2014/main" id="{9E3D9799-200D-617D-12CD-075456471C2B}"/>
                </a:ext>
              </a:extLst>
            </p:cNvPr>
            <p:cNvSpPr/>
            <p:nvPr/>
          </p:nvSpPr>
          <p:spPr bwMode="gray">
            <a:xfrm>
              <a:off x="510667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1" name="Forme libre : forme 6360">
              <a:extLst>
                <a:ext uri="{FF2B5EF4-FFF2-40B4-BE49-F238E27FC236}">
                  <a16:creationId xmlns:a16="http://schemas.microsoft.com/office/drawing/2014/main" id="{D72FA0FB-9C44-F711-B650-5CBE280C02FC}"/>
                </a:ext>
              </a:extLst>
            </p:cNvPr>
            <p:cNvSpPr/>
            <p:nvPr/>
          </p:nvSpPr>
          <p:spPr bwMode="gray">
            <a:xfrm>
              <a:off x="50584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2" name="Forme libre : forme 6361">
              <a:extLst>
                <a:ext uri="{FF2B5EF4-FFF2-40B4-BE49-F238E27FC236}">
                  <a16:creationId xmlns:a16="http://schemas.microsoft.com/office/drawing/2014/main" id="{EA3B19F1-095D-3323-0E69-A3AB1AAF930A}"/>
                </a:ext>
              </a:extLst>
            </p:cNvPr>
            <p:cNvSpPr/>
            <p:nvPr/>
          </p:nvSpPr>
          <p:spPr bwMode="gray">
            <a:xfrm>
              <a:off x="50088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3" name="Forme libre : forme 6362">
              <a:extLst>
                <a:ext uri="{FF2B5EF4-FFF2-40B4-BE49-F238E27FC236}">
                  <a16:creationId xmlns:a16="http://schemas.microsoft.com/office/drawing/2014/main" id="{DD59D8B8-254A-4A85-1868-5B98C84A26A5}"/>
                </a:ext>
              </a:extLst>
            </p:cNvPr>
            <p:cNvSpPr/>
            <p:nvPr/>
          </p:nvSpPr>
          <p:spPr bwMode="gray">
            <a:xfrm>
              <a:off x="49606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4" name="Forme libre : forme 6363">
              <a:extLst>
                <a:ext uri="{FF2B5EF4-FFF2-40B4-BE49-F238E27FC236}">
                  <a16:creationId xmlns:a16="http://schemas.microsoft.com/office/drawing/2014/main" id="{284A0171-9CAD-A1E0-EACF-BE03D8F5B7BD}"/>
                </a:ext>
              </a:extLst>
            </p:cNvPr>
            <p:cNvSpPr/>
            <p:nvPr/>
          </p:nvSpPr>
          <p:spPr bwMode="gray">
            <a:xfrm>
              <a:off x="491109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5" name="Forme libre : forme 6364">
              <a:extLst>
                <a:ext uri="{FF2B5EF4-FFF2-40B4-BE49-F238E27FC236}">
                  <a16:creationId xmlns:a16="http://schemas.microsoft.com/office/drawing/2014/main" id="{70EC28CC-0737-2B4E-D66D-AEE39BA1239A}"/>
                </a:ext>
              </a:extLst>
            </p:cNvPr>
            <p:cNvSpPr/>
            <p:nvPr/>
          </p:nvSpPr>
          <p:spPr bwMode="gray">
            <a:xfrm>
              <a:off x="486156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6" name="Forme libre : forme 6365">
              <a:extLst>
                <a:ext uri="{FF2B5EF4-FFF2-40B4-BE49-F238E27FC236}">
                  <a16:creationId xmlns:a16="http://schemas.microsoft.com/office/drawing/2014/main" id="{9FD83968-B62E-FC39-09E5-1888F33BCC95}"/>
                </a:ext>
              </a:extLst>
            </p:cNvPr>
            <p:cNvSpPr/>
            <p:nvPr/>
          </p:nvSpPr>
          <p:spPr bwMode="gray">
            <a:xfrm>
              <a:off x="48133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7" name="Forme libre : forme 6366">
              <a:extLst>
                <a:ext uri="{FF2B5EF4-FFF2-40B4-BE49-F238E27FC236}">
                  <a16:creationId xmlns:a16="http://schemas.microsoft.com/office/drawing/2014/main" id="{3F5DF4B5-9F9D-AADB-602B-D7324161690B}"/>
                </a:ext>
              </a:extLst>
            </p:cNvPr>
            <p:cNvSpPr/>
            <p:nvPr/>
          </p:nvSpPr>
          <p:spPr bwMode="gray">
            <a:xfrm>
              <a:off x="476377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8" name="Forme libre : forme 6367">
              <a:extLst>
                <a:ext uri="{FF2B5EF4-FFF2-40B4-BE49-F238E27FC236}">
                  <a16:creationId xmlns:a16="http://schemas.microsoft.com/office/drawing/2014/main" id="{5D45DB3B-DC67-3B13-F8E3-C4EABE083C98}"/>
                </a:ext>
              </a:extLst>
            </p:cNvPr>
            <p:cNvSpPr/>
            <p:nvPr/>
          </p:nvSpPr>
          <p:spPr bwMode="gray">
            <a:xfrm>
              <a:off x="47155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69" name="Forme libre : forme 6368">
              <a:extLst>
                <a:ext uri="{FF2B5EF4-FFF2-40B4-BE49-F238E27FC236}">
                  <a16:creationId xmlns:a16="http://schemas.microsoft.com/office/drawing/2014/main" id="{67F30CF8-29B2-13FA-68F1-304ED3398715}"/>
                </a:ext>
              </a:extLst>
            </p:cNvPr>
            <p:cNvSpPr/>
            <p:nvPr/>
          </p:nvSpPr>
          <p:spPr bwMode="gray">
            <a:xfrm>
              <a:off x="46659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0" name="Forme libre : forme 6369">
              <a:extLst>
                <a:ext uri="{FF2B5EF4-FFF2-40B4-BE49-F238E27FC236}">
                  <a16:creationId xmlns:a16="http://schemas.microsoft.com/office/drawing/2014/main" id="{B9E03D84-EA1D-EEDA-9549-0A15D6770159}"/>
                </a:ext>
              </a:extLst>
            </p:cNvPr>
            <p:cNvSpPr/>
            <p:nvPr/>
          </p:nvSpPr>
          <p:spPr bwMode="gray">
            <a:xfrm>
              <a:off x="46177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1" name="Forme libre : forme 6370">
              <a:extLst>
                <a:ext uri="{FF2B5EF4-FFF2-40B4-BE49-F238E27FC236}">
                  <a16:creationId xmlns:a16="http://schemas.microsoft.com/office/drawing/2014/main" id="{407A47A7-8B4F-A156-B3BE-6777BF95E1B9}"/>
                </a:ext>
              </a:extLst>
            </p:cNvPr>
            <p:cNvSpPr/>
            <p:nvPr/>
          </p:nvSpPr>
          <p:spPr bwMode="gray">
            <a:xfrm>
              <a:off x="456819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2" name="Forme libre : forme 6371">
              <a:extLst>
                <a:ext uri="{FF2B5EF4-FFF2-40B4-BE49-F238E27FC236}">
                  <a16:creationId xmlns:a16="http://schemas.microsoft.com/office/drawing/2014/main" id="{C44EA610-DCD0-0BA3-B78C-7FA87332D9F7}"/>
                </a:ext>
              </a:extLst>
            </p:cNvPr>
            <p:cNvSpPr/>
            <p:nvPr/>
          </p:nvSpPr>
          <p:spPr bwMode="gray">
            <a:xfrm>
              <a:off x="451866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3" name="Forme libre : forme 6372">
              <a:extLst>
                <a:ext uri="{FF2B5EF4-FFF2-40B4-BE49-F238E27FC236}">
                  <a16:creationId xmlns:a16="http://schemas.microsoft.com/office/drawing/2014/main" id="{6018C78E-6040-933F-5B1D-0B09F3476BA6}"/>
                </a:ext>
              </a:extLst>
            </p:cNvPr>
            <p:cNvSpPr/>
            <p:nvPr/>
          </p:nvSpPr>
          <p:spPr bwMode="gray">
            <a:xfrm>
              <a:off x="44704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4" name="Forme libre : forme 6373">
              <a:extLst>
                <a:ext uri="{FF2B5EF4-FFF2-40B4-BE49-F238E27FC236}">
                  <a16:creationId xmlns:a16="http://schemas.microsoft.com/office/drawing/2014/main" id="{FC8AB0EB-AA82-AF3F-9CA9-8C8DF8117DB5}"/>
                </a:ext>
              </a:extLst>
            </p:cNvPr>
            <p:cNvSpPr/>
            <p:nvPr/>
          </p:nvSpPr>
          <p:spPr bwMode="gray">
            <a:xfrm>
              <a:off x="43726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5" name="Forme libre : forme 6374">
              <a:extLst>
                <a:ext uri="{FF2B5EF4-FFF2-40B4-BE49-F238E27FC236}">
                  <a16:creationId xmlns:a16="http://schemas.microsoft.com/office/drawing/2014/main" id="{8E7D141A-2C9C-520C-21E5-44C85F39D8BC}"/>
                </a:ext>
              </a:extLst>
            </p:cNvPr>
            <p:cNvSpPr/>
            <p:nvPr/>
          </p:nvSpPr>
          <p:spPr bwMode="gray">
            <a:xfrm>
              <a:off x="43230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6" name="Forme libre : forme 6375">
              <a:extLst>
                <a:ext uri="{FF2B5EF4-FFF2-40B4-BE49-F238E27FC236}">
                  <a16:creationId xmlns:a16="http://schemas.microsoft.com/office/drawing/2014/main" id="{E9BE6154-D66F-B964-764B-9E0D555EBDD7}"/>
                </a:ext>
              </a:extLst>
            </p:cNvPr>
            <p:cNvSpPr/>
            <p:nvPr/>
          </p:nvSpPr>
          <p:spPr bwMode="gray">
            <a:xfrm>
              <a:off x="417576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7" name="Forme libre : forme 6376">
              <a:extLst>
                <a:ext uri="{FF2B5EF4-FFF2-40B4-BE49-F238E27FC236}">
                  <a16:creationId xmlns:a16="http://schemas.microsoft.com/office/drawing/2014/main" id="{5370DCAF-3C28-4E76-8A5E-15A12123AFBA}"/>
                </a:ext>
              </a:extLst>
            </p:cNvPr>
            <p:cNvSpPr/>
            <p:nvPr/>
          </p:nvSpPr>
          <p:spPr bwMode="gray">
            <a:xfrm>
              <a:off x="37833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8" name="Forme libre : forme 6377">
              <a:extLst>
                <a:ext uri="{FF2B5EF4-FFF2-40B4-BE49-F238E27FC236}">
                  <a16:creationId xmlns:a16="http://schemas.microsoft.com/office/drawing/2014/main" id="{E0A56E02-A08A-FD86-37B7-2CE0DCEBB60D}"/>
                </a:ext>
              </a:extLst>
            </p:cNvPr>
            <p:cNvSpPr/>
            <p:nvPr/>
          </p:nvSpPr>
          <p:spPr bwMode="gray">
            <a:xfrm>
              <a:off x="373507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79" name="Forme libre : forme 6378">
              <a:extLst>
                <a:ext uri="{FF2B5EF4-FFF2-40B4-BE49-F238E27FC236}">
                  <a16:creationId xmlns:a16="http://schemas.microsoft.com/office/drawing/2014/main" id="{979D5EF0-2429-EA58-6EC6-6A4713437713}"/>
                </a:ext>
              </a:extLst>
            </p:cNvPr>
            <p:cNvSpPr/>
            <p:nvPr/>
          </p:nvSpPr>
          <p:spPr bwMode="gray">
            <a:xfrm>
              <a:off x="368554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0" name="Forme libre : forme 6379">
              <a:extLst>
                <a:ext uri="{FF2B5EF4-FFF2-40B4-BE49-F238E27FC236}">
                  <a16:creationId xmlns:a16="http://schemas.microsoft.com/office/drawing/2014/main" id="{54A4C0E6-AFA4-B005-E3BF-00F5D443104E}"/>
                </a:ext>
              </a:extLst>
            </p:cNvPr>
            <p:cNvSpPr/>
            <p:nvPr/>
          </p:nvSpPr>
          <p:spPr bwMode="gray">
            <a:xfrm>
              <a:off x="36372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1" name="Forme libre : forme 6380">
              <a:extLst>
                <a:ext uri="{FF2B5EF4-FFF2-40B4-BE49-F238E27FC236}">
                  <a16:creationId xmlns:a16="http://schemas.microsoft.com/office/drawing/2014/main" id="{B83D5AEA-E3F3-C213-CE71-C7C8B2B2CEC4}"/>
                </a:ext>
              </a:extLst>
            </p:cNvPr>
            <p:cNvSpPr/>
            <p:nvPr/>
          </p:nvSpPr>
          <p:spPr bwMode="gray">
            <a:xfrm>
              <a:off x="20688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2" name="Forme libre : forme 6381">
              <a:extLst>
                <a:ext uri="{FF2B5EF4-FFF2-40B4-BE49-F238E27FC236}">
                  <a16:creationId xmlns:a16="http://schemas.microsoft.com/office/drawing/2014/main" id="{2C499AB5-591A-02E1-EB63-20E09B5E05CC}"/>
                </a:ext>
              </a:extLst>
            </p:cNvPr>
            <p:cNvSpPr/>
            <p:nvPr/>
          </p:nvSpPr>
          <p:spPr bwMode="gray">
            <a:xfrm>
              <a:off x="20193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3" name="Forme libre : forme 6382">
              <a:extLst>
                <a:ext uri="{FF2B5EF4-FFF2-40B4-BE49-F238E27FC236}">
                  <a16:creationId xmlns:a16="http://schemas.microsoft.com/office/drawing/2014/main" id="{B3E30EDC-8BEC-546F-2D83-6DB636600A1F}"/>
                </a:ext>
              </a:extLst>
            </p:cNvPr>
            <p:cNvSpPr/>
            <p:nvPr/>
          </p:nvSpPr>
          <p:spPr bwMode="gray">
            <a:xfrm>
              <a:off x="196977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4" name="Forme libre : forme 6383">
              <a:extLst>
                <a:ext uri="{FF2B5EF4-FFF2-40B4-BE49-F238E27FC236}">
                  <a16:creationId xmlns:a16="http://schemas.microsoft.com/office/drawing/2014/main" id="{23082AF3-543F-8D8B-1E1A-4E5CA24B7161}"/>
                </a:ext>
              </a:extLst>
            </p:cNvPr>
            <p:cNvSpPr/>
            <p:nvPr/>
          </p:nvSpPr>
          <p:spPr bwMode="gray">
            <a:xfrm>
              <a:off x="192151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5" name="Forme libre : forme 6384">
              <a:extLst>
                <a:ext uri="{FF2B5EF4-FFF2-40B4-BE49-F238E27FC236}">
                  <a16:creationId xmlns:a16="http://schemas.microsoft.com/office/drawing/2014/main" id="{11D76650-9763-8BD0-D2AA-5B5F798D0248}"/>
                </a:ext>
              </a:extLst>
            </p:cNvPr>
            <p:cNvSpPr/>
            <p:nvPr/>
          </p:nvSpPr>
          <p:spPr bwMode="gray">
            <a:xfrm>
              <a:off x="187198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6" name="Forme libre : forme 6385">
              <a:extLst>
                <a:ext uri="{FF2B5EF4-FFF2-40B4-BE49-F238E27FC236}">
                  <a16:creationId xmlns:a16="http://schemas.microsoft.com/office/drawing/2014/main" id="{CDF5FD37-175B-4669-3BB3-55F7E6892687}"/>
                </a:ext>
              </a:extLst>
            </p:cNvPr>
            <p:cNvSpPr/>
            <p:nvPr/>
          </p:nvSpPr>
          <p:spPr bwMode="gray">
            <a:xfrm>
              <a:off x="182372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7" name="Forme libre : forme 6386">
              <a:extLst>
                <a:ext uri="{FF2B5EF4-FFF2-40B4-BE49-F238E27FC236}">
                  <a16:creationId xmlns:a16="http://schemas.microsoft.com/office/drawing/2014/main" id="{9F48BA0F-4229-5281-6F2D-0D8F1195AAE0}"/>
                </a:ext>
              </a:extLst>
            </p:cNvPr>
            <p:cNvSpPr/>
            <p:nvPr/>
          </p:nvSpPr>
          <p:spPr bwMode="gray">
            <a:xfrm>
              <a:off x="177419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8" name="Forme libre : forme 6387">
              <a:extLst>
                <a:ext uri="{FF2B5EF4-FFF2-40B4-BE49-F238E27FC236}">
                  <a16:creationId xmlns:a16="http://schemas.microsoft.com/office/drawing/2014/main" id="{D54F0847-9BD6-654A-3DB5-F218FEA8FD09}"/>
                </a:ext>
              </a:extLst>
            </p:cNvPr>
            <p:cNvSpPr/>
            <p:nvPr/>
          </p:nvSpPr>
          <p:spPr bwMode="gray">
            <a:xfrm>
              <a:off x="172593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89" name="Forme libre : forme 6388">
              <a:extLst>
                <a:ext uri="{FF2B5EF4-FFF2-40B4-BE49-F238E27FC236}">
                  <a16:creationId xmlns:a16="http://schemas.microsoft.com/office/drawing/2014/main" id="{6346FF00-A72F-6048-BB5B-90615F2A72C0}"/>
                </a:ext>
              </a:extLst>
            </p:cNvPr>
            <p:cNvSpPr/>
            <p:nvPr/>
          </p:nvSpPr>
          <p:spPr bwMode="gray">
            <a:xfrm>
              <a:off x="167640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0" name="Forme libre : forme 6389">
              <a:extLst>
                <a:ext uri="{FF2B5EF4-FFF2-40B4-BE49-F238E27FC236}">
                  <a16:creationId xmlns:a16="http://schemas.microsoft.com/office/drawing/2014/main" id="{FF23A282-1DD7-4144-EECF-0EB5106CD70E}"/>
                </a:ext>
              </a:extLst>
            </p:cNvPr>
            <p:cNvSpPr/>
            <p:nvPr/>
          </p:nvSpPr>
          <p:spPr bwMode="gray">
            <a:xfrm>
              <a:off x="1626870" y="30695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1" name="Forme libre : forme 6390">
              <a:extLst>
                <a:ext uri="{FF2B5EF4-FFF2-40B4-BE49-F238E27FC236}">
                  <a16:creationId xmlns:a16="http://schemas.microsoft.com/office/drawing/2014/main" id="{D65E8810-778C-EAE4-28D8-D78078D823C0}"/>
                </a:ext>
              </a:extLst>
            </p:cNvPr>
            <p:cNvSpPr/>
            <p:nvPr/>
          </p:nvSpPr>
          <p:spPr bwMode="gray">
            <a:xfrm>
              <a:off x="157861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2" name="Forme libre : forme 6391">
              <a:extLst>
                <a:ext uri="{FF2B5EF4-FFF2-40B4-BE49-F238E27FC236}">
                  <a16:creationId xmlns:a16="http://schemas.microsoft.com/office/drawing/2014/main" id="{875E8DBC-039B-CC3A-6BF7-93F688A77BA8}"/>
                </a:ext>
              </a:extLst>
            </p:cNvPr>
            <p:cNvSpPr/>
            <p:nvPr/>
          </p:nvSpPr>
          <p:spPr bwMode="gray">
            <a:xfrm>
              <a:off x="152908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3" name="Forme libre : forme 6392">
              <a:extLst>
                <a:ext uri="{FF2B5EF4-FFF2-40B4-BE49-F238E27FC236}">
                  <a16:creationId xmlns:a16="http://schemas.microsoft.com/office/drawing/2014/main" id="{BB664C75-2BC9-CD37-46F6-EAD7FAE198CB}"/>
                </a:ext>
              </a:extLst>
            </p:cNvPr>
            <p:cNvSpPr/>
            <p:nvPr/>
          </p:nvSpPr>
          <p:spPr bwMode="gray">
            <a:xfrm>
              <a:off x="148082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4" name="Forme libre : forme 6393">
              <a:extLst>
                <a:ext uri="{FF2B5EF4-FFF2-40B4-BE49-F238E27FC236}">
                  <a16:creationId xmlns:a16="http://schemas.microsoft.com/office/drawing/2014/main" id="{B71C87AF-968C-05D1-7D18-804848E7BA46}"/>
                </a:ext>
              </a:extLst>
            </p:cNvPr>
            <p:cNvSpPr/>
            <p:nvPr/>
          </p:nvSpPr>
          <p:spPr bwMode="gray">
            <a:xfrm>
              <a:off x="143129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5" name="Forme libre : forme 6394">
              <a:extLst>
                <a:ext uri="{FF2B5EF4-FFF2-40B4-BE49-F238E27FC236}">
                  <a16:creationId xmlns:a16="http://schemas.microsoft.com/office/drawing/2014/main" id="{247E2449-B5EF-48F5-FE61-B2E9955CB5FE}"/>
                </a:ext>
              </a:extLst>
            </p:cNvPr>
            <p:cNvSpPr/>
            <p:nvPr/>
          </p:nvSpPr>
          <p:spPr bwMode="gray">
            <a:xfrm>
              <a:off x="138176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6" name="Forme libre : forme 6395">
              <a:extLst>
                <a:ext uri="{FF2B5EF4-FFF2-40B4-BE49-F238E27FC236}">
                  <a16:creationId xmlns:a16="http://schemas.microsoft.com/office/drawing/2014/main" id="{9DCC0BBA-E302-F065-F53F-F4AA455972ED}"/>
                </a:ext>
              </a:extLst>
            </p:cNvPr>
            <p:cNvSpPr/>
            <p:nvPr/>
          </p:nvSpPr>
          <p:spPr bwMode="gray">
            <a:xfrm>
              <a:off x="133350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7" name="Forme libre : forme 6396">
              <a:extLst>
                <a:ext uri="{FF2B5EF4-FFF2-40B4-BE49-F238E27FC236}">
                  <a16:creationId xmlns:a16="http://schemas.microsoft.com/office/drawing/2014/main" id="{96D3C0FC-89DC-8904-1871-4F088F6B5A7D}"/>
                </a:ext>
              </a:extLst>
            </p:cNvPr>
            <p:cNvSpPr/>
            <p:nvPr/>
          </p:nvSpPr>
          <p:spPr bwMode="gray">
            <a:xfrm>
              <a:off x="128397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8" name="Forme libre : forme 6397">
              <a:extLst>
                <a:ext uri="{FF2B5EF4-FFF2-40B4-BE49-F238E27FC236}">
                  <a16:creationId xmlns:a16="http://schemas.microsoft.com/office/drawing/2014/main" id="{34C37833-4BAF-0F5E-E347-01D9C5376D1A}"/>
                </a:ext>
              </a:extLst>
            </p:cNvPr>
            <p:cNvSpPr/>
            <p:nvPr/>
          </p:nvSpPr>
          <p:spPr bwMode="gray">
            <a:xfrm>
              <a:off x="123571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99" name="Forme libre : forme 6398">
              <a:extLst>
                <a:ext uri="{FF2B5EF4-FFF2-40B4-BE49-F238E27FC236}">
                  <a16:creationId xmlns:a16="http://schemas.microsoft.com/office/drawing/2014/main" id="{46191041-C09A-ADC7-C3BC-B2C56D73675C}"/>
                </a:ext>
              </a:extLst>
            </p:cNvPr>
            <p:cNvSpPr/>
            <p:nvPr/>
          </p:nvSpPr>
          <p:spPr bwMode="gray">
            <a:xfrm>
              <a:off x="118618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0" name="Forme libre : forme 6399">
              <a:extLst>
                <a:ext uri="{FF2B5EF4-FFF2-40B4-BE49-F238E27FC236}">
                  <a16:creationId xmlns:a16="http://schemas.microsoft.com/office/drawing/2014/main" id="{87EAA173-726F-444C-4BDD-F8F2CDE30E02}"/>
                </a:ext>
              </a:extLst>
            </p:cNvPr>
            <p:cNvSpPr/>
            <p:nvPr/>
          </p:nvSpPr>
          <p:spPr bwMode="gray">
            <a:xfrm>
              <a:off x="113665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1" name="Forme libre : forme 6400">
              <a:extLst>
                <a:ext uri="{FF2B5EF4-FFF2-40B4-BE49-F238E27FC236}">
                  <a16:creationId xmlns:a16="http://schemas.microsoft.com/office/drawing/2014/main" id="{44A9A8EF-341D-E0C0-0D78-B48707183EEB}"/>
                </a:ext>
              </a:extLst>
            </p:cNvPr>
            <p:cNvSpPr/>
            <p:nvPr/>
          </p:nvSpPr>
          <p:spPr bwMode="gray">
            <a:xfrm>
              <a:off x="108839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2" name="Forme libre : forme 6401">
              <a:extLst>
                <a:ext uri="{FF2B5EF4-FFF2-40B4-BE49-F238E27FC236}">
                  <a16:creationId xmlns:a16="http://schemas.microsoft.com/office/drawing/2014/main" id="{24342B7F-8006-5017-6468-0AADC0CD8213}"/>
                </a:ext>
              </a:extLst>
            </p:cNvPr>
            <p:cNvSpPr/>
            <p:nvPr/>
          </p:nvSpPr>
          <p:spPr bwMode="gray">
            <a:xfrm>
              <a:off x="1038860" y="30695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3" name="Forme libre : forme 6402">
              <a:extLst>
                <a:ext uri="{FF2B5EF4-FFF2-40B4-BE49-F238E27FC236}">
                  <a16:creationId xmlns:a16="http://schemas.microsoft.com/office/drawing/2014/main" id="{EFE14887-AAD4-24CD-5034-75CC9CD819B4}"/>
                </a:ext>
              </a:extLst>
            </p:cNvPr>
            <p:cNvSpPr/>
            <p:nvPr/>
          </p:nvSpPr>
          <p:spPr bwMode="gray">
            <a:xfrm>
              <a:off x="706755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4" name="Forme libre : forme 6403">
              <a:extLst>
                <a:ext uri="{FF2B5EF4-FFF2-40B4-BE49-F238E27FC236}">
                  <a16:creationId xmlns:a16="http://schemas.microsoft.com/office/drawing/2014/main" id="{79596F48-E2DF-FB1C-9217-CB4C8A72DCA6}"/>
                </a:ext>
              </a:extLst>
            </p:cNvPr>
            <p:cNvSpPr/>
            <p:nvPr/>
          </p:nvSpPr>
          <p:spPr bwMode="gray">
            <a:xfrm>
              <a:off x="7019289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5" name="Forme libre : forme 6404">
              <a:extLst>
                <a:ext uri="{FF2B5EF4-FFF2-40B4-BE49-F238E27FC236}">
                  <a16:creationId xmlns:a16="http://schemas.microsoft.com/office/drawing/2014/main" id="{53CD85E3-8AA2-9937-C778-77BB3D2AB871}"/>
                </a:ext>
              </a:extLst>
            </p:cNvPr>
            <p:cNvSpPr/>
            <p:nvPr/>
          </p:nvSpPr>
          <p:spPr bwMode="gray">
            <a:xfrm>
              <a:off x="677418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6" name="Forme libre : forme 6405">
              <a:extLst>
                <a:ext uri="{FF2B5EF4-FFF2-40B4-BE49-F238E27FC236}">
                  <a16:creationId xmlns:a16="http://schemas.microsoft.com/office/drawing/2014/main" id="{3A81831B-70DB-F508-FE9E-247B71050648}"/>
                </a:ext>
              </a:extLst>
            </p:cNvPr>
            <p:cNvSpPr/>
            <p:nvPr/>
          </p:nvSpPr>
          <p:spPr bwMode="gray">
            <a:xfrm>
              <a:off x="672465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7" name="Forme libre : forme 6406">
              <a:extLst>
                <a:ext uri="{FF2B5EF4-FFF2-40B4-BE49-F238E27FC236}">
                  <a16:creationId xmlns:a16="http://schemas.microsoft.com/office/drawing/2014/main" id="{BE2C24A0-6E95-B774-C6DA-7E1DD92F2BD6}"/>
                </a:ext>
              </a:extLst>
            </p:cNvPr>
            <p:cNvSpPr/>
            <p:nvPr/>
          </p:nvSpPr>
          <p:spPr bwMode="gray">
            <a:xfrm>
              <a:off x="6675119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8" name="Forme libre : forme 6407">
              <a:extLst>
                <a:ext uri="{FF2B5EF4-FFF2-40B4-BE49-F238E27FC236}">
                  <a16:creationId xmlns:a16="http://schemas.microsoft.com/office/drawing/2014/main" id="{93B63571-8B28-26AD-4E36-2BC729FCA1BB}"/>
                </a:ext>
              </a:extLst>
            </p:cNvPr>
            <p:cNvSpPr/>
            <p:nvPr/>
          </p:nvSpPr>
          <p:spPr bwMode="gray">
            <a:xfrm>
              <a:off x="6626859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09" name="Forme libre : forme 6408">
              <a:extLst>
                <a:ext uri="{FF2B5EF4-FFF2-40B4-BE49-F238E27FC236}">
                  <a16:creationId xmlns:a16="http://schemas.microsoft.com/office/drawing/2014/main" id="{78EE6D5B-7137-39A6-B954-10200125B690}"/>
                </a:ext>
              </a:extLst>
            </p:cNvPr>
            <p:cNvSpPr/>
            <p:nvPr/>
          </p:nvSpPr>
          <p:spPr bwMode="gray">
            <a:xfrm>
              <a:off x="6529069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0" name="Forme libre : forme 6409">
              <a:extLst>
                <a:ext uri="{FF2B5EF4-FFF2-40B4-BE49-F238E27FC236}">
                  <a16:creationId xmlns:a16="http://schemas.microsoft.com/office/drawing/2014/main" id="{1F623581-6792-931A-7BA5-782AD15EF9DF}"/>
                </a:ext>
              </a:extLst>
            </p:cNvPr>
            <p:cNvSpPr/>
            <p:nvPr/>
          </p:nvSpPr>
          <p:spPr bwMode="gray">
            <a:xfrm>
              <a:off x="647954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1" name="Forme libre : forme 6410">
              <a:extLst>
                <a:ext uri="{FF2B5EF4-FFF2-40B4-BE49-F238E27FC236}">
                  <a16:creationId xmlns:a16="http://schemas.microsoft.com/office/drawing/2014/main" id="{0E1527FE-5EED-C38B-F4D9-A2D2921DD35B}"/>
                </a:ext>
              </a:extLst>
            </p:cNvPr>
            <p:cNvSpPr/>
            <p:nvPr/>
          </p:nvSpPr>
          <p:spPr bwMode="gray">
            <a:xfrm>
              <a:off x="64300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2" name="Forme libre : forme 6411">
              <a:extLst>
                <a:ext uri="{FF2B5EF4-FFF2-40B4-BE49-F238E27FC236}">
                  <a16:creationId xmlns:a16="http://schemas.microsoft.com/office/drawing/2014/main" id="{76F916DF-CF16-A490-E254-4143A5222B4F}"/>
                </a:ext>
              </a:extLst>
            </p:cNvPr>
            <p:cNvSpPr/>
            <p:nvPr/>
          </p:nvSpPr>
          <p:spPr bwMode="gray">
            <a:xfrm>
              <a:off x="638175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3" name="Forme libre : forme 6412">
              <a:extLst>
                <a:ext uri="{FF2B5EF4-FFF2-40B4-BE49-F238E27FC236}">
                  <a16:creationId xmlns:a16="http://schemas.microsoft.com/office/drawing/2014/main" id="{C1168C9A-5516-058E-FFB4-3B7EA09744FC}"/>
                </a:ext>
              </a:extLst>
            </p:cNvPr>
            <p:cNvSpPr/>
            <p:nvPr/>
          </p:nvSpPr>
          <p:spPr bwMode="gray">
            <a:xfrm>
              <a:off x="63322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4" name="Forme libre : forme 6413">
              <a:extLst>
                <a:ext uri="{FF2B5EF4-FFF2-40B4-BE49-F238E27FC236}">
                  <a16:creationId xmlns:a16="http://schemas.microsoft.com/office/drawing/2014/main" id="{FF3FED99-A8D3-9736-C8E8-CD527751C277}"/>
                </a:ext>
              </a:extLst>
            </p:cNvPr>
            <p:cNvSpPr/>
            <p:nvPr/>
          </p:nvSpPr>
          <p:spPr bwMode="gray">
            <a:xfrm>
              <a:off x="628396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5" name="Forme libre : forme 6414">
              <a:extLst>
                <a:ext uri="{FF2B5EF4-FFF2-40B4-BE49-F238E27FC236}">
                  <a16:creationId xmlns:a16="http://schemas.microsoft.com/office/drawing/2014/main" id="{3DEBF80C-698E-CEFC-6149-DE65FEBE1706}"/>
                </a:ext>
              </a:extLst>
            </p:cNvPr>
            <p:cNvSpPr/>
            <p:nvPr/>
          </p:nvSpPr>
          <p:spPr bwMode="gray">
            <a:xfrm>
              <a:off x="62344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6" name="Forme libre : forme 6415">
              <a:extLst>
                <a:ext uri="{FF2B5EF4-FFF2-40B4-BE49-F238E27FC236}">
                  <a16:creationId xmlns:a16="http://schemas.microsoft.com/office/drawing/2014/main" id="{ED31815C-E57F-79EE-5026-CA7665D05403}"/>
                </a:ext>
              </a:extLst>
            </p:cNvPr>
            <p:cNvSpPr/>
            <p:nvPr/>
          </p:nvSpPr>
          <p:spPr bwMode="gray">
            <a:xfrm>
              <a:off x="61849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7" name="Forme libre : forme 6416">
              <a:extLst>
                <a:ext uri="{FF2B5EF4-FFF2-40B4-BE49-F238E27FC236}">
                  <a16:creationId xmlns:a16="http://schemas.microsoft.com/office/drawing/2014/main" id="{BA97ED45-53E4-60B2-73A2-F4B8068B57A7}"/>
                </a:ext>
              </a:extLst>
            </p:cNvPr>
            <p:cNvSpPr/>
            <p:nvPr/>
          </p:nvSpPr>
          <p:spPr bwMode="gray">
            <a:xfrm>
              <a:off x="613664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8" name="Forme libre : forme 6417">
              <a:extLst>
                <a:ext uri="{FF2B5EF4-FFF2-40B4-BE49-F238E27FC236}">
                  <a16:creationId xmlns:a16="http://schemas.microsoft.com/office/drawing/2014/main" id="{6B549F46-3F3F-4FA7-6204-1909A36B1C79}"/>
                </a:ext>
              </a:extLst>
            </p:cNvPr>
            <p:cNvSpPr/>
            <p:nvPr/>
          </p:nvSpPr>
          <p:spPr bwMode="gray">
            <a:xfrm>
              <a:off x="60871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19" name="Forme libre : forme 6418">
              <a:extLst>
                <a:ext uri="{FF2B5EF4-FFF2-40B4-BE49-F238E27FC236}">
                  <a16:creationId xmlns:a16="http://schemas.microsoft.com/office/drawing/2014/main" id="{51B1C4D2-4CB2-75AA-D1FB-92A1CAB236B9}"/>
                </a:ext>
              </a:extLst>
            </p:cNvPr>
            <p:cNvSpPr/>
            <p:nvPr/>
          </p:nvSpPr>
          <p:spPr bwMode="gray">
            <a:xfrm>
              <a:off x="603885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0" name="Forme libre : forme 6419">
              <a:extLst>
                <a:ext uri="{FF2B5EF4-FFF2-40B4-BE49-F238E27FC236}">
                  <a16:creationId xmlns:a16="http://schemas.microsoft.com/office/drawing/2014/main" id="{08C289A6-D4F2-B7EE-1360-62DAF2937B7F}"/>
                </a:ext>
              </a:extLst>
            </p:cNvPr>
            <p:cNvSpPr/>
            <p:nvPr/>
          </p:nvSpPr>
          <p:spPr bwMode="gray">
            <a:xfrm>
              <a:off x="59893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1" name="Forme libre : forme 6420">
              <a:extLst>
                <a:ext uri="{FF2B5EF4-FFF2-40B4-BE49-F238E27FC236}">
                  <a16:creationId xmlns:a16="http://schemas.microsoft.com/office/drawing/2014/main" id="{C305E902-2580-4119-B216-FA21C2A18EAA}"/>
                </a:ext>
              </a:extLst>
            </p:cNvPr>
            <p:cNvSpPr/>
            <p:nvPr/>
          </p:nvSpPr>
          <p:spPr bwMode="gray">
            <a:xfrm>
              <a:off x="594106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2" name="Forme libre : forme 6421">
              <a:extLst>
                <a:ext uri="{FF2B5EF4-FFF2-40B4-BE49-F238E27FC236}">
                  <a16:creationId xmlns:a16="http://schemas.microsoft.com/office/drawing/2014/main" id="{3339B234-156D-5F13-582F-A053A12E87AF}"/>
                </a:ext>
              </a:extLst>
            </p:cNvPr>
            <p:cNvSpPr/>
            <p:nvPr/>
          </p:nvSpPr>
          <p:spPr bwMode="gray">
            <a:xfrm>
              <a:off x="58915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3" name="Forme libre : forme 6422">
              <a:extLst>
                <a:ext uri="{FF2B5EF4-FFF2-40B4-BE49-F238E27FC236}">
                  <a16:creationId xmlns:a16="http://schemas.microsoft.com/office/drawing/2014/main" id="{D1FF400A-6A6B-01DD-AFAE-916943A3F7AD}"/>
                </a:ext>
              </a:extLst>
            </p:cNvPr>
            <p:cNvSpPr/>
            <p:nvPr/>
          </p:nvSpPr>
          <p:spPr bwMode="gray">
            <a:xfrm>
              <a:off x="58420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4" name="Forme libre : forme 6423">
              <a:extLst>
                <a:ext uri="{FF2B5EF4-FFF2-40B4-BE49-F238E27FC236}">
                  <a16:creationId xmlns:a16="http://schemas.microsoft.com/office/drawing/2014/main" id="{A1AE2AB7-ABC4-83AB-3BE5-80ECEE98B348}"/>
                </a:ext>
              </a:extLst>
            </p:cNvPr>
            <p:cNvSpPr/>
            <p:nvPr/>
          </p:nvSpPr>
          <p:spPr bwMode="gray">
            <a:xfrm>
              <a:off x="579374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5" name="Forme libre : forme 6424">
              <a:extLst>
                <a:ext uri="{FF2B5EF4-FFF2-40B4-BE49-F238E27FC236}">
                  <a16:creationId xmlns:a16="http://schemas.microsoft.com/office/drawing/2014/main" id="{D54DF87F-270C-F365-46FE-505D3AEDFD1F}"/>
                </a:ext>
              </a:extLst>
            </p:cNvPr>
            <p:cNvSpPr/>
            <p:nvPr/>
          </p:nvSpPr>
          <p:spPr bwMode="gray">
            <a:xfrm>
              <a:off x="57442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6" name="Forme libre : forme 6425">
              <a:extLst>
                <a:ext uri="{FF2B5EF4-FFF2-40B4-BE49-F238E27FC236}">
                  <a16:creationId xmlns:a16="http://schemas.microsoft.com/office/drawing/2014/main" id="{59633FA1-0DDF-074A-C5D4-D7952EDDC3BB}"/>
                </a:ext>
              </a:extLst>
            </p:cNvPr>
            <p:cNvSpPr/>
            <p:nvPr/>
          </p:nvSpPr>
          <p:spPr bwMode="gray">
            <a:xfrm>
              <a:off x="569595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7" name="Forme libre : forme 6426">
              <a:extLst>
                <a:ext uri="{FF2B5EF4-FFF2-40B4-BE49-F238E27FC236}">
                  <a16:creationId xmlns:a16="http://schemas.microsoft.com/office/drawing/2014/main" id="{72044A78-5B42-EDC5-B910-8A3DF5BF5E2D}"/>
                </a:ext>
              </a:extLst>
            </p:cNvPr>
            <p:cNvSpPr/>
            <p:nvPr/>
          </p:nvSpPr>
          <p:spPr bwMode="gray">
            <a:xfrm>
              <a:off x="56464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8" name="Forme libre : forme 6427">
              <a:extLst>
                <a:ext uri="{FF2B5EF4-FFF2-40B4-BE49-F238E27FC236}">
                  <a16:creationId xmlns:a16="http://schemas.microsoft.com/office/drawing/2014/main" id="{BC8AEB94-098B-50B0-7DC8-D9144668D8B2}"/>
                </a:ext>
              </a:extLst>
            </p:cNvPr>
            <p:cNvSpPr/>
            <p:nvPr/>
          </p:nvSpPr>
          <p:spPr bwMode="gray">
            <a:xfrm>
              <a:off x="55968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29" name="Forme libre : forme 6428">
              <a:extLst>
                <a:ext uri="{FF2B5EF4-FFF2-40B4-BE49-F238E27FC236}">
                  <a16:creationId xmlns:a16="http://schemas.microsoft.com/office/drawing/2014/main" id="{B149E08D-2710-0D5A-8132-9C1F2CBD9344}"/>
                </a:ext>
              </a:extLst>
            </p:cNvPr>
            <p:cNvSpPr/>
            <p:nvPr/>
          </p:nvSpPr>
          <p:spPr bwMode="gray">
            <a:xfrm>
              <a:off x="55486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0" name="Forme libre : forme 6429">
              <a:extLst>
                <a:ext uri="{FF2B5EF4-FFF2-40B4-BE49-F238E27FC236}">
                  <a16:creationId xmlns:a16="http://schemas.microsoft.com/office/drawing/2014/main" id="{4B3EF33F-B4DE-7E0B-4A8D-191C00DC211F}"/>
                </a:ext>
              </a:extLst>
            </p:cNvPr>
            <p:cNvSpPr/>
            <p:nvPr/>
          </p:nvSpPr>
          <p:spPr bwMode="gray">
            <a:xfrm>
              <a:off x="54991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1" name="Forme libre : forme 6430">
              <a:extLst>
                <a:ext uri="{FF2B5EF4-FFF2-40B4-BE49-F238E27FC236}">
                  <a16:creationId xmlns:a16="http://schemas.microsoft.com/office/drawing/2014/main" id="{4FC87AC0-2F84-94BE-7783-A7DEDB4D026D}"/>
                </a:ext>
              </a:extLst>
            </p:cNvPr>
            <p:cNvSpPr/>
            <p:nvPr/>
          </p:nvSpPr>
          <p:spPr bwMode="gray">
            <a:xfrm>
              <a:off x="545084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2" name="Forme libre : forme 6431">
              <a:extLst>
                <a:ext uri="{FF2B5EF4-FFF2-40B4-BE49-F238E27FC236}">
                  <a16:creationId xmlns:a16="http://schemas.microsoft.com/office/drawing/2014/main" id="{98842EBC-A489-93E1-82A8-36649D5624F8}"/>
                </a:ext>
              </a:extLst>
            </p:cNvPr>
            <p:cNvSpPr/>
            <p:nvPr/>
          </p:nvSpPr>
          <p:spPr bwMode="gray">
            <a:xfrm>
              <a:off x="54013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3" name="Forme libre : forme 6432">
              <a:extLst>
                <a:ext uri="{FF2B5EF4-FFF2-40B4-BE49-F238E27FC236}">
                  <a16:creationId xmlns:a16="http://schemas.microsoft.com/office/drawing/2014/main" id="{69BF6337-B036-10D8-20AE-703E9374201C}"/>
                </a:ext>
              </a:extLst>
            </p:cNvPr>
            <p:cNvSpPr/>
            <p:nvPr/>
          </p:nvSpPr>
          <p:spPr bwMode="gray">
            <a:xfrm>
              <a:off x="53517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4" name="Forme libre : forme 6433">
              <a:extLst>
                <a:ext uri="{FF2B5EF4-FFF2-40B4-BE49-F238E27FC236}">
                  <a16:creationId xmlns:a16="http://schemas.microsoft.com/office/drawing/2014/main" id="{4A521875-173A-5130-7EBC-15D0319259C0}"/>
                </a:ext>
              </a:extLst>
            </p:cNvPr>
            <p:cNvSpPr/>
            <p:nvPr/>
          </p:nvSpPr>
          <p:spPr bwMode="gray">
            <a:xfrm>
              <a:off x="53035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5" name="Forme libre : forme 6434">
              <a:extLst>
                <a:ext uri="{FF2B5EF4-FFF2-40B4-BE49-F238E27FC236}">
                  <a16:creationId xmlns:a16="http://schemas.microsoft.com/office/drawing/2014/main" id="{3D9FB9C9-990A-13E6-BCFA-6AAF020D30F7}"/>
                </a:ext>
              </a:extLst>
            </p:cNvPr>
            <p:cNvSpPr/>
            <p:nvPr/>
          </p:nvSpPr>
          <p:spPr bwMode="gray">
            <a:xfrm>
              <a:off x="52539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6" name="Forme libre : forme 6435">
              <a:extLst>
                <a:ext uri="{FF2B5EF4-FFF2-40B4-BE49-F238E27FC236}">
                  <a16:creationId xmlns:a16="http://schemas.microsoft.com/office/drawing/2014/main" id="{CC52C7A6-60D9-288F-5E19-943798FD07CD}"/>
                </a:ext>
              </a:extLst>
            </p:cNvPr>
            <p:cNvSpPr/>
            <p:nvPr/>
          </p:nvSpPr>
          <p:spPr bwMode="gray">
            <a:xfrm>
              <a:off x="52057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7" name="Forme libre : forme 6436">
              <a:extLst>
                <a:ext uri="{FF2B5EF4-FFF2-40B4-BE49-F238E27FC236}">
                  <a16:creationId xmlns:a16="http://schemas.microsoft.com/office/drawing/2014/main" id="{764B4AEB-C95C-02E8-0AF6-DDAA976D5083}"/>
                </a:ext>
              </a:extLst>
            </p:cNvPr>
            <p:cNvSpPr/>
            <p:nvPr/>
          </p:nvSpPr>
          <p:spPr bwMode="gray">
            <a:xfrm>
              <a:off x="51562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8" name="Forme libre : forme 6437">
              <a:extLst>
                <a:ext uri="{FF2B5EF4-FFF2-40B4-BE49-F238E27FC236}">
                  <a16:creationId xmlns:a16="http://schemas.microsoft.com/office/drawing/2014/main" id="{409874EB-E085-332C-365B-3737BBB0500B}"/>
                </a:ext>
              </a:extLst>
            </p:cNvPr>
            <p:cNvSpPr/>
            <p:nvPr/>
          </p:nvSpPr>
          <p:spPr bwMode="gray">
            <a:xfrm>
              <a:off x="510667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39" name="Forme libre : forme 6438">
              <a:extLst>
                <a:ext uri="{FF2B5EF4-FFF2-40B4-BE49-F238E27FC236}">
                  <a16:creationId xmlns:a16="http://schemas.microsoft.com/office/drawing/2014/main" id="{AFE47876-2472-6248-CC6A-AF81BD7D3779}"/>
                </a:ext>
              </a:extLst>
            </p:cNvPr>
            <p:cNvSpPr/>
            <p:nvPr/>
          </p:nvSpPr>
          <p:spPr bwMode="gray">
            <a:xfrm>
              <a:off x="50584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0" name="Forme libre : forme 6439">
              <a:extLst>
                <a:ext uri="{FF2B5EF4-FFF2-40B4-BE49-F238E27FC236}">
                  <a16:creationId xmlns:a16="http://schemas.microsoft.com/office/drawing/2014/main" id="{B552D081-003A-D898-DCB2-44942620F1C6}"/>
                </a:ext>
              </a:extLst>
            </p:cNvPr>
            <p:cNvSpPr/>
            <p:nvPr/>
          </p:nvSpPr>
          <p:spPr bwMode="gray">
            <a:xfrm>
              <a:off x="50088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1" name="Forme libre : forme 6440">
              <a:extLst>
                <a:ext uri="{FF2B5EF4-FFF2-40B4-BE49-F238E27FC236}">
                  <a16:creationId xmlns:a16="http://schemas.microsoft.com/office/drawing/2014/main" id="{ABD079E1-112D-A5C6-66A5-1F5384EBD3CB}"/>
                </a:ext>
              </a:extLst>
            </p:cNvPr>
            <p:cNvSpPr/>
            <p:nvPr/>
          </p:nvSpPr>
          <p:spPr bwMode="gray">
            <a:xfrm>
              <a:off x="49606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2" name="Forme libre : forme 6441">
              <a:extLst>
                <a:ext uri="{FF2B5EF4-FFF2-40B4-BE49-F238E27FC236}">
                  <a16:creationId xmlns:a16="http://schemas.microsoft.com/office/drawing/2014/main" id="{BA8D2332-4DF7-D0DC-1990-B45788E077AA}"/>
                </a:ext>
              </a:extLst>
            </p:cNvPr>
            <p:cNvSpPr/>
            <p:nvPr/>
          </p:nvSpPr>
          <p:spPr bwMode="gray">
            <a:xfrm>
              <a:off x="49110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3" name="Forme libre : forme 6442">
              <a:extLst>
                <a:ext uri="{FF2B5EF4-FFF2-40B4-BE49-F238E27FC236}">
                  <a16:creationId xmlns:a16="http://schemas.microsoft.com/office/drawing/2014/main" id="{0E9E3316-50A9-6537-A68E-C4A32A2C86A0}"/>
                </a:ext>
              </a:extLst>
            </p:cNvPr>
            <p:cNvSpPr/>
            <p:nvPr/>
          </p:nvSpPr>
          <p:spPr bwMode="gray">
            <a:xfrm>
              <a:off x="486156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4" name="Forme libre : forme 6443">
              <a:extLst>
                <a:ext uri="{FF2B5EF4-FFF2-40B4-BE49-F238E27FC236}">
                  <a16:creationId xmlns:a16="http://schemas.microsoft.com/office/drawing/2014/main" id="{D64B1C17-57A6-C734-DB94-B2803259841B}"/>
                </a:ext>
              </a:extLst>
            </p:cNvPr>
            <p:cNvSpPr/>
            <p:nvPr/>
          </p:nvSpPr>
          <p:spPr bwMode="gray">
            <a:xfrm>
              <a:off x="48133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5" name="Forme libre : forme 6444">
              <a:extLst>
                <a:ext uri="{FF2B5EF4-FFF2-40B4-BE49-F238E27FC236}">
                  <a16:creationId xmlns:a16="http://schemas.microsoft.com/office/drawing/2014/main" id="{7CBB9D6B-B881-598C-46FA-0DF7F45FD35D}"/>
                </a:ext>
              </a:extLst>
            </p:cNvPr>
            <p:cNvSpPr/>
            <p:nvPr/>
          </p:nvSpPr>
          <p:spPr bwMode="gray">
            <a:xfrm>
              <a:off x="476377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6" name="Forme libre : forme 6445">
              <a:extLst>
                <a:ext uri="{FF2B5EF4-FFF2-40B4-BE49-F238E27FC236}">
                  <a16:creationId xmlns:a16="http://schemas.microsoft.com/office/drawing/2014/main" id="{1ACB412D-0416-F621-FBA0-8224175D7853}"/>
                </a:ext>
              </a:extLst>
            </p:cNvPr>
            <p:cNvSpPr/>
            <p:nvPr/>
          </p:nvSpPr>
          <p:spPr bwMode="gray">
            <a:xfrm>
              <a:off x="47155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7" name="Forme libre : forme 6446">
              <a:extLst>
                <a:ext uri="{FF2B5EF4-FFF2-40B4-BE49-F238E27FC236}">
                  <a16:creationId xmlns:a16="http://schemas.microsoft.com/office/drawing/2014/main" id="{573F7FCB-0F38-B2DE-DB60-D082FDE84DBD}"/>
                </a:ext>
              </a:extLst>
            </p:cNvPr>
            <p:cNvSpPr/>
            <p:nvPr/>
          </p:nvSpPr>
          <p:spPr bwMode="gray">
            <a:xfrm>
              <a:off x="46659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8" name="Forme libre : forme 6447">
              <a:extLst>
                <a:ext uri="{FF2B5EF4-FFF2-40B4-BE49-F238E27FC236}">
                  <a16:creationId xmlns:a16="http://schemas.microsoft.com/office/drawing/2014/main" id="{005559A5-8361-55EB-8A41-A0AC00D695CA}"/>
                </a:ext>
              </a:extLst>
            </p:cNvPr>
            <p:cNvSpPr/>
            <p:nvPr/>
          </p:nvSpPr>
          <p:spPr bwMode="gray">
            <a:xfrm>
              <a:off x="46177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49" name="Forme libre : forme 6448">
              <a:extLst>
                <a:ext uri="{FF2B5EF4-FFF2-40B4-BE49-F238E27FC236}">
                  <a16:creationId xmlns:a16="http://schemas.microsoft.com/office/drawing/2014/main" id="{9248CA0C-5A9B-F459-3577-4097326CAF2C}"/>
                </a:ext>
              </a:extLst>
            </p:cNvPr>
            <p:cNvSpPr/>
            <p:nvPr/>
          </p:nvSpPr>
          <p:spPr bwMode="gray">
            <a:xfrm>
              <a:off x="45681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0" name="Forme libre : forme 6449">
              <a:extLst>
                <a:ext uri="{FF2B5EF4-FFF2-40B4-BE49-F238E27FC236}">
                  <a16:creationId xmlns:a16="http://schemas.microsoft.com/office/drawing/2014/main" id="{F5ADFEC9-F155-AADD-6802-D0EA78BAADE5}"/>
                </a:ext>
              </a:extLst>
            </p:cNvPr>
            <p:cNvSpPr/>
            <p:nvPr/>
          </p:nvSpPr>
          <p:spPr bwMode="gray">
            <a:xfrm>
              <a:off x="451866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1" name="Forme libre : forme 6450">
              <a:extLst>
                <a:ext uri="{FF2B5EF4-FFF2-40B4-BE49-F238E27FC236}">
                  <a16:creationId xmlns:a16="http://schemas.microsoft.com/office/drawing/2014/main" id="{941FBB91-69B3-27DA-B88A-8F259011019E}"/>
                </a:ext>
              </a:extLst>
            </p:cNvPr>
            <p:cNvSpPr/>
            <p:nvPr/>
          </p:nvSpPr>
          <p:spPr bwMode="gray">
            <a:xfrm>
              <a:off x="44704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2" name="Forme libre : forme 6451">
              <a:extLst>
                <a:ext uri="{FF2B5EF4-FFF2-40B4-BE49-F238E27FC236}">
                  <a16:creationId xmlns:a16="http://schemas.microsoft.com/office/drawing/2014/main" id="{F91E9DF3-8D94-F23E-455C-AE2E054C52C9}"/>
                </a:ext>
              </a:extLst>
            </p:cNvPr>
            <p:cNvSpPr/>
            <p:nvPr/>
          </p:nvSpPr>
          <p:spPr bwMode="gray">
            <a:xfrm>
              <a:off x="43726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3" name="Forme libre : forme 6452">
              <a:extLst>
                <a:ext uri="{FF2B5EF4-FFF2-40B4-BE49-F238E27FC236}">
                  <a16:creationId xmlns:a16="http://schemas.microsoft.com/office/drawing/2014/main" id="{BCB637BE-55E3-D28F-556A-46F0437244A5}"/>
                </a:ext>
              </a:extLst>
            </p:cNvPr>
            <p:cNvSpPr/>
            <p:nvPr/>
          </p:nvSpPr>
          <p:spPr bwMode="gray">
            <a:xfrm>
              <a:off x="43230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4" name="Forme libre : forme 6453">
              <a:extLst>
                <a:ext uri="{FF2B5EF4-FFF2-40B4-BE49-F238E27FC236}">
                  <a16:creationId xmlns:a16="http://schemas.microsoft.com/office/drawing/2014/main" id="{4C0C6D21-0CC6-69A1-1253-71D36961C477}"/>
                </a:ext>
              </a:extLst>
            </p:cNvPr>
            <p:cNvSpPr/>
            <p:nvPr/>
          </p:nvSpPr>
          <p:spPr bwMode="gray">
            <a:xfrm>
              <a:off x="42252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5" name="Forme libre : forme 6454">
              <a:extLst>
                <a:ext uri="{FF2B5EF4-FFF2-40B4-BE49-F238E27FC236}">
                  <a16:creationId xmlns:a16="http://schemas.microsoft.com/office/drawing/2014/main" id="{3DEDF96A-F4EF-52C5-2B39-97F73E86B41F}"/>
                </a:ext>
              </a:extLst>
            </p:cNvPr>
            <p:cNvSpPr/>
            <p:nvPr/>
          </p:nvSpPr>
          <p:spPr bwMode="gray">
            <a:xfrm>
              <a:off x="383286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6" name="Forme libre : forme 6455">
              <a:extLst>
                <a:ext uri="{FF2B5EF4-FFF2-40B4-BE49-F238E27FC236}">
                  <a16:creationId xmlns:a16="http://schemas.microsoft.com/office/drawing/2014/main" id="{481ABF08-CC09-7FD5-F763-335556C3E8AF}"/>
                </a:ext>
              </a:extLst>
            </p:cNvPr>
            <p:cNvSpPr/>
            <p:nvPr/>
          </p:nvSpPr>
          <p:spPr bwMode="gray">
            <a:xfrm>
              <a:off x="37833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7" name="Forme libre : forme 6456">
              <a:extLst>
                <a:ext uri="{FF2B5EF4-FFF2-40B4-BE49-F238E27FC236}">
                  <a16:creationId xmlns:a16="http://schemas.microsoft.com/office/drawing/2014/main" id="{80C5F3D4-2E3A-D884-9FFE-A4945EE43B35}"/>
                </a:ext>
              </a:extLst>
            </p:cNvPr>
            <p:cNvSpPr/>
            <p:nvPr/>
          </p:nvSpPr>
          <p:spPr bwMode="gray">
            <a:xfrm>
              <a:off x="373507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8" name="Forme libre : forme 6457">
              <a:extLst>
                <a:ext uri="{FF2B5EF4-FFF2-40B4-BE49-F238E27FC236}">
                  <a16:creationId xmlns:a16="http://schemas.microsoft.com/office/drawing/2014/main" id="{64FF1CC4-2321-F1DF-72C9-1474A314EA33}"/>
                </a:ext>
              </a:extLst>
            </p:cNvPr>
            <p:cNvSpPr/>
            <p:nvPr/>
          </p:nvSpPr>
          <p:spPr bwMode="gray">
            <a:xfrm>
              <a:off x="368554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59" name="Forme libre : forme 6458">
              <a:extLst>
                <a:ext uri="{FF2B5EF4-FFF2-40B4-BE49-F238E27FC236}">
                  <a16:creationId xmlns:a16="http://schemas.microsoft.com/office/drawing/2014/main" id="{D02BACFF-BA8C-5BC0-3F42-749D18592264}"/>
                </a:ext>
              </a:extLst>
            </p:cNvPr>
            <p:cNvSpPr/>
            <p:nvPr/>
          </p:nvSpPr>
          <p:spPr bwMode="gray">
            <a:xfrm>
              <a:off x="36372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0" name="Forme libre : forme 6459">
              <a:extLst>
                <a:ext uri="{FF2B5EF4-FFF2-40B4-BE49-F238E27FC236}">
                  <a16:creationId xmlns:a16="http://schemas.microsoft.com/office/drawing/2014/main" id="{0ABD9BC1-1117-A8CA-8D29-4AD405D9499A}"/>
                </a:ext>
              </a:extLst>
            </p:cNvPr>
            <p:cNvSpPr/>
            <p:nvPr/>
          </p:nvSpPr>
          <p:spPr bwMode="gray">
            <a:xfrm>
              <a:off x="21170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1" name="Forme libre : forme 6460">
              <a:extLst>
                <a:ext uri="{FF2B5EF4-FFF2-40B4-BE49-F238E27FC236}">
                  <a16:creationId xmlns:a16="http://schemas.microsoft.com/office/drawing/2014/main" id="{0748F265-44B7-B73C-F53F-10A186F0CD4E}"/>
                </a:ext>
              </a:extLst>
            </p:cNvPr>
            <p:cNvSpPr/>
            <p:nvPr/>
          </p:nvSpPr>
          <p:spPr bwMode="gray">
            <a:xfrm>
              <a:off x="20688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2" name="Forme libre : forme 6461">
              <a:extLst>
                <a:ext uri="{FF2B5EF4-FFF2-40B4-BE49-F238E27FC236}">
                  <a16:creationId xmlns:a16="http://schemas.microsoft.com/office/drawing/2014/main" id="{2C0141DD-9314-3DA2-EBB7-1A9DD0E73961}"/>
                </a:ext>
              </a:extLst>
            </p:cNvPr>
            <p:cNvSpPr/>
            <p:nvPr/>
          </p:nvSpPr>
          <p:spPr bwMode="gray">
            <a:xfrm>
              <a:off x="20193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3" name="Forme libre : forme 6462">
              <a:extLst>
                <a:ext uri="{FF2B5EF4-FFF2-40B4-BE49-F238E27FC236}">
                  <a16:creationId xmlns:a16="http://schemas.microsoft.com/office/drawing/2014/main" id="{817E0248-96E4-4B8B-0B55-A0F4B8BC5AD7}"/>
                </a:ext>
              </a:extLst>
            </p:cNvPr>
            <p:cNvSpPr/>
            <p:nvPr/>
          </p:nvSpPr>
          <p:spPr bwMode="gray">
            <a:xfrm>
              <a:off x="196977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4" name="Forme libre : forme 6463">
              <a:extLst>
                <a:ext uri="{FF2B5EF4-FFF2-40B4-BE49-F238E27FC236}">
                  <a16:creationId xmlns:a16="http://schemas.microsoft.com/office/drawing/2014/main" id="{5F1EDFA4-1AEE-FBA1-75BB-2C87966E6FBC}"/>
                </a:ext>
              </a:extLst>
            </p:cNvPr>
            <p:cNvSpPr/>
            <p:nvPr/>
          </p:nvSpPr>
          <p:spPr bwMode="gray">
            <a:xfrm>
              <a:off x="192151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5" name="Forme libre : forme 6464">
              <a:extLst>
                <a:ext uri="{FF2B5EF4-FFF2-40B4-BE49-F238E27FC236}">
                  <a16:creationId xmlns:a16="http://schemas.microsoft.com/office/drawing/2014/main" id="{49CDA64E-EC49-EFA2-1628-AD22A7FA247C}"/>
                </a:ext>
              </a:extLst>
            </p:cNvPr>
            <p:cNvSpPr/>
            <p:nvPr/>
          </p:nvSpPr>
          <p:spPr bwMode="gray">
            <a:xfrm>
              <a:off x="187198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6" name="Forme libre : forme 6465">
              <a:extLst>
                <a:ext uri="{FF2B5EF4-FFF2-40B4-BE49-F238E27FC236}">
                  <a16:creationId xmlns:a16="http://schemas.microsoft.com/office/drawing/2014/main" id="{7EC75215-F67A-13C3-AA0D-5E87EA56B8DE}"/>
                </a:ext>
              </a:extLst>
            </p:cNvPr>
            <p:cNvSpPr/>
            <p:nvPr/>
          </p:nvSpPr>
          <p:spPr bwMode="gray">
            <a:xfrm>
              <a:off x="182372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7" name="Forme libre : forme 6466">
              <a:extLst>
                <a:ext uri="{FF2B5EF4-FFF2-40B4-BE49-F238E27FC236}">
                  <a16:creationId xmlns:a16="http://schemas.microsoft.com/office/drawing/2014/main" id="{D94DD38E-63C3-4C50-239D-D4B26DAEC0BF}"/>
                </a:ext>
              </a:extLst>
            </p:cNvPr>
            <p:cNvSpPr/>
            <p:nvPr/>
          </p:nvSpPr>
          <p:spPr bwMode="gray">
            <a:xfrm>
              <a:off x="177419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8" name="Forme libre : forme 6467">
              <a:extLst>
                <a:ext uri="{FF2B5EF4-FFF2-40B4-BE49-F238E27FC236}">
                  <a16:creationId xmlns:a16="http://schemas.microsoft.com/office/drawing/2014/main" id="{D4755900-F887-1487-4E19-8822183F3051}"/>
                </a:ext>
              </a:extLst>
            </p:cNvPr>
            <p:cNvSpPr/>
            <p:nvPr/>
          </p:nvSpPr>
          <p:spPr bwMode="gray">
            <a:xfrm>
              <a:off x="172593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69" name="Forme libre : forme 6468">
              <a:extLst>
                <a:ext uri="{FF2B5EF4-FFF2-40B4-BE49-F238E27FC236}">
                  <a16:creationId xmlns:a16="http://schemas.microsoft.com/office/drawing/2014/main" id="{6273A5BF-11C2-356F-3718-8684CE74AB12}"/>
                </a:ext>
              </a:extLst>
            </p:cNvPr>
            <p:cNvSpPr/>
            <p:nvPr/>
          </p:nvSpPr>
          <p:spPr bwMode="gray">
            <a:xfrm>
              <a:off x="167640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0" name="Forme libre : forme 6469">
              <a:extLst>
                <a:ext uri="{FF2B5EF4-FFF2-40B4-BE49-F238E27FC236}">
                  <a16:creationId xmlns:a16="http://schemas.microsoft.com/office/drawing/2014/main" id="{3A7850F5-6C97-5BAE-6BCA-7566A16D54D4}"/>
                </a:ext>
              </a:extLst>
            </p:cNvPr>
            <p:cNvSpPr/>
            <p:nvPr/>
          </p:nvSpPr>
          <p:spPr bwMode="gray">
            <a:xfrm>
              <a:off x="1626870" y="30200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1" name="Forme libre : forme 6470">
              <a:extLst>
                <a:ext uri="{FF2B5EF4-FFF2-40B4-BE49-F238E27FC236}">
                  <a16:creationId xmlns:a16="http://schemas.microsoft.com/office/drawing/2014/main" id="{965B0A0F-83C8-0E81-3389-456AE37F3A6F}"/>
                </a:ext>
              </a:extLst>
            </p:cNvPr>
            <p:cNvSpPr/>
            <p:nvPr/>
          </p:nvSpPr>
          <p:spPr bwMode="gray">
            <a:xfrm>
              <a:off x="157861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2" name="Forme libre : forme 6471">
              <a:extLst>
                <a:ext uri="{FF2B5EF4-FFF2-40B4-BE49-F238E27FC236}">
                  <a16:creationId xmlns:a16="http://schemas.microsoft.com/office/drawing/2014/main" id="{5765807A-47AE-8ADA-42C8-9B485183C663}"/>
                </a:ext>
              </a:extLst>
            </p:cNvPr>
            <p:cNvSpPr/>
            <p:nvPr/>
          </p:nvSpPr>
          <p:spPr bwMode="gray">
            <a:xfrm>
              <a:off x="152908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3" name="Forme libre : forme 6472">
              <a:extLst>
                <a:ext uri="{FF2B5EF4-FFF2-40B4-BE49-F238E27FC236}">
                  <a16:creationId xmlns:a16="http://schemas.microsoft.com/office/drawing/2014/main" id="{7B39E0FF-695E-7E01-B2A3-72410A6AA45E}"/>
                </a:ext>
              </a:extLst>
            </p:cNvPr>
            <p:cNvSpPr/>
            <p:nvPr/>
          </p:nvSpPr>
          <p:spPr bwMode="gray">
            <a:xfrm>
              <a:off x="148082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4" name="Forme libre : forme 6473">
              <a:extLst>
                <a:ext uri="{FF2B5EF4-FFF2-40B4-BE49-F238E27FC236}">
                  <a16:creationId xmlns:a16="http://schemas.microsoft.com/office/drawing/2014/main" id="{7B416B9B-6400-F066-3E44-82627CA18B61}"/>
                </a:ext>
              </a:extLst>
            </p:cNvPr>
            <p:cNvSpPr/>
            <p:nvPr/>
          </p:nvSpPr>
          <p:spPr bwMode="gray">
            <a:xfrm>
              <a:off x="143129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5" name="Forme libre : forme 6474">
              <a:extLst>
                <a:ext uri="{FF2B5EF4-FFF2-40B4-BE49-F238E27FC236}">
                  <a16:creationId xmlns:a16="http://schemas.microsoft.com/office/drawing/2014/main" id="{ADC3EF72-E583-A617-1FD6-AB4A2D8E9D35}"/>
                </a:ext>
              </a:extLst>
            </p:cNvPr>
            <p:cNvSpPr/>
            <p:nvPr/>
          </p:nvSpPr>
          <p:spPr bwMode="gray">
            <a:xfrm>
              <a:off x="138176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6" name="Forme libre : forme 6475">
              <a:extLst>
                <a:ext uri="{FF2B5EF4-FFF2-40B4-BE49-F238E27FC236}">
                  <a16:creationId xmlns:a16="http://schemas.microsoft.com/office/drawing/2014/main" id="{5C0B7013-D20D-5EFD-FFBD-C67F7AE3C1EF}"/>
                </a:ext>
              </a:extLst>
            </p:cNvPr>
            <p:cNvSpPr/>
            <p:nvPr/>
          </p:nvSpPr>
          <p:spPr bwMode="gray">
            <a:xfrm>
              <a:off x="133350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7" name="Forme libre : forme 6476">
              <a:extLst>
                <a:ext uri="{FF2B5EF4-FFF2-40B4-BE49-F238E27FC236}">
                  <a16:creationId xmlns:a16="http://schemas.microsoft.com/office/drawing/2014/main" id="{314C0719-2441-44CE-4673-460C0B1D3DFE}"/>
                </a:ext>
              </a:extLst>
            </p:cNvPr>
            <p:cNvSpPr/>
            <p:nvPr/>
          </p:nvSpPr>
          <p:spPr bwMode="gray">
            <a:xfrm>
              <a:off x="128397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8" name="Forme libre : forme 6477">
              <a:extLst>
                <a:ext uri="{FF2B5EF4-FFF2-40B4-BE49-F238E27FC236}">
                  <a16:creationId xmlns:a16="http://schemas.microsoft.com/office/drawing/2014/main" id="{A1A35F79-8013-19C1-2DF3-4EFC9AD5A77D}"/>
                </a:ext>
              </a:extLst>
            </p:cNvPr>
            <p:cNvSpPr/>
            <p:nvPr/>
          </p:nvSpPr>
          <p:spPr bwMode="gray">
            <a:xfrm>
              <a:off x="123571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79" name="Forme libre : forme 6478">
              <a:extLst>
                <a:ext uri="{FF2B5EF4-FFF2-40B4-BE49-F238E27FC236}">
                  <a16:creationId xmlns:a16="http://schemas.microsoft.com/office/drawing/2014/main" id="{431C0062-9EC5-F802-1B0B-4C3A3C43534C}"/>
                </a:ext>
              </a:extLst>
            </p:cNvPr>
            <p:cNvSpPr/>
            <p:nvPr/>
          </p:nvSpPr>
          <p:spPr bwMode="gray">
            <a:xfrm>
              <a:off x="118618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0" name="Forme libre : forme 6479">
              <a:extLst>
                <a:ext uri="{FF2B5EF4-FFF2-40B4-BE49-F238E27FC236}">
                  <a16:creationId xmlns:a16="http://schemas.microsoft.com/office/drawing/2014/main" id="{8657D3FC-56B5-36AB-E5B7-AD97D637834C}"/>
                </a:ext>
              </a:extLst>
            </p:cNvPr>
            <p:cNvSpPr/>
            <p:nvPr/>
          </p:nvSpPr>
          <p:spPr bwMode="gray">
            <a:xfrm>
              <a:off x="113665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1" name="Forme libre : forme 6480">
              <a:extLst>
                <a:ext uri="{FF2B5EF4-FFF2-40B4-BE49-F238E27FC236}">
                  <a16:creationId xmlns:a16="http://schemas.microsoft.com/office/drawing/2014/main" id="{632AE75B-A95E-F536-2D27-9C69660938C7}"/>
                </a:ext>
              </a:extLst>
            </p:cNvPr>
            <p:cNvSpPr/>
            <p:nvPr/>
          </p:nvSpPr>
          <p:spPr bwMode="gray">
            <a:xfrm>
              <a:off x="108839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2" name="Forme libre : forme 6481">
              <a:extLst>
                <a:ext uri="{FF2B5EF4-FFF2-40B4-BE49-F238E27FC236}">
                  <a16:creationId xmlns:a16="http://schemas.microsoft.com/office/drawing/2014/main" id="{2567583D-3D51-1EC6-66FE-DAF01526595B}"/>
                </a:ext>
              </a:extLst>
            </p:cNvPr>
            <p:cNvSpPr/>
            <p:nvPr/>
          </p:nvSpPr>
          <p:spPr bwMode="gray">
            <a:xfrm>
              <a:off x="1038860" y="30200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3" name="Forme libre : forme 6482">
              <a:extLst>
                <a:ext uri="{FF2B5EF4-FFF2-40B4-BE49-F238E27FC236}">
                  <a16:creationId xmlns:a16="http://schemas.microsoft.com/office/drawing/2014/main" id="{82173971-685D-D4E6-CD0E-72A89700BD75}"/>
                </a:ext>
              </a:extLst>
            </p:cNvPr>
            <p:cNvSpPr/>
            <p:nvPr/>
          </p:nvSpPr>
          <p:spPr bwMode="gray">
            <a:xfrm>
              <a:off x="7019289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4" name="Forme libre : forme 6483">
              <a:extLst>
                <a:ext uri="{FF2B5EF4-FFF2-40B4-BE49-F238E27FC236}">
                  <a16:creationId xmlns:a16="http://schemas.microsoft.com/office/drawing/2014/main" id="{B75DFB9A-8339-6621-5DD9-54848AD6E1CD}"/>
                </a:ext>
              </a:extLst>
            </p:cNvPr>
            <p:cNvSpPr/>
            <p:nvPr/>
          </p:nvSpPr>
          <p:spPr bwMode="gray">
            <a:xfrm>
              <a:off x="677418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5" name="Forme libre : forme 6484">
              <a:extLst>
                <a:ext uri="{FF2B5EF4-FFF2-40B4-BE49-F238E27FC236}">
                  <a16:creationId xmlns:a16="http://schemas.microsoft.com/office/drawing/2014/main" id="{DB7CF29B-1B95-1108-12FD-2087B149FA7D}"/>
                </a:ext>
              </a:extLst>
            </p:cNvPr>
            <p:cNvSpPr/>
            <p:nvPr/>
          </p:nvSpPr>
          <p:spPr bwMode="gray">
            <a:xfrm>
              <a:off x="672465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6" name="Forme libre : forme 6485">
              <a:extLst>
                <a:ext uri="{FF2B5EF4-FFF2-40B4-BE49-F238E27FC236}">
                  <a16:creationId xmlns:a16="http://schemas.microsoft.com/office/drawing/2014/main" id="{6A7F988C-E741-C96C-B9EA-67B0BF3A7CCD}"/>
                </a:ext>
              </a:extLst>
            </p:cNvPr>
            <p:cNvSpPr/>
            <p:nvPr/>
          </p:nvSpPr>
          <p:spPr bwMode="gray">
            <a:xfrm>
              <a:off x="6675119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7" name="Forme libre : forme 6486">
              <a:extLst>
                <a:ext uri="{FF2B5EF4-FFF2-40B4-BE49-F238E27FC236}">
                  <a16:creationId xmlns:a16="http://schemas.microsoft.com/office/drawing/2014/main" id="{6C134B2E-FB03-0629-ADF1-EAF6F28BE495}"/>
                </a:ext>
              </a:extLst>
            </p:cNvPr>
            <p:cNvSpPr/>
            <p:nvPr/>
          </p:nvSpPr>
          <p:spPr bwMode="gray">
            <a:xfrm>
              <a:off x="6626859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8" name="Forme libre : forme 6487">
              <a:extLst>
                <a:ext uri="{FF2B5EF4-FFF2-40B4-BE49-F238E27FC236}">
                  <a16:creationId xmlns:a16="http://schemas.microsoft.com/office/drawing/2014/main" id="{2A187C8F-9AB3-2351-68B8-4E3BB67E4408}"/>
                </a:ext>
              </a:extLst>
            </p:cNvPr>
            <p:cNvSpPr/>
            <p:nvPr/>
          </p:nvSpPr>
          <p:spPr bwMode="gray">
            <a:xfrm>
              <a:off x="657733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89" name="Forme libre : forme 6488">
              <a:extLst>
                <a:ext uri="{FF2B5EF4-FFF2-40B4-BE49-F238E27FC236}">
                  <a16:creationId xmlns:a16="http://schemas.microsoft.com/office/drawing/2014/main" id="{D8B148FB-7EE5-A8B6-FBD6-579E49320351}"/>
                </a:ext>
              </a:extLst>
            </p:cNvPr>
            <p:cNvSpPr/>
            <p:nvPr/>
          </p:nvSpPr>
          <p:spPr bwMode="gray">
            <a:xfrm>
              <a:off x="6529069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0" name="Forme libre : forme 6489">
              <a:extLst>
                <a:ext uri="{FF2B5EF4-FFF2-40B4-BE49-F238E27FC236}">
                  <a16:creationId xmlns:a16="http://schemas.microsoft.com/office/drawing/2014/main" id="{7157645D-7DE7-AB48-9E0F-CBE0412F6E2F}"/>
                </a:ext>
              </a:extLst>
            </p:cNvPr>
            <p:cNvSpPr/>
            <p:nvPr/>
          </p:nvSpPr>
          <p:spPr bwMode="gray">
            <a:xfrm>
              <a:off x="647954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1" name="Forme libre : forme 6490">
              <a:extLst>
                <a:ext uri="{FF2B5EF4-FFF2-40B4-BE49-F238E27FC236}">
                  <a16:creationId xmlns:a16="http://schemas.microsoft.com/office/drawing/2014/main" id="{95EC999E-F55A-3EE1-8CC7-43F2FCA12A1E}"/>
                </a:ext>
              </a:extLst>
            </p:cNvPr>
            <p:cNvSpPr/>
            <p:nvPr/>
          </p:nvSpPr>
          <p:spPr bwMode="gray">
            <a:xfrm>
              <a:off x="64300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2" name="Forme libre : forme 6491">
              <a:extLst>
                <a:ext uri="{FF2B5EF4-FFF2-40B4-BE49-F238E27FC236}">
                  <a16:creationId xmlns:a16="http://schemas.microsoft.com/office/drawing/2014/main" id="{4E5A0055-EBF9-F258-43D8-33E1287F9350}"/>
                </a:ext>
              </a:extLst>
            </p:cNvPr>
            <p:cNvSpPr/>
            <p:nvPr/>
          </p:nvSpPr>
          <p:spPr bwMode="gray">
            <a:xfrm>
              <a:off x="638175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3" name="Forme libre : forme 6492">
              <a:extLst>
                <a:ext uri="{FF2B5EF4-FFF2-40B4-BE49-F238E27FC236}">
                  <a16:creationId xmlns:a16="http://schemas.microsoft.com/office/drawing/2014/main" id="{9C94FB5F-AE2A-3F74-1980-4AE8386148E6}"/>
                </a:ext>
              </a:extLst>
            </p:cNvPr>
            <p:cNvSpPr/>
            <p:nvPr/>
          </p:nvSpPr>
          <p:spPr bwMode="gray">
            <a:xfrm>
              <a:off x="63322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4" name="Forme libre : forme 6493">
              <a:extLst>
                <a:ext uri="{FF2B5EF4-FFF2-40B4-BE49-F238E27FC236}">
                  <a16:creationId xmlns:a16="http://schemas.microsoft.com/office/drawing/2014/main" id="{6A37D905-D2C8-4DB9-F4D0-AD08192FAAA9}"/>
                </a:ext>
              </a:extLst>
            </p:cNvPr>
            <p:cNvSpPr/>
            <p:nvPr/>
          </p:nvSpPr>
          <p:spPr bwMode="gray">
            <a:xfrm>
              <a:off x="62839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5" name="Forme libre : forme 6494">
              <a:extLst>
                <a:ext uri="{FF2B5EF4-FFF2-40B4-BE49-F238E27FC236}">
                  <a16:creationId xmlns:a16="http://schemas.microsoft.com/office/drawing/2014/main" id="{EB6899B1-1A1B-DF9D-FF0F-50966A2CA90B}"/>
                </a:ext>
              </a:extLst>
            </p:cNvPr>
            <p:cNvSpPr/>
            <p:nvPr/>
          </p:nvSpPr>
          <p:spPr bwMode="gray">
            <a:xfrm>
              <a:off x="62344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6" name="Forme libre : forme 6495">
              <a:extLst>
                <a:ext uri="{FF2B5EF4-FFF2-40B4-BE49-F238E27FC236}">
                  <a16:creationId xmlns:a16="http://schemas.microsoft.com/office/drawing/2014/main" id="{612A713B-C4A3-4BBC-DB6F-D7BE21D8A344}"/>
                </a:ext>
              </a:extLst>
            </p:cNvPr>
            <p:cNvSpPr/>
            <p:nvPr/>
          </p:nvSpPr>
          <p:spPr bwMode="gray">
            <a:xfrm>
              <a:off x="61849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7" name="Forme libre : forme 6496">
              <a:extLst>
                <a:ext uri="{FF2B5EF4-FFF2-40B4-BE49-F238E27FC236}">
                  <a16:creationId xmlns:a16="http://schemas.microsoft.com/office/drawing/2014/main" id="{43CD74FB-6364-18A4-2C1D-DE1E2823A03D}"/>
                </a:ext>
              </a:extLst>
            </p:cNvPr>
            <p:cNvSpPr/>
            <p:nvPr/>
          </p:nvSpPr>
          <p:spPr bwMode="gray">
            <a:xfrm>
              <a:off x="613664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8" name="Forme libre : forme 6497">
              <a:extLst>
                <a:ext uri="{FF2B5EF4-FFF2-40B4-BE49-F238E27FC236}">
                  <a16:creationId xmlns:a16="http://schemas.microsoft.com/office/drawing/2014/main" id="{70FFCFDD-5ED0-CF57-2CF1-4B4E28891238}"/>
                </a:ext>
              </a:extLst>
            </p:cNvPr>
            <p:cNvSpPr/>
            <p:nvPr/>
          </p:nvSpPr>
          <p:spPr bwMode="gray">
            <a:xfrm>
              <a:off x="60871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499" name="Forme libre : forme 6498">
              <a:extLst>
                <a:ext uri="{FF2B5EF4-FFF2-40B4-BE49-F238E27FC236}">
                  <a16:creationId xmlns:a16="http://schemas.microsoft.com/office/drawing/2014/main" id="{B1CF8CDF-07BA-7282-2D95-0DFBCDC5731F}"/>
                </a:ext>
              </a:extLst>
            </p:cNvPr>
            <p:cNvSpPr/>
            <p:nvPr/>
          </p:nvSpPr>
          <p:spPr bwMode="gray">
            <a:xfrm>
              <a:off x="603885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0" name="Forme libre : forme 6499">
              <a:extLst>
                <a:ext uri="{FF2B5EF4-FFF2-40B4-BE49-F238E27FC236}">
                  <a16:creationId xmlns:a16="http://schemas.microsoft.com/office/drawing/2014/main" id="{7EC4B701-3DFA-F892-CA27-8A8C217D0668}"/>
                </a:ext>
              </a:extLst>
            </p:cNvPr>
            <p:cNvSpPr/>
            <p:nvPr/>
          </p:nvSpPr>
          <p:spPr bwMode="gray">
            <a:xfrm>
              <a:off x="59893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1" name="Forme libre : forme 6500">
              <a:extLst>
                <a:ext uri="{FF2B5EF4-FFF2-40B4-BE49-F238E27FC236}">
                  <a16:creationId xmlns:a16="http://schemas.microsoft.com/office/drawing/2014/main" id="{CBB58971-DC98-CAC2-23E1-53799DC2AA7D}"/>
                </a:ext>
              </a:extLst>
            </p:cNvPr>
            <p:cNvSpPr/>
            <p:nvPr/>
          </p:nvSpPr>
          <p:spPr bwMode="gray">
            <a:xfrm>
              <a:off x="59410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2" name="Forme libre : forme 6501">
              <a:extLst>
                <a:ext uri="{FF2B5EF4-FFF2-40B4-BE49-F238E27FC236}">
                  <a16:creationId xmlns:a16="http://schemas.microsoft.com/office/drawing/2014/main" id="{D304A65B-F9A8-BF18-66C5-C58C5B31A56B}"/>
                </a:ext>
              </a:extLst>
            </p:cNvPr>
            <p:cNvSpPr/>
            <p:nvPr/>
          </p:nvSpPr>
          <p:spPr bwMode="gray">
            <a:xfrm>
              <a:off x="58915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3" name="Forme libre : forme 6502">
              <a:extLst>
                <a:ext uri="{FF2B5EF4-FFF2-40B4-BE49-F238E27FC236}">
                  <a16:creationId xmlns:a16="http://schemas.microsoft.com/office/drawing/2014/main" id="{D0362DE3-D841-BA47-77F2-59EC3C7DE781}"/>
                </a:ext>
              </a:extLst>
            </p:cNvPr>
            <p:cNvSpPr/>
            <p:nvPr/>
          </p:nvSpPr>
          <p:spPr bwMode="gray">
            <a:xfrm>
              <a:off x="58420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4" name="Forme libre : forme 6503">
              <a:extLst>
                <a:ext uri="{FF2B5EF4-FFF2-40B4-BE49-F238E27FC236}">
                  <a16:creationId xmlns:a16="http://schemas.microsoft.com/office/drawing/2014/main" id="{B6CA4F3A-30A6-7F68-313B-3BE9DD3E8348}"/>
                </a:ext>
              </a:extLst>
            </p:cNvPr>
            <p:cNvSpPr/>
            <p:nvPr/>
          </p:nvSpPr>
          <p:spPr bwMode="gray">
            <a:xfrm>
              <a:off x="579374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5" name="Forme libre : forme 6504">
              <a:extLst>
                <a:ext uri="{FF2B5EF4-FFF2-40B4-BE49-F238E27FC236}">
                  <a16:creationId xmlns:a16="http://schemas.microsoft.com/office/drawing/2014/main" id="{C29412C5-F937-C063-8784-A88A475280D0}"/>
                </a:ext>
              </a:extLst>
            </p:cNvPr>
            <p:cNvSpPr/>
            <p:nvPr/>
          </p:nvSpPr>
          <p:spPr bwMode="gray">
            <a:xfrm>
              <a:off x="57442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6" name="Forme libre : forme 6505">
              <a:extLst>
                <a:ext uri="{FF2B5EF4-FFF2-40B4-BE49-F238E27FC236}">
                  <a16:creationId xmlns:a16="http://schemas.microsoft.com/office/drawing/2014/main" id="{23046CB1-D11A-8004-3EFE-7FAFCE549D4F}"/>
                </a:ext>
              </a:extLst>
            </p:cNvPr>
            <p:cNvSpPr/>
            <p:nvPr/>
          </p:nvSpPr>
          <p:spPr bwMode="gray">
            <a:xfrm>
              <a:off x="569595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7" name="Forme libre : forme 6506">
              <a:extLst>
                <a:ext uri="{FF2B5EF4-FFF2-40B4-BE49-F238E27FC236}">
                  <a16:creationId xmlns:a16="http://schemas.microsoft.com/office/drawing/2014/main" id="{204C8162-A11B-8214-6C1F-CEB50F2EA223}"/>
                </a:ext>
              </a:extLst>
            </p:cNvPr>
            <p:cNvSpPr/>
            <p:nvPr/>
          </p:nvSpPr>
          <p:spPr bwMode="gray">
            <a:xfrm>
              <a:off x="56464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8" name="Forme libre : forme 6507">
              <a:extLst>
                <a:ext uri="{FF2B5EF4-FFF2-40B4-BE49-F238E27FC236}">
                  <a16:creationId xmlns:a16="http://schemas.microsoft.com/office/drawing/2014/main" id="{DAFE0B26-9AA9-D0C3-63F9-867DC14C6877}"/>
                </a:ext>
              </a:extLst>
            </p:cNvPr>
            <p:cNvSpPr/>
            <p:nvPr/>
          </p:nvSpPr>
          <p:spPr bwMode="gray">
            <a:xfrm>
              <a:off x="55968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09" name="Forme libre : forme 6508">
              <a:extLst>
                <a:ext uri="{FF2B5EF4-FFF2-40B4-BE49-F238E27FC236}">
                  <a16:creationId xmlns:a16="http://schemas.microsoft.com/office/drawing/2014/main" id="{2AA7CE8A-4575-6377-61F5-9C33AE116EDD}"/>
                </a:ext>
              </a:extLst>
            </p:cNvPr>
            <p:cNvSpPr/>
            <p:nvPr/>
          </p:nvSpPr>
          <p:spPr bwMode="gray">
            <a:xfrm>
              <a:off x="55486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0" name="Forme libre : forme 6509">
              <a:extLst>
                <a:ext uri="{FF2B5EF4-FFF2-40B4-BE49-F238E27FC236}">
                  <a16:creationId xmlns:a16="http://schemas.microsoft.com/office/drawing/2014/main" id="{A640D47A-A95C-0F81-CE6C-0604F946C6FA}"/>
                </a:ext>
              </a:extLst>
            </p:cNvPr>
            <p:cNvSpPr/>
            <p:nvPr/>
          </p:nvSpPr>
          <p:spPr bwMode="gray">
            <a:xfrm>
              <a:off x="54991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1" name="Forme libre : forme 6510">
              <a:extLst>
                <a:ext uri="{FF2B5EF4-FFF2-40B4-BE49-F238E27FC236}">
                  <a16:creationId xmlns:a16="http://schemas.microsoft.com/office/drawing/2014/main" id="{459A22FA-8B9A-A5FC-F056-32A5A82BF1BF}"/>
                </a:ext>
              </a:extLst>
            </p:cNvPr>
            <p:cNvSpPr/>
            <p:nvPr/>
          </p:nvSpPr>
          <p:spPr bwMode="gray">
            <a:xfrm>
              <a:off x="545084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2" name="Forme libre : forme 6511">
              <a:extLst>
                <a:ext uri="{FF2B5EF4-FFF2-40B4-BE49-F238E27FC236}">
                  <a16:creationId xmlns:a16="http://schemas.microsoft.com/office/drawing/2014/main" id="{EB4E979D-48C7-7F0A-C5F1-14965C18D173}"/>
                </a:ext>
              </a:extLst>
            </p:cNvPr>
            <p:cNvSpPr/>
            <p:nvPr/>
          </p:nvSpPr>
          <p:spPr bwMode="gray">
            <a:xfrm>
              <a:off x="54013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3" name="Forme libre : forme 6512">
              <a:extLst>
                <a:ext uri="{FF2B5EF4-FFF2-40B4-BE49-F238E27FC236}">
                  <a16:creationId xmlns:a16="http://schemas.microsoft.com/office/drawing/2014/main" id="{D6AA3F88-7D91-F250-025E-553E7EE2AAEA}"/>
                </a:ext>
              </a:extLst>
            </p:cNvPr>
            <p:cNvSpPr/>
            <p:nvPr/>
          </p:nvSpPr>
          <p:spPr bwMode="gray">
            <a:xfrm>
              <a:off x="53517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4" name="Forme libre : forme 6513">
              <a:extLst>
                <a:ext uri="{FF2B5EF4-FFF2-40B4-BE49-F238E27FC236}">
                  <a16:creationId xmlns:a16="http://schemas.microsoft.com/office/drawing/2014/main" id="{529FA6C9-B8F4-2F9B-4D4D-361AE8F735AA}"/>
                </a:ext>
              </a:extLst>
            </p:cNvPr>
            <p:cNvSpPr/>
            <p:nvPr/>
          </p:nvSpPr>
          <p:spPr bwMode="gray">
            <a:xfrm>
              <a:off x="53035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5" name="Forme libre : forme 6514">
              <a:extLst>
                <a:ext uri="{FF2B5EF4-FFF2-40B4-BE49-F238E27FC236}">
                  <a16:creationId xmlns:a16="http://schemas.microsoft.com/office/drawing/2014/main" id="{0280837C-0611-5D16-DCAA-AE4872CF2D36}"/>
                </a:ext>
              </a:extLst>
            </p:cNvPr>
            <p:cNvSpPr/>
            <p:nvPr/>
          </p:nvSpPr>
          <p:spPr bwMode="gray">
            <a:xfrm>
              <a:off x="52539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6" name="Forme libre : forme 6515">
              <a:extLst>
                <a:ext uri="{FF2B5EF4-FFF2-40B4-BE49-F238E27FC236}">
                  <a16:creationId xmlns:a16="http://schemas.microsoft.com/office/drawing/2014/main" id="{792A640B-48EC-B29B-D44F-0369DF3F4062}"/>
                </a:ext>
              </a:extLst>
            </p:cNvPr>
            <p:cNvSpPr/>
            <p:nvPr/>
          </p:nvSpPr>
          <p:spPr bwMode="gray">
            <a:xfrm>
              <a:off x="52057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7" name="Forme libre : forme 6516">
              <a:extLst>
                <a:ext uri="{FF2B5EF4-FFF2-40B4-BE49-F238E27FC236}">
                  <a16:creationId xmlns:a16="http://schemas.microsoft.com/office/drawing/2014/main" id="{344D4968-CC92-9AB3-9FE9-90297D354558}"/>
                </a:ext>
              </a:extLst>
            </p:cNvPr>
            <p:cNvSpPr/>
            <p:nvPr/>
          </p:nvSpPr>
          <p:spPr bwMode="gray">
            <a:xfrm>
              <a:off x="51562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8" name="Forme libre : forme 6517">
              <a:extLst>
                <a:ext uri="{FF2B5EF4-FFF2-40B4-BE49-F238E27FC236}">
                  <a16:creationId xmlns:a16="http://schemas.microsoft.com/office/drawing/2014/main" id="{A81F6EF7-076E-2933-E182-5C84F3F679AE}"/>
                </a:ext>
              </a:extLst>
            </p:cNvPr>
            <p:cNvSpPr/>
            <p:nvPr/>
          </p:nvSpPr>
          <p:spPr bwMode="gray">
            <a:xfrm>
              <a:off x="51066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19" name="Forme libre : forme 6518">
              <a:extLst>
                <a:ext uri="{FF2B5EF4-FFF2-40B4-BE49-F238E27FC236}">
                  <a16:creationId xmlns:a16="http://schemas.microsoft.com/office/drawing/2014/main" id="{A167705D-B7E5-9FD0-4734-33BA2DB31A16}"/>
                </a:ext>
              </a:extLst>
            </p:cNvPr>
            <p:cNvSpPr/>
            <p:nvPr/>
          </p:nvSpPr>
          <p:spPr bwMode="gray">
            <a:xfrm>
              <a:off x="50584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0" name="Forme libre : forme 6519">
              <a:extLst>
                <a:ext uri="{FF2B5EF4-FFF2-40B4-BE49-F238E27FC236}">
                  <a16:creationId xmlns:a16="http://schemas.microsoft.com/office/drawing/2014/main" id="{25140555-FFED-15E0-90A1-D71C87A20EF8}"/>
                </a:ext>
              </a:extLst>
            </p:cNvPr>
            <p:cNvSpPr/>
            <p:nvPr/>
          </p:nvSpPr>
          <p:spPr bwMode="gray">
            <a:xfrm>
              <a:off x="50088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1" name="Forme libre : forme 6520">
              <a:extLst>
                <a:ext uri="{FF2B5EF4-FFF2-40B4-BE49-F238E27FC236}">
                  <a16:creationId xmlns:a16="http://schemas.microsoft.com/office/drawing/2014/main" id="{11DA0113-ED7A-4F61-60AD-2E796A430F5B}"/>
                </a:ext>
              </a:extLst>
            </p:cNvPr>
            <p:cNvSpPr/>
            <p:nvPr/>
          </p:nvSpPr>
          <p:spPr bwMode="gray">
            <a:xfrm>
              <a:off x="49606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2" name="Forme libre : forme 6521">
              <a:extLst>
                <a:ext uri="{FF2B5EF4-FFF2-40B4-BE49-F238E27FC236}">
                  <a16:creationId xmlns:a16="http://schemas.microsoft.com/office/drawing/2014/main" id="{BA0EFCDF-173B-8B20-30B4-3DDDF77732CF}"/>
                </a:ext>
              </a:extLst>
            </p:cNvPr>
            <p:cNvSpPr/>
            <p:nvPr/>
          </p:nvSpPr>
          <p:spPr bwMode="gray">
            <a:xfrm>
              <a:off x="49110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3" name="Forme libre : forme 6522">
              <a:extLst>
                <a:ext uri="{FF2B5EF4-FFF2-40B4-BE49-F238E27FC236}">
                  <a16:creationId xmlns:a16="http://schemas.microsoft.com/office/drawing/2014/main" id="{6A123F7B-95DE-2254-AB45-A7CBD57A02E7}"/>
                </a:ext>
              </a:extLst>
            </p:cNvPr>
            <p:cNvSpPr/>
            <p:nvPr/>
          </p:nvSpPr>
          <p:spPr bwMode="gray">
            <a:xfrm>
              <a:off x="48615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4" name="Forme libre : forme 6523">
              <a:extLst>
                <a:ext uri="{FF2B5EF4-FFF2-40B4-BE49-F238E27FC236}">
                  <a16:creationId xmlns:a16="http://schemas.microsoft.com/office/drawing/2014/main" id="{C63BA143-1C17-14AA-922C-4FA4818A9F1E}"/>
                </a:ext>
              </a:extLst>
            </p:cNvPr>
            <p:cNvSpPr/>
            <p:nvPr/>
          </p:nvSpPr>
          <p:spPr bwMode="gray">
            <a:xfrm>
              <a:off x="48133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5" name="Forme libre : forme 6524">
              <a:extLst>
                <a:ext uri="{FF2B5EF4-FFF2-40B4-BE49-F238E27FC236}">
                  <a16:creationId xmlns:a16="http://schemas.microsoft.com/office/drawing/2014/main" id="{37AAA1EE-18E5-F092-20FA-24798AAED9F1}"/>
                </a:ext>
              </a:extLst>
            </p:cNvPr>
            <p:cNvSpPr/>
            <p:nvPr/>
          </p:nvSpPr>
          <p:spPr bwMode="gray">
            <a:xfrm>
              <a:off x="47637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6" name="Forme libre : forme 6525">
              <a:extLst>
                <a:ext uri="{FF2B5EF4-FFF2-40B4-BE49-F238E27FC236}">
                  <a16:creationId xmlns:a16="http://schemas.microsoft.com/office/drawing/2014/main" id="{C6F34432-619B-F10C-86D8-24221FE5C9B8}"/>
                </a:ext>
              </a:extLst>
            </p:cNvPr>
            <p:cNvSpPr/>
            <p:nvPr/>
          </p:nvSpPr>
          <p:spPr bwMode="gray">
            <a:xfrm>
              <a:off x="47155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7" name="Forme libre : forme 6526">
              <a:extLst>
                <a:ext uri="{FF2B5EF4-FFF2-40B4-BE49-F238E27FC236}">
                  <a16:creationId xmlns:a16="http://schemas.microsoft.com/office/drawing/2014/main" id="{EEB1ACE2-E029-3059-7231-8F54197D463F}"/>
                </a:ext>
              </a:extLst>
            </p:cNvPr>
            <p:cNvSpPr/>
            <p:nvPr/>
          </p:nvSpPr>
          <p:spPr bwMode="gray">
            <a:xfrm>
              <a:off x="46659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8" name="Forme libre : forme 6527">
              <a:extLst>
                <a:ext uri="{FF2B5EF4-FFF2-40B4-BE49-F238E27FC236}">
                  <a16:creationId xmlns:a16="http://schemas.microsoft.com/office/drawing/2014/main" id="{765976B5-22B8-C718-BC03-288BD672715B}"/>
                </a:ext>
              </a:extLst>
            </p:cNvPr>
            <p:cNvSpPr/>
            <p:nvPr/>
          </p:nvSpPr>
          <p:spPr bwMode="gray">
            <a:xfrm>
              <a:off x="46177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29" name="Forme libre : forme 6528">
              <a:extLst>
                <a:ext uri="{FF2B5EF4-FFF2-40B4-BE49-F238E27FC236}">
                  <a16:creationId xmlns:a16="http://schemas.microsoft.com/office/drawing/2014/main" id="{01B2B710-23C8-1AE2-B403-25C6A3447C5E}"/>
                </a:ext>
              </a:extLst>
            </p:cNvPr>
            <p:cNvSpPr/>
            <p:nvPr/>
          </p:nvSpPr>
          <p:spPr bwMode="gray">
            <a:xfrm>
              <a:off x="45681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0" name="Forme libre : forme 6529">
              <a:extLst>
                <a:ext uri="{FF2B5EF4-FFF2-40B4-BE49-F238E27FC236}">
                  <a16:creationId xmlns:a16="http://schemas.microsoft.com/office/drawing/2014/main" id="{64B5210D-6B59-4109-DA94-4553E7CB6F03}"/>
                </a:ext>
              </a:extLst>
            </p:cNvPr>
            <p:cNvSpPr/>
            <p:nvPr/>
          </p:nvSpPr>
          <p:spPr bwMode="gray">
            <a:xfrm>
              <a:off x="45186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1" name="Forme libre : forme 6530">
              <a:extLst>
                <a:ext uri="{FF2B5EF4-FFF2-40B4-BE49-F238E27FC236}">
                  <a16:creationId xmlns:a16="http://schemas.microsoft.com/office/drawing/2014/main" id="{C8D918AA-3A3D-781F-3E5D-506BC3946A2D}"/>
                </a:ext>
              </a:extLst>
            </p:cNvPr>
            <p:cNvSpPr/>
            <p:nvPr/>
          </p:nvSpPr>
          <p:spPr bwMode="gray">
            <a:xfrm>
              <a:off x="44704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2" name="Forme libre : forme 6531">
              <a:extLst>
                <a:ext uri="{FF2B5EF4-FFF2-40B4-BE49-F238E27FC236}">
                  <a16:creationId xmlns:a16="http://schemas.microsoft.com/office/drawing/2014/main" id="{58D240F5-0E9F-B9E2-9A28-835269DB94DF}"/>
                </a:ext>
              </a:extLst>
            </p:cNvPr>
            <p:cNvSpPr/>
            <p:nvPr/>
          </p:nvSpPr>
          <p:spPr bwMode="gray">
            <a:xfrm>
              <a:off x="44208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3" name="Forme libre : forme 6532">
              <a:extLst>
                <a:ext uri="{FF2B5EF4-FFF2-40B4-BE49-F238E27FC236}">
                  <a16:creationId xmlns:a16="http://schemas.microsoft.com/office/drawing/2014/main" id="{E32DE630-0C6C-0985-E096-7930F8310C40}"/>
                </a:ext>
              </a:extLst>
            </p:cNvPr>
            <p:cNvSpPr/>
            <p:nvPr/>
          </p:nvSpPr>
          <p:spPr bwMode="gray">
            <a:xfrm>
              <a:off x="43726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4" name="Forme libre : forme 6533">
              <a:extLst>
                <a:ext uri="{FF2B5EF4-FFF2-40B4-BE49-F238E27FC236}">
                  <a16:creationId xmlns:a16="http://schemas.microsoft.com/office/drawing/2014/main" id="{5B1D4270-A2C3-C245-B0CA-8989C1D61C28}"/>
                </a:ext>
              </a:extLst>
            </p:cNvPr>
            <p:cNvSpPr/>
            <p:nvPr/>
          </p:nvSpPr>
          <p:spPr bwMode="gray">
            <a:xfrm>
              <a:off x="43230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5" name="Forme libre : forme 6534">
              <a:extLst>
                <a:ext uri="{FF2B5EF4-FFF2-40B4-BE49-F238E27FC236}">
                  <a16:creationId xmlns:a16="http://schemas.microsoft.com/office/drawing/2014/main" id="{F8F21502-1903-9603-D656-510191E83EA8}"/>
                </a:ext>
              </a:extLst>
            </p:cNvPr>
            <p:cNvSpPr/>
            <p:nvPr/>
          </p:nvSpPr>
          <p:spPr bwMode="gray">
            <a:xfrm>
              <a:off x="42252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6" name="Forme libre : forme 6535">
              <a:extLst>
                <a:ext uri="{FF2B5EF4-FFF2-40B4-BE49-F238E27FC236}">
                  <a16:creationId xmlns:a16="http://schemas.microsoft.com/office/drawing/2014/main" id="{839BFE33-2BE8-E301-11DD-E4225498015C}"/>
                </a:ext>
              </a:extLst>
            </p:cNvPr>
            <p:cNvSpPr/>
            <p:nvPr/>
          </p:nvSpPr>
          <p:spPr bwMode="gray">
            <a:xfrm>
              <a:off x="41757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7" name="Forme libre : forme 6536">
              <a:extLst>
                <a:ext uri="{FF2B5EF4-FFF2-40B4-BE49-F238E27FC236}">
                  <a16:creationId xmlns:a16="http://schemas.microsoft.com/office/drawing/2014/main" id="{A9A00A26-E2EB-2D9B-FE0D-77248F5B88C0}"/>
                </a:ext>
              </a:extLst>
            </p:cNvPr>
            <p:cNvSpPr/>
            <p:nvPr/>
          </p:nvSpPr>
          <p:spPr bwMode="gray">
            <a:xfrm>
              <a:off x="41275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8" name="Forme libre : forme 6537">
              <a:extLst>
                <a:ext uri="{FF2B5EF4-FFF2-40B4-BE49-F238E27FC236}">
                  <a16:creationId xmlns:a16="http://schemas.microsoft.com/office/drawing/2014/main" id="{EB530219-D94E-075D-15F1-F627DF162055}"/>
                </a:ext>
              </a:extLst>
            </p:cNvPr>
            <p:cNvSpPr/>
            <p:nvPr/>
          </p:nvSpPr>
          <p:spPr bwMode="gray">
            <a:xfrm>
              <a:off x="38823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39" name="Forme libre : forme 6538">
              <a:extLst>
                <a:ext uri="{FF2B5EF4-FFF2-40B4-BE49-F238E27FC236}">
                  <a16:creationId xmlns:a16="http://schemas.microsoft.com/office/drawing/2014/main" id="{8AAFBFC5-58DE-DDE4-DA2B-506DB2ACFA59}"/>
                </a:ext>
              </a:extLst>
            </p:cNvPr>
            <p:cNvSpPr/>
            <p:nvPr/>
          </p:nvSpPr>
          <p:spPr bwMode="gray">
            <a:xfrm>
              <a:off x="383286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0" name="Forme libre : forme 6539">
              <a:extLst>
                <a:ext uri="{FF2B5EF4-FFF2-40B4-BE49-F238E27FC236}">
                  <a16:creationId xmlns:a16="http://schemas.microsoft.com/office/drawing/2014/main" id="{1B3BCF84-88A6-6C93-2193-C652B60562C4}"/>
                </a:ext>
              </a:extLst>
            </p:cNvPr>
            <p:cNvSpPr/>
            <p:nvPr/>
          </p:nvSpPr>
          <p:spPr bwMode="gray">
            <a:xfrm>
              <a:off x="37833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1" name="Forme libre : forme 6540">
              <a:extLst>
                <a:ext uri="{FF2B5EF4-FFF2-40B4-BE49-F238E27FC236}">
                  <a16:creationId xmlns:a16="http://schemas.microsoft.com/office/drawing/2014/main" id="{6C70A191-C736-10DD-851C-45192C774B82}"/>
                </a:ext>
              </a:extLst>
            </p:cNvPr>
            <p:cNvSpPr/>
            <p:nvPr/>
          </p:nvSpPr>
          <p:spPr bwMode="gray">
            <a:xfrm>
              <a:off x="37350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2" name="Forme libre : forme 6541">
              <a:extLst>
                <a:ext uri="{FF2B5EF4-FFF2-40B4-BE49-F238E27FC236}">
                  <a16:creationId xmlns:a16="http://schemas.microsoft.com/office/drawing/2014/main" id="{9296FF6A-09BF-2068-527B-F3B36955540A}"/>
                </a:ext>
              </a:extLst>
            </p:cNvPr>
            <p:cNvSpPr/>
            <p:nvPr/>
          </p:nvSpPr>
          <p:spPr bwMode="gray">
            <a:xfrm>
              <a:off x="368554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3" name="Forme libre : forme 6542">
              <a:extLst>
                <a:ext uri="{FF2B5EF4-FFF2-40B4-BE49-F238E27FC236}">
                  <a16:creationId xmlns:a16="http://schemas.microsoft.com/office/drawing/2014/main" id="{3327060F-8EB6-FCD6-29B6-3B61AE903FA0}"/>
                </a:ext>
              </a:extLst>
            </p:cNvPr>
            <p:cNvSpPr/>
            <p:nvPr/>
          </p:nvSpPr>
          <p:spPr bwMode="gray">
            <a:xfrm>
              <a:off x="36372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4" name="Forme libre : forme 6543">
              <a:extLst>
                <a:ext uri="{FF2B5EF4-FFF2-40B4-BE49-F238E27FC236}">
                  <a16:creationId xmlns:a16="http://schemas.microsoft.com/office/drawing/2014/main" id="{985580C4-4570-6188-E488-4E4ECA9B4F45}"/>
                </a:ext>
              </a:extLst>
            </p:cNvPr>
            <p:cNvSpPr/>
            <p:nvPr/>
          </p:nvSpPr>
          <p:spPr bwMode="gray">
            <a:xfrm>
              <a:off x="22148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5" name="Forme libre : forme 6544">
              <a:extLst>
                <a:ext uri="{FF2B5EF4-FFF2-40B4-BE49-F238E27FC236}">
                  <a16:creationId xmlns:a16="http://schemas.microsoft.com/office/drawing/2014/main" id="{83D369B7-5895-6768-D463-7A34C3C72931}"/>
                </a:ext>
              </a:extLst>
            </p:cNvPr>
            <p:cNvSpPr/>
            <p:nvPr/>
          </p:nvSpPr>
          <p:spPr bwMode="gray">
            <a:xfrm>
              <a:off x="21666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6" name="Forme libre : forme 6545">
              <a:extLst>
                <a:ext uri="{FF2B5EF4-FFF2-40B4-BE49-F238E27FC236}">
                  <a16:creationId xmlns:a16="http://schemas.microsoft.com/office/drawing/2014/main" id="{BF91C371-2FCD-DD7A-DB06-CD63CE494145}"/>
                </a:ext>
              </a:extLst>
            </p:cNvPr>
            <p:cNvSpPr/>
            <p:nvPr/>
          </p:nvSpPr>
          <p:spPr bwMode="gray">
            <a:xfrm>
              <a:off x="21170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7" name="Forme libre : forme 6546">
              <a:extLst>
                <a:ext uri="{FF2B5EF4-FFF2-40B4-BE49-F238E27FC236}">
                  <a16:creationId xmlns:a16="http://schemas.microsoft.com/office/drawing/2014/main" id="{2FB6F0AC-F528-BC76-AF8D-2A981061A449}"/>
                </a:ext>
              </a:extLst>
            </p:cNvPr>
            <p:cNvSpPr/>
            <p:nvPr/>
          </p:nvSpPr>
          <p:spPr bwMode="gray">
            <a:xfrm>
              <a:off x="20688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8" name="Forme libre : forme 6547">
              <a:extLst>
                <a:ext uri="{FF2B5EF4-FFF2-40B4-BE49-F238E27FC236}">
                  <a16:creationId xmlns:a16="http://schemas.microsoft.com/office/drawing/2014/main" id="{30F515A5-8462-428C-C8F7-936FD6DE2097}"/>
                </a:ext>
              </a:extLst>
            </p:cNvPr>
            <p:cNvSpPr/>
            <p:nvPr/>
          </p:nvSpPr>
          <p:spPr bwMode="gray">
            <a:xfrm>
              <a:off x="20193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49" name="Forme libre : forme 6548">
              <a:extLst>
                <a:ext uri="{FF2B5EF4-FFF2-40B4-BE49-F238E27FC236}">
                  <a16:creationId xmlns:a16="http://schemas.microsoft.com/office/drawing/2014/main" id="{1FAA75F6-4065-790A-B822-8AE5396CD73D}"/>
                </a:ext>
              </a:extLst>
            </p:cNvPr>
            <p:cNvSpPr/>
            <p:nvPr/>
          </p:nvSpPr>
          <p:spPr bwMode="gray">
            <a:xfrm>
              <a:off x="19697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0" name="Forme libre : forme 6549">
              <a:extLst>
                <a:ext uri="{FF2B5EF4-FFF2-40B4-BE49-F238E27FC236}">
                  <a16:creationId xmlns:a16="http://schemas.microsoft.com/office/drawing/2014/main" id="{1F531925-11AD-8A22-7AD2-580F9CFE187F}"/>
                </a:ext>
              </a:extLst>
            </p:cNvPr>
            <p:cNvSpPr/>
            <p:nvPr/>
          </p:nvSpPr>
          <p:spPr bwMode="gray">
            <a:xfrm>
              <a:off x="192151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1" name="Forme libre : forme 6550">
              <a:extLst>
                <a:ext uri="{FF2B5EF4-FFF2-40B4-BE49-F238E27FC236}">
                  <a16:creationId xmlns:a16="http://schemas.microsoft.com/office/drawing/2014/main" id="{1AAC8F01-B620-EF6B-3013-E9288E2E9316}"/>
                </a:ext>
              </a:extLst>
            </p:cNvPr>
            <p:cNvSpPr/>
            <p:nvPr/>
          </p:nvSpPr>
          <p:spPr bwMode="gray">
            <a:xfrm>
              <a:off x="187198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2" name="Forme libre : forme 6551">
              <a:extLst>
                <a:ext uri="{FF2B5EF4-FFF2-40B4-BE49-F238E27FC236}">
                  <a16:creationId xmlns:a16="http://schemas.microsoft.com/office/drawing/2014/main" id="{EBCC3991-5AD3-2679-87EE-E28FA751C192}"/>
                </a:ext>
              </a:extLst>
            </p:cNvPr>
            <p:cNvSpPr/>
            <p:nvPr/>
          </p:nvSpPr>
          <p:spPr bwMode="gray">
            <a:xfrm>
              <a:off x="182372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3" name="Forme libre : forme 6552">
              <a:extLst>
                <a:ext uri="{FF2B5EF4-FFF2-40B4-BE49-F238E27FC236}">
                  <a16:creationId xmlns:a16="http://schemas.microsoft.com/office/drawing/2014/main" id="{2498EF9C-658C-46E8-CF1C-0B62593F99D4}"/>
                </a:ext>
              </a:extLst>
            </p:cNvPr>
            <p:cNvSpPr/>
            <p:nvPr/>
          </p:nvSpPr>
          <p:spPr bwMode="gray">
            <a:xfrm>
              <a:off x="177419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4" name="Forme libre : forme 6553">
              <a:extLst>
                <a:ext uri="{FF2B5EF4-FFF2-40B4-BE49-F238E27FC236}">
                  <a16:creationId xmlns:a16="http://schemas.microsoft.com/office/drawing/2014/main" id="{30F9920D-ACC3-2920-B6D2-7776DC79ADE8}"/>
                </a:ext>
              </a:extLst>
            </p:cNvPr>
            <p:cNvSpPr/>
            <p:nvPr/>
          </p:nvSpPr>
          <p:spPr bwMode="gray">
            <a:xfrm>
              <a:off x="172593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5" name="Forme libre : forme 6554">
              <a:extLst>
                <a:ext uri="{FF2B5EF4-FFF2-40B4-BE49-F238E27FC236}">
                  <a16:creationId xmlns:a16="http://schemas.microsoft.com/office/drawing/2014/main" id="{C6DAC8AC-44F2-D66E-FDB7-A0792030C28A}"/>
                </a:ext>
              </a:extLst>
            </p:cNvPr>
            <p:cNvSpPr/>
            <p:nvPr/>
          </p:nvSpPr>
          <p:spPr bwMode="gray">
            <a:xfrm>
              <a:off x="167640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6" name="Forme libre : forme 6555">
              <a:extLst>
                <a:ext uri="{FF2B5EF4-FFF2-40B4-BE49-F238E27FC236}">
                  <a16:creationId xmlns:a16="http://schemas.microsoft.com/office/drawing/2014/main" id="{9F0B9211-985E-B242-7B10-AE4E8E52D239}"/>
                </a:ext>
              </a:extLst>
            </p:cNvPr>
            <p:cNvSpPr/>
            <p:nvPr/>
          </p:nvSpPr>
          <p:spPr bwMode="gray">
            <a:xfrm>
              <a:off x="1626870" y="29705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7" name="Forme libre : forme 6556">
              <a:extLst>
                <a:ext uri="{FF2B5EF4-FFF2-40B4-BE49-F238E27FC236}">
                  <a16:creationId xmlns:a16="http://schemas.microsoft.com/office/drawing/2014/main" id="{F860C625-21DC-05DD-C7B3-423C0DE8A07C}"/>
                </a:ext>
              </a:extLst>
            </p:cNvPr>
            <p:cNvSpPr/>
            <p:nvPr/>
          </p:nvSpPr>
          <p:spPr bwMode="gray">
            <a:xfrm>
              <a:off x="157861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8" name="Forme libre : forme 6557">
              <a:extLst>
                <a:ext uri="{FF2B5EF4-FFF2-40B4-BE49-F238E27FC236}">
                  <a16:creationId xmlns:a16="http://schemas.microsoft.com/office/drawing/2014/main" id="{6819E7D5-C3BA-BD56-4452-D226B9396B12}"/>
                </a:ext>
              </a:extLst>
            </p:cNvPr>
            <p:cNvSpPr/>
            <p:nvPr/>
          </p:nvSpPr>
          <p:spPr bwMode="gray">
            <a:xfrm>
              <a:off x="152908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59" name="Forme libre : forme 6558">
              <a:extLst>
                <a:ext uri="{FF2B5EF4-FFF2-40B4-BE49-F238E27FC236}">
                  <a16:creationId xmlns:a16="http://schemas.microsoft.com/office/drawing/2014/main" id="{97784C50-97BD-303C-56BA-E70480885C1E}"/>
                </a:ext>
              </a:extLst>
            </p:cNvPr>
            <p:cNvSpPr/>
            <p:nvPr/>
          </p:nvSpPr>
          <p:spPr bwMode="gray">
            <a:xfrm>
              <a:off x="148082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0" name="Forme libre : forme 6559">
              <a:extLst>
                <a:ext uri="{FF2B5EF4-FFF2-40B4-BE49-F238E27FC236}">
                  <a16:creationId xmlns:a16="http://schemas.microsoft.com/office/drawing/2014/main" id="{1B18E868-7D3B-54E3-087C-0CCF9DD4CFFB}"/>
                </a:ext>
              </a:extLst>
            </p:cNvPr>
            <p:cNvSpPr/>
            <p:nvPr/>
          </p:nvSpPr>
          <p:spPr bwMode="gray">
            <a:xfrm>
              <a:off x="143129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1" name="Forme libre : forme 6560">
              <a:extLst>
                <a:ext uri="{FF2B5EF4-FFF2-40B4-BE49-F238E27FC236}">
                  <a16:creationId xmlns:a16="http://schemas.microsoft.com/office/drawing/2014/main" id="{BBC77DBC-C43B-36CB-EFBB-A61FE7FCCB38}"/>
                </a:ext>
              </a:extLst>
            </p:cNvPr>
            <p:cNvSpPr/>
            <p:nvPr/>
          </p:nvSpPr>
          <p:spPr bwMode="gray">
            <a:xfrm>
              <a:off x="138176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2" name="Forme libre : forme 6561">
              <a:extLst>
                <a:ext uri="{FF2B5EF4-FFF2-40B4-BE49-F238E27FC236}">
                  <a16:creationId xmlns:a16="http://schemas.microsoft.com/office/drawing/2014/main" id="{2DDD40FD-6D1E-23D9-0538-BB6F37E56C3F}"/>
                </a:ext>
              </a:extLst>
            </p:cNvPr>
            <p:cNvSpPr/>
            <p:nvPr/>
          </p:nvSpPr>
          <p:spPr bwMode="gray">
            <a:xfrm>
              <a:off x="133350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3" name="Forme libre : forme 6562">
              <a:extLst>
                <a:ext uri="{FF2B5EF4-FFF2-40B4-BE49-F238E27FC236}">
                  <a16:creationId xmlns:a16="http://schemas.microsoft.com/office/drawing/2014/main" id="{00871CC0-22B5-977D-599E-C9F7BC5829E9}"/>
                </a:ext>
              </a:extLst>
            </p:cNvPr>
            <p:cNvSpPr/>
            <p:nvPr/>
          </p:nvSpPr>
          <p:spPr bwMode="gray">
            <a:xfrm>
              <a:off x="128397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4" name="Forme libre : forme 6563">
              <a:extLst>
                <a:ext uri="{FF2B5EF4-FFF2-40B4-BE49-F238E27FC236}">
                  <a16:creationId xmlns:a16="http://schemas.microsoft.com/office/drawing/2014/main" id="{DD616CD9-36C0-9676-98EB-B621EE51A806}"/>
                </a:ext>
              </a:extLst>
            </p:cNvPr>
            <p:cNvSpPr/>
            <p:nvPr/>
          </p:nvSpPr>
          <p:spPr bwMode="gray">
            <a:xfrm>
              <a:off x="123571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5" name="Forme libre : forme 6564">
              <a:extLst>
                <a:ext uri="{FF2B5EF4-FFF2-40B4-BE49-F238E27FC236}">
                  <a16:creationId xmlns:a16="http://schemas.microsoft.com/office/drawing/2014/main" id="{80B013A9-C814-CF05-3A07-416FCC9D1971}"/>
                </a:ext>
              </a:extLst>
            </p:cNvPr>
            <p:cNvSpPr/>
            <p:nvPr/>
          </p:nvSpPr>
          <p:spPr bwMode="gray">
            <a:xfrm>
              <a:off x="118618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6" name="Forme libre : forme 6565">
              <a:extLst>
                <a:ext uri="{FF2B5EF4-FFF2-40B4-BE49-F238E27FC236}">
                  <a16:creationId xmlns:a16="http://schemas.microsoft.com/office/drawing/2014/main" id="{B92AC4DC-C760-0E16-3BDB-1B7A8AA89D11}"/>
                </a:ext>
              </a:extLst>
            </p:cNvPr>
            <p:cNvSpPr/>
            <p:nvPr/>
          </p:nvSpPr>
          <p:spPr bwMode="gray">
            <a:xfrm>
              <a:off x="113665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7" name="Forme libre : forme 6566">
              <a:extLst>
                <a:ext uri="{FF2B5EF4-FFF2-40B4-BE49-F238E27FC236}">
                  <a16:creationId xmlns:a16="http://schemas.microsoft.com/office/drawing/2014/main" id="{510069E5-FED6-B155-888F-A61C4105B894}"/>
                </a:ext>
              </a:extLst>
            </p:cNvPr>
            <p:cNvSpPr/>
            <p:nvPr/>
          </p:nvSpPr>
          <p:spPr bwMode="gray">
            <a:xfrm>
              <a:off x="108839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8" name="Forme libre : forme 6567">
              <a:extLst>
                <a:ext uri="{FF2B5EF4-FFF2-40B4-BE49-F238E27FC236}">
                  <a16:creationId xmlns:a16="http://schemas.microsoft.com/office/drawing/2014/main" id="{ACF4F988-27EB-C85E-1557-1B2AB4922197}"/>
                </a:ext>
              </a:extLst>
            </p:cNvPr>
            <p:cNvSpPr/>
            <p:nvPr/>
          </p:nvSpPr>
          <p:spPr bwMode="gray">
            <a:xfrm>
              <a:off x="1038860" y="29705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69" name="Forme libre : forme 6568">
              <a:extLst>
                <a:ext uri="{FF2B5EF4-FFF2-40B4-BE49-F238E27FC236}">
                  <a16:creationId xmlns:a16="http://schemas.microsoft.com/office/drawing/2014/main" id="{D1871B2A-2C1B-656A-79D2-0FB640C2D0E0}"/>
                </a:ext>
              </a:extLst>
            </p:cNvPr>
            <p:cNvSpPr/>
            <p:nvPr/>
          </p:nvSpPr>
          <p:spPr bwMode="gray">
            <a:xfrm>
              <a:off x="706755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0" name="Forme libre : forme 6569">
              <a:extLst>
                <a:ext uri="{FF2B5EF4-FFF2-40B4-BE49-F238E27FC236}">
                  <a16:creationId xmlns:a16="http://schemas.microsoft.com/office/drawing/2014/main" id="{06396F75-6941-A0EA-1CB7-B276B4FBF864}"/>
                </a:ext>
              </a:extLst>
            </p:cNvPr>
            <p:cNvSpPr/>
            <p:nvPr/>
          </p:nvSpPr>
          <p:spPr bwMode="gray">
            <a:xfrm>
              <a:off x="701928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1" name="Forme libre : forme 6570">
              <a:extLst>
                <a:ext uri="{FF2B5EF4-FFF2-40B4-BE49-F238E27FC236}">
                  <a16:creationId xmlns:a16="http://schemas.microsoft.com/office/drawing/2014/main" id="{A97BE65C-ED16-176F-39EE-EFA0D2FFE2AB}"/>
                </a:ext>
              </a:extLst>
            </p:cNvPr>
            <p:cNvSpPr/>
            <p:nvPr/>
          </p:nvSpPr>
          <p:spPr bwMode="gray">
            <a:xfrm>
              <a:off x="696975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2" name="Forme libre : forme 6571">
              <a:extLst>
                <a:ext uri="{FF2B5EF4-FFF2-40B4-BE49-F238E27FC236}">
                  <a16:creationId xmlns:a16="http://schemas.microsoft.com/office/drawing/2014/main" id="{0F5F5281-0920-4543-92F9-EEE05520CF33}"/>
                </a:ext>
              </a:extLst>
            </p:cNvPr>
            <p:cNvSpPr/>
            <p:nvPr/>
          </p:nvSpPr>
          <p:spPr bwMode="gray">
            <a:xfrm>
              <a:off x="682243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3" name="Forme libre : forme 6572">
              <a:extLst>
                <a:ext uri="{FF2B5EF4-FFF2-40B4-BE49-F238E27FC236}">
                  <a16:creationId xmlns:a16="http://schemas.microsoft.com/office/drawing/2014/main" id="{FF24AAA7-87D6-0AF2-722C-7F331F9A6046}"/>
                </a:ext>
              </a:extLst>
            </p:cNvPr>
            <p:cNvSpPr/>
            <p:nvPr/>
          </p:nvSpPr>
          <p:spPr bwMode="gray">
            <a:xfrm>
              <a:off x="677418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4" name="Forme libre : forme 6573">
              <a:extLst>
                <a:ext uri="{FF2B5EF4-FFF2-40B4-BE49-F238E27FC236}">
                  <a16:creationId xmlns:a16="http://schemas.microsoft.com/office/drawing/2014/main" id="{49DEE995-5DAE-058A-71B6-33FFC273EAE7}"/>
                </a:ext>
              </a:extLst>
            </p:cNvPr>
            <p:cNvSpPr/>
            <p:nvPr/>
          </p:nvSpPr>
          <p:spPr bwMode="gray">
            <a:xfrm>
              <a:off x="672465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5" name="Forme libre : forme 6574">
              <a:extLst>
                <a:ext uri="{FF2B5EF4-FFF2-40B4-BE49-F238E27FC236}">
                  <a16:creationId xmlns:a16="http://schemas.microsoft.com/office/drawing/2014/main" id="{D7CC8D3D-073B-E58E-0A51-5C936CDBD4C7}"/>
                </a:ext>
              </a:extLst>
            </p:cNvPr>
            <p:cNvSpPr/>
            <p:nvPr/>
          </p:nvSpPr>
          <p:spPr bwMode="gray">
            <a:xfrm>
              <a:off x="667511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6" name="Forme libre : forme 6575">
              <a:extLst>
                <a:ext uri="{FF2B5EF4-FFF2-40B4-BE49-F238E27FC236}">
                  <a16:creationId xmlns:a16="http://schemas.microsoft.com/office/drawing/2014/main" id="{7F175423-CAEC-F19C-CD82-06537D951A82}"/>
                </a:ext>
              </a:extLst>
            </p:cNvPr>
            <p:cNvSpPr/>
            <p:nvPr/>
          </p:nvSpPr>
          <p:spPr bwMode="gray">
            <a:xfrm>
              <a:off x="662685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7" name="Forme libre : forme 6576">
              <a:extLst>
                <a:ext uri="{FF2B5EF4-FFF2-40B4-BE49-F238E27FC236}">
                  <a16:creationId xmlns:a16="http://schemas.microsoft.com/office/drawing/2014/main" id="{2C04C609-EC29-416A-771C-3CF0E0C1A0BB}"/>
                </a:ext>
              </a:extLst>
            </p:cNvPr>
            <p:cNvSpPr/>
            <p:nvPr/>
          </p:nvSpPr>
          <p:spPr bwMode="gray">
            <a:xfrm>
              <a:off x="657733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8" name="Forme libre : forme 6577">
              <a:extLst>
                <a:ext uri="{FF2B5EF4-FFF2-40B4-BE49-F238E27FC236}">
                  <a16:creationId xmlns:a16="http://schemas.microsoft.com/office/drawing/2014/main" id="{1523911C-12F9-16D9-454A-5B1923195783}"/>
                </a:ext>
              </a:extLst>
            </p:cNvPr>
            <p:cNvSpPr/>
            <p:nvPr/>
          </p:nvSpPr>
          <p:spPr bwMode="gray">
            <a:xfrm>
              <a:off x="6529069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79" name="Forme libre : forme 6578">
              <a:extLst>
                <a:ext uri="{FF2B5EF4-FFF2-40B4-BE49-F238E27FC236}">
                  <a16:creationId xmlns:a16="http://schemas.microsoft.com/office/drawing/2014/main" id="{26D75763-813D-2188-2197-0325D5575D77}"/>
                </a:ext>
              </a:extLst>
            </p:cNvPr>
            <p:cNvSpPr/>
            <p:nvPr/>
          </p:nvSpPr>
          <p:spPr bwMode="gray">
            <a:xfrm>
              <a:off x="647954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0" name="Forme libre : forme 6579">
              <a:extLst>
                <a:ext uri="{FF2B5EF4-FFF2-40B4-BE49-F238E27FC236}">
                  <a16:creationId xmlns:a16="http://schemas.microsoft.com/office/drawing/2014/main" id="{A239CD83-EA0C-64EF-528F-C4016C608E28}"/>
                </a:ext>
              </a:extLst>
            </p:cNvPr>
            <p:cNvSpPr/>
            <p:nvPr/>
          </p:nvSpPr>
          <p:spPr bwMode="gray">
            <a:xfrm>
              <a:off x="64300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1" name="Forme libre : forme 6580">
              <a:extLst>
                <a:ext uri="{FF2B5EF4-FFF2-40B4-BE49-F238E27FC236}">
                  <a16:creationId xmlns:a16="http://schemas.microsoft.com/office/drawing/2014/main" id="{23DF9682-E71D-F166-502A-A5B66AA12C03}"/>
                </a:ext>
              </a:extLst>
            </p:cNvPr>
            <p:cNvSpPr/>
            <p:nvPr/>
          </p:nvSpPr>
          <p:spPr bwMode="gray">
            <a:xfrm>
              <a:off x="638175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2" name="Forme libre : forme 6581">
              <a:extLst>
                <a:ext uri="{FF2B5EF4-FFF2-40B4-BE49-F238E27FC236}">
                  <a16:creationId xmlns:a16="http://schemas.microsoft.com/office/drawing/2014/main" id="{B54C2EF4-BE8B-1D52-3CF5-47FACA2A75F3}"/>
                </a:ext>
              </a:extLst>
            </p:cNvPr>
            <p:cNvSpPr/>
            <p:nvPr/>
          </p:nvSpPr>
          <p:spPr bwMode="gray">
            <a:xfrm>
              <a:off x="63322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3" name="Forme libre : forme 6582">
              <a:extLst>
                <a:ext uri="{FF2B5EF4-FFF2-40B4-BE49-F238E27FC236}">
                  <a16:creationId xmlns:a16="http://schemas.microsoft.com/office/drawing/2014/main" id="{5EE29E3D-DE2A-4413-BFEC-E67AC460E797}"/>
                </a:ext>
              </a:extLst>
            </p:cNvPr>
            <p:cNvSpPr/>
            <p:nvPr/>
          </p:nvSpPr>
          <p:spPr bwMode="gray">
            <a:xfrm>
              <a:off x="628396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4" name="Forme libre : forme 6583">
              <a:extLst>
                <a:ext uri="{FF2B5EF4-FFF2-40B4-BE49-F238E27FC236}">
                  <a16:creationId xmlns:a16="http://schemas.microsoft.com/office/drawing/2014/main" id="{8758CE1C-545F-FF56-7B22-A492898CBB83}"/>
                </a:ext>
              </a:extLst>
            </p:cNvPr>
            <p:cNvSpPr/>
            <p:nvPr/>
          </p:nvSpPr>
          <p:spPr bwMode="gray">
            <a:xfrm>
              <a:off x="62344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5" name="Forme libre : forme 6584">
              <a:extLst>
                <a:ext uri="{FF2B5EF4-FFF2-40B4-BE49-F238E27FC236}">
                  <a16:creationId xmlns:a16="http://schemas.microsoft.com/office/drawing/2014/main" id="{1D8DB2E2-D205-0A66-0DEE-8CB05311EE19}"/>
                </a:ext>
              </a:extLst>
            </p:cNvPr>
            <p:cNvSpPr/>
            <p:nvPr/>
          </p:nvSpPr>
          <p:spPr bwMode="gray">
            <a:xfrm>
              <a:off x="61849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6" name="Forme libre : forme 6585">
              <a:extLst>
                <a:ext uri="{FF2B5EF4-FFF2-40B4-BE49-F238E27FC236}">
                  <a16:creationId xmlns:a16="http://schemas.microsoft.com/office/drawing/2014/main" id="{121367DA-1E89-9EBC-8F09-3799B8289A60}"/>
                </a:ext>
              </a:extLst>
            </p:cNvPr>
            <p:cNvSpPr/>
            <p:nvPr/>
          </p:nvSpPr>
          <p:spPr bwMode="gray">
            <a:xfrm>
              <a:off x="613664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7" name="Forme libre : forme 6586">
              <a:extLst>
                <a:ext uri="{FF2B5EF4-FFF2-40B4-BE49-F238E27FC236}">
                  <a16:creationId xmlns:a16="http://schemas.microsoft.com/office/drawing/2014/main" id="{2100CA0E-162F-0C12-E741-BC59810044DF}"/>
                </a:ext>
              </a:extLst>
            </p:cNvPr>
            <p:cNvSpPr/>
            <p:nvPr/>
          </p:nvSpPr>
          <p:spPr bwMode="gray">
            <a:xfrm>
              <a:off x="60871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8" name="Forme libre : forme 6587">
              <a:extLst>
                <a:ext uri="{FF2B5EF4-FFF2-40B4-BE49-F238E27FC236}">
                  <a16:creationId xmlns:a16="http://schemas.microsoft.com/office/drawing/2014/main" id="{B034C7D7-E6FE-1076-9CBC-3CB434F99534}"/>
                </a:ext>
              </a:extLst>
            </p:cNvPr>
            <p:cNvSpPr/>
            <p:nvPr/>
          </p:nvSpPr>
          <p:spPr bwMode="gray">
            <a:xfrm>
              <a:off x="603885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89" name="Forme libre : forme 6588">
              <a:extLst>
                <a:ext uri="{FF2B5EF4-FFF2-40B4-BE49-F238E27FC236}">
                  <a16:creationId xmlns:a16="http://schemas.microsoft.com/office/drawing/2014/main" id="{EC552F1A-B947-3F4F-8351-972A68DD3B5D}"/>
                </a:ext>
              </a:extLst>
            </p:cNvPr>
            <p:cNvSpPr/>
            <p:nvPr/>
          </p:nvSpPr>
          <p:spPr bwMode="gray">
            <a:xfrm>
              <a:off x="59893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0" name="Forme libre : forme 6589">
              <a:extLst>
                <a:ext uri="{FF2B5EF4-FFF2-40B4-BE49-F238E27FC236}">
                  <a16:creationId xmlns:a16="http://schemas.microsoft.com/office/drawing/2014/main" id="{CDEC2AEA-D687-2AA6-949C-D9A274CE5F6E}"/>
                </a:ext>
              </a:extLst>
            </p:cNvPr>
            <p:cNvSpPr/>
            <p:nvPr/>
          </p:nvSpPr>
          <p:spPr bwMode="gray">
            <a:xfrm>
              <a:off x="594106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1" name="Forme libre : forme 6590">
              <a:extLst>
                <a:ext uri="{FF2B5EF4-FFF2-40B4-BE49-F238E27FC236}">
                  <a16:creationId xmlns:a16="http://schemas.microsoft.com/office/drawing/2014/main" id="{7250597A-A2DA-452C-A2C1-00D5C9008C58}"/>
                </a:ext>
              </a:extLst>
            </p:cNvPr>
            <p:cNvSpPr/>
            <p:nvPr/>
          </p:nvSpPr>
          <p:spPr bwMode="gray">
            <a:xfrm>
              <a:off x="58915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2" name="Forme libre : forme 6591">
              <a:extLst>
                <a:ext uri="{FF2B5EF4-FFF2-40B4-BE49-F238E27FC236}">
                  <a16:creationId xmlns:a16="http://schemas.microsoft.com/office/drawing/2014/main" id="{88FFEAC8-5BED-8C6D-C8EB-CF4175B0BD1E}"/>
                </a:ext>
              </a:extLst>
            </p:cNvPr>
            <p:cNvSpPr/>
            <p:nvPr/>
          </p:nvSpPr>
          <p:spPr bwMode="gray">
            <a:xfrm>
              <a:off x="58420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3" name="Forme libre : forme 6592">
              <a:extLst>
                <a:ext uri="{FF2B5EF4-FFF2-40B4-BE49-F238E27FC236}">
                  <a16:creationId xmlns:a16="http://schemas.microsoft.com/office/drawing/2014/main" id="{580E46A6-2908-CC02-A5DF-EEDFF5BA9610}"/>
                </a:ext>
              </a:extLst>
            </p:cNvPr>
            <p:cNvSpPr/>
            <p:nvPr/>
          </p:nvSpPr>
          <p:spPr bwMode="gray">
            <a:xfrm>
              <a:off x="579374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4" name="Forme libre : forme 6593">
              <a:extLst>
                <a:ext uri="{FF2B5EF4-FFF2-40B4-BE49-F238E27FC236}">
                  <a16:creationId xmlns:a16="http://schemas.microsoft.com/office/drawing/2014/main" id="{336A245F-6D5E-F268-977A-01E85A397AFE}"/>
                </a:ext>
              </a:extLst>
            </p:cNvPr>
            <p:cNvSpPr/>
            <p:nvPr/>
          </p:nvSpPr>
          <p:spPr bwMode="gray">
            <a:xfrm>
              <a:off x="57442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5" name="Forme libre : forme 6594">
              <a:extLst>
                <a:ext uri="{FF2B5EF4-FFF2-40B4-BE49-F238E27FC236}">
                  <a16:creationId xmlns:a16="http://schemas.microsoft.com/office/drawing/2014/main" id="{C6EAB63C-D711-A997-C10D-9BBF2D92A8DA}"/>
                </a:ext>
              </a:extLst>
            </p:cNvPr>
            <p:cNvSpPr/>
            <p:nvPr/>
          </p:nvSpPr>
          <p:spPr bwMode="gray">
            <a:xfrm>
              <a:off x="569595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6" name="Forme libre : forme 6595">
              <a:extLst>
                <a:ext uri="{FF2B5EF4-FFF2-40B4-BE49-F238E27FC236}">
                  <a16:creationId xmlns:a16="http://schemas.microsoft.com/office/drawing/2014/main" id="{ADF080B7-36C0-4357-3B24-3AB763EFDF69}"/>
                </a:ext>
              </a:extLst>
            </p:cNvPr>
            <p:cNvSpPr/>
            <p:nvPr/>
          </p:nvSpPr>
          <p:spPr bwMode="gray">
            <a:xfrm>
              <a:off x="56464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7" name="Forme libre : forme 6596">
              <a:extLst>
                <a:ext uri="{FF2B5EF4-FFF2-40B4-BE49-F238E27FC236}">
                  <a16:creationId xmlns:a16="http://schemas.microsoft.com/office/drawing/2014/main" id="{F814CC0A-E87C-CB0D-F084-C6959CCB2C2B}"/>
                </a:ext>
              </a:extLst>
            </p:cNvPr>
            <p:cNvSpPr/>
            <p:nvPr/>
          </p:nvSpPr>
          <p:spPr bwMode="gray">
            <a:xfrm>
              <a:off x="55968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8" name="Forme libre : forme 6597">
              <a:extLst>
                <a:ext uri="{FF2B5EF4-FFF2-40B4-BE49-F238E27FC236}">
                  <a16:creationId xmlns:a16="http://schemas.microsoft.com/office/drawing/2014/main" id="{CD80DA3D-D8C4-D6BE-D313-C7B76E1AAEEC}"/>
                </a:ext>
              </a:extLst>
            </p:cNvPr>
            <p:cNvSpPr/>
            <p:nvPr/>
          </p:nvSpPr>
          <p:spPr bwMode="gray">
            <a:xfrm>
              <a:off x="55486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99" name="Forme libre : forme 6598">
              <a:extLst>
                <a:ext uri="{FF2B5EF4-FFF2-40B4-BE49-F238E27FC236}">
                  <a16:creationId xmlns:a16="http://schemas.microsoft.com/office/drawing/2014/main" id="{798CEBA6-E8B9-D6EE-62B1-BBA7FD2B905B}"/>
                </a:ext>
              </a:extLst>
            </p:cNvPr>
            <p:cNvSpPr/>
            <p:nvPr/>
          </p:nvSpPr>
          <p:spPr bwMode="gray">
            <a:xfrm>
              <a:off x="54991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0" name="Forme libre : forme 6599">
              <a:extLst>
                <a:ext uri="{FF2B5EF4-FFF2-40B4-BE49-F238E27FC236}">
                  <a16:creationId xmlns:a16="http://schemas.microsoft.com/office/drawing/2014/main" id="{333370A2-8CDA-FDC3-3ACB-33CE252B6C1D}"/>
                </a:ext>
              </a:extLst>
            </p:cNvPr>
            <p:cNvSpPr/>
            <p:nvPr/>
          </p:nvSpPr>
          <p:spPr bwMode="gray">
            <a:xfrm>
              <a:off x="545084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1" name="Forme libre : forme 6600">
              <a:extLst>
                <a:ext uri="{FF2B5EF4-FFF2-40B4-BE49-F238E27FC236}">
                  <a16:creationId xmlns:a16="http://schemas.microsoft.com/office/drawing/2014/main" id="{DA296243-F2D9-E775-5DBF-2C48F2E2CB04}"/>
                </a:ext>
              </a:extLst>
            </p:cNvPr>
            <p:cNvSpPr/>
            <p:nvPr/>
          </p:nvSpPr>
          <p:spPr bwMode="gray">
            <a:xfrm>
              <a:off x="54013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2" name="Forme libre : forme 6601">
              <a:extLst>
                <a:ext uri="{FF2B5EF4-FFF2-40B4-BE49-F238E27FC236}">
                  <a16:creationId xmlns:a16="http://schemas.microsoft.com/office/drawing/2014/main" id="{B3EB5759-F300-C947-2E09-E8EFEBEAD231}"/>
                </a:ext>
              </a:extLst>
            </p:cNvPr>
            <p:cNvSpPr/>
            <p:nvPr/>
          </p:nvSpPr>
          <p:spPr bwMode="gray">
            <a:xfrm>
              <a:off x="53517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3" name="Forme libre : forme 6602">
              <a:extLst>
                <a:ext uri="{FF2B5EF4-FFF2-40B4-BE49-F238E27FC236}">
                  <a16:creationId xmlns:a16="http://schemas.microsoft.com/office/drawing/2014/main" id="{61D01E0A-4F1C-3BCD-9D84-3B90BEB5162A}"/>
                </a:ext>
              </a:extLst>
            </p:cNvPr>
            <p:cNvSpPr/>
            <p:nvPr/>
          </p:nvSpPr>
          <p:spPr bwMode="gray">
            <a:xfrm>
              <a:off x="53035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4" name="Forme libre : forme 6603">
              <a:extLst>
                <a:ext uri="{FF2B5EF4-FFF2-40B4-BE49-F238E27FC236}">
                  <a16:creationId xmlns:a16="http://schemas.microsoft.com/office/drawing/2014/main" id="{383774DF-F521-4AB8-15DB-CB0188906C02}"/>
                </a:ext>
              </a:extLst>
            </p:cNvPr>
            <p:cNvSpPr/>
            <p:nvPr/>
          </p:nvSpPr>
          <p:spPr bwMode="gray">
            <a:xfrm>
              <a:off x="52539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5" name="Forme libre : forme 6604">
              <a:extLst>
                <a:ext uri="{FF2B5EF4-FFF2-40B4-BE49-F238E27FC236}">
                  <a16:creationId xmlns:a16="http://schemas.microsoft.com/office/drawing/2014/main" id="{0CE6E5B6-87F4-6DE5-6B15-88F66C30E6C6}"/>
                </a:ext>
              </a:extLst>
            </p:cNvPr>
            <p:cNvSpPr/>
            <p:nvPr/>
          </p:nvSpPr>
          <p:spPr bwMode="gray">
            <a:xfrm>
              <a:off x="52057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6" name="Forme libre : forme 6605">
              <a:extLst>
                <a:ext uri="{FF2B5EF4-FFF2-40B4-BE49-F238E27FC236}">
                  <a16:creationId xmlns:a16="http://schemas.microsoft.com/office/drawing/2014/main" id="{35794974-56F1-89E9-728A-240CABC71502}"/>
                </a:ext>
              </a:extLst>
            </p:cNvPr>
            <p:cNvSpPr/>
            <p:nvPr/>
          </p:nvSpPr>
          <p:spPr bwMode="gray">
            <a:xfrm>
              <a:off x="51562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7" name="Forme libre : forme 6606">
              <a:extLst>
                <a:ext uri="{FF2B5EF4-FFF2-40B4-BE49-F238E27FC236}">
                  <a16:creationId xmlns:a16="http://schemas.microsoft.com/office/drawing/2014/main" id="{3D36C904-1E14-2AB1-DF0D-8BC504E7344A}"/>
                </a:ext>
              </a:extLst>
            </p:cNvPr>
            <p:cNvSpPr/>
            <p:nvPr/>
          </p:nvSpPr>
          <p:spPr bwMode="gray">
            <a:xfrm>
              <a:off x="51066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8" name="Forme libre : forme 6607">
              <a:extLst>
                <a:ext uri="{FF2B5EF4-FFF2-40B4-BE49-F238E27FC236}">
                  <a16:creationId xmlns:a16="http://schemas.microsoft.com/office/drawing/2014/main" id="{7F090A3D-20B8-D0C2-4D08-C3AF9A536875}"/>
                </a:ext>
              </a:extLst>
            </p:cNvPr>
            <p:cNvSpPr/>
            <p:nvPr/>
          </p:nvSpPr>
          <p:spPr bwMode="gray">
            <a:xfrm>
              <a:off x="50584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09" name="Forme libre : forme 6608">
              <a:extLst>
                <a:ext uri="{FF2B5EF4-FFF2-40B4-BE49-F238E27FC236}">
                  <a16:creationId xmlns:a16="http://schemas.microsoft.com/office/drawing/2014/main" id="{FD0667BB-DA81-E77A-096D-784D6747AF7C}"/>
                </a:ext>
              </a:extLst>
            </p:cNvPr>
            <p:cNvSpPr/>
            <p:nvPr/>
          </p:nvSpPr>
          <p:spPr bwMode="gray">
            <a:xfrm>
              <a:off x="50088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0" name="Forme libre : forme 6609">
              <a:extLst>
                <a:ext uri="{FF2B5EF4-FFF2-40B4-BE49-F238E27FC236}">
                  <a16:creationId xmlns:a16="http://schemas.microsoft.com/office/drawing/2014/main" id="{CA2C33FF-C23C-5D57-7E9F-C4BE2E1CB137}"/>
                </a:ext>
              </a:extLst>
            </p:cNvPr>
            <p:cNvSpPr/>
            <p:nvPr/>
          </p:nvSpPr>
          <p:spPr bwMode="gray">
            <a:xfrm>
              <a:off x="49606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1" name="Forme libre : forme 6610">
              <a:extLst>
                <a:ext uri="{FF2B5EF4-FFF2-40B4-BE49-F238E27FC236}">
                  <a16:creationId xmlns:a16="http://schemas.microsoft.com/office/drawing/2014/main" id="{C0E7DD70-CE77-AEDA-0625-09CAE610B1D1}"/>
                </a:ext>
              </a:extLst>
            </p:cNvPr>
            <p:cNvSpPr/>
            <p:nvPr/>
          </p:nvSpPr>
          <p:spPr bwMode="gray">
            <a:xfrm>
              <a:off x="49110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2" name="Forme libre : forme 6611">
              <a:extLst>
                <a:ext uri="{FF2B5EF4-FFF2-40B4-BE49-F238E27FC236}">
                  <a16:creationId xmlns:a16="http://schemas.microsoft.com/office/drawing/2014/main" id="{9A4CC141-5741-6EAC-0E53-6B60E3E1A020}"/>
                </a:ext>
              </a:extLst>
            </p:cNvPr>
            <p:cNvSpPr/>
            <p:nvPr/>
          </p:nvSpPr>
          <p:spPr bwMode="gray">
            <a:xfrm>
              <a:off x="486156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3" name="Forme libre : forme 6612">
              <a:extLst>
                <a:ext uri="{FF2B5EF4-FFF2-40B4-BE49-F238E27FC236}">
                  <a16:creationId xmlns:a16="http://schemas.microsoft.com/office/drawing/2014/main" id="{0F9DBF06-0003-94A3-2258-0073ADC659C5}"/>
                </a:ext>
              </a:extLst>
            </p:cNvPr>
            <p:cNvSpPr/>
            <p:nvPr/>
          </p:nvSpPr>
          <p:spPr bwMode="gray">
            <a:xfrm>
              <a:off x="48133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4" name="Forme libre : forme 6613">
              <a:extLst>
                <a:ext uri="{FF2B5EF4-FFF2-40B4-BE49-F238E27FC236}">
                  <a16:creationId xmlns:a16="http://schemas.microsoft.com/office/drawing/2014/main" id="{0A471079-73AE-F8CB-6D42-9E855216396F}"/>
                </a:ext>
              </a:extLst>
            </p:cNvPr>
            <p:cNvSpPr/>
            <p:nvPr/>
          </p:nvSpPr>
          <p:spPr bwMode="gray">
            <a:xfrm>
              <a:off x="47637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5" name="Forme libre : forme 6614">
              <a:extLst>
                <a:ext uri="{FF2B5EF4-FFF2-40B4-BE49-F238E27FC236}">
                  <a16:creationId xmlns:a16="http://schemas.microsoft.com/office/drawing/2014/main" id="{F661E669-ACE9-27E0-2CD5-FDE3FEC83FF5}"/>
                </a:ext>
              </a:extLst>
            </p:cNvPr>
            <p:cNvSpPr/>
            <p:nvPr/>
          </p:nvSpPr>
          <p:spPr bwMode="gray">
            <a:xfrm>
              <a:off x="47155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6" name="Forme libre : forme 6615">
              <a:extLst>
                <a:ext uri="{FF2B5EF4-FFF2-40B4-BE49-F238E27FC236}">
                  <a16:creationId xmlns:a16="http://schemas.microsoft.com/office/drawing/2014/main" id="{7E52931E-FD8A-0461-8FE5-9EC65B1D7B67}"/>
                </a:ext>
              </a:extLst>
            </p:cNvPr>
            <p:cNvSpPr/>
            <p:nvPr/>
          </p:nvSpPr>
          <p:spPr bwMode="gray">
            <a:xfrm>
              <a:off x="46659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7" name="Forme libre : forme 6616">
              <a:extLst>
                <a:ext uri="{FF2B5EF4-FFF2-40B4-BE49-F238E27FC236}">
                  <a16:creationId xmlns:a16="http://schemas.microsoft.com/office/drawing/2014/main" id="{EFA6E21A-12AE-8AA4-004D-505F22EFCC6F}"/>
                </a:ext>
              </a:extLst>
            </p:cNvPr>
            <p:cNvSpPr/>
            <p:nvPr/>
          </p:nvSpPr>
          <p:spPr bwMode="gray">
            <a:xfrm>
              <a:off x="46177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8" name="Forme libre : forme 6617">
              <a:extLst>
                <a:ext uri="{FF2B5EF4-FFF2-40B4-BE49-F238E27FC236}">
                  <a16:creationId xmlns:a16="http://schemas.microsoft.com/office/drawing/2014/main" id="{3FA34F58-C18C-A481-2EC4-5A7DA4C5A83D}"/>
                </a:ext>
              </a:extLst>
            </p:cNvPr>
            <p:cNvSpPr/>
            <p:nvPr/>
          </p:nvSpPr>
          <p:spPr bwMode="gray">
            <a:xfrm>
              <a:off x="45681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19" name="Forme libre : forme 6618">
              <a:extLst>
                <a:ext uri="{FF2B5EF4-FFF2-40B4-BE49-F238E27FC236}">
                  <a16:creationId xmlns:a16="http://schemas.microsoft.com/office/drawing/2014/main" id="{062B4268-0622-77A3-81D2-B2F1169F6B07}"/>
                </a:ext>
              </a:extLst>
            </p:cNvPr>
            <p:cNvSpPr/>
            <p:nvPr/>
          </p:nvSpPr>
          <p:spPr bwMode="gray">
            <a:xfrm>
              <a:off x="451866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0" name="Forme libre : forme 6619">
              <a:extLst>
                <a:ext uri="{FF2B5EF4-FFF2-40B4-BE49-F238E27FC236}">
                  <a16:creationId xmlns:a16="http://schemas.microsoft.com/office/drawing/2014/main" id="{0DDA479E-EA0F-3CD3-5541-F4621ED29059}"/>
                </a:ext>
              </a:extLst>
            </p:cNvPr>
            <p:cNvSpPr/>
            <p:nvPr/>
          </p:nvSpPr>
          <p:spPr bwMode="gray">
            <a:xfrm>
              <a:off x="44704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1" name="Forme libre : forme 6620">
              <a:extLst>
                <a:ext uri="{FF2B5EF4-FFF2-40B4-BE49-F238E27FC236}">
                  <a16:creationId xmlns:a16="http://schemas.microsoft.com/office/drawing/2014/main" id="{FD7C6F8E-D42C-AB12-AEEE-D82F4D7B914F}"/>
                </a:ext>
              </a:extLst>
            </p:cNvPr>
            <p:cNvSpPr/>
            <p:nvPr/>
          </p:nvSpPr>
          <p:spPr bwMode="gray">
            <a:xfrm>
              <a:off x="44208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2" name="Forme libre : forme 6621">
              <a:extLst>
                <a:ext uri="{FF2B5EF4-FFF2-40B4-BE49-F238E27FC236}">
                  <a16:creationId xmlns:a16="http://schemas.microsoft.com/office/drawing/2014/main" id="{A4B8E563-00A6-6CF4-FB6A-1CC75892AFEE}"/>
                </a:ext>
              </a:extLst>
            </p:cNvPr>
            <p:cNvSpPr/>
            <p:nvPr/>
          </p:nvSpPr>
          <p:spPr bwMode="gray">
            <a:xfrm>
              <a:off x="43726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3" name="Forme libre : forme 6622">
              <a:extLst>
                <a:ext uri="{FF2B5EF4-FFF2-40B4-BE49-F238E27FC236}">
                  <a16:creationId xmlns:a16="http://schemas.microsoft.com/office/drawing/2014/main" id="{CD64B8FE-6222-F677-3233-A43BF9D3ABBD}"/>
                </a:ext>
              </a:extLst>
            </p:cNvPr>
            <p:cNvSpPr/>
            <p:nvPr/>
          </p:nvSpPr>
          <p:spPr bwMode="gray">
            <a:xfrm>
              <a:off x="43230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4" name="Forme libre : forme 6623">
              <a:extLst>
                <a:ext uri="{FF2B5EF4-FFF2-40B4-BE49-F238E27FC236}">
                  <a16:creationId xmlns:a16="http://schemas.microsoft.com/office/drawing/2014/main" id="{9405C1E4-7939-6D3F-D203-8AD71BD54F98}"/>
                </a:ext>
              </a:extLst>
            </p:cNvPr>
            <p:cNvSpPr/>
            <p:nvPr/>
          </p:nvSpPr>
          <p:spPr bwMode="gray">
            <a:xfrm>
              <a:off x="427355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5" name="Forme libre : forme 6624">
              <a:extLst>
                <a:ext uri="{FF2B5EF4-FFF2-40B4-BE49-F238E27FC236}">
                  <a16:creationId xmlns:a16="http://schemas.microsoft.com/office/drawing/2014/main" id="{AA66F5D2-8125-5495-43EE-BA0AB91DE2AF}"/>
                </a:ext>
              </a:extLst>
            </p:cNvPr>
            <p:cNvSpPr/>
            <p:nvPr/>
          </p:nvSpPr>
          <p:spPr bwMode="gray">
            <a:xfrm>
              <a:off x="41275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6" name="Forme libre : forme 6625">
              <a:extLst>
                <a:ext uri="{FF2B5EF4-FFF2-40B4-BE49-F238E27FC236}">
                  <a16:creationId xmlns:a16="http://schemas.microsoft.com/office/drawing/2014/main" id="{B340AA48-3BAA-8E4F-3B69-3FA1865686DB}"/>
                </a:ext>
              </a:extLst>
            </p:cNvPr>
            <p:cNvSpPr/>
            <p:nvPr/>
          </p:nvSpPr>
          <p:spPr bwMode="gray">
            <a:xfrm>
              <a:off x="40779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7" name="Forme libre : forme 6626">
              <a:extLst>
                <a:ext uri="{FF2B5EF4-FFF2-40B4-BE49-F238E27FC236}">
                  <a16:creationId xmlns:a16="http://schemas.microsoft.com/office/drawing/2014/main" id="{3A22472D-60C3-5F0B-D1C7-A4D43A7E36B0}"/>
                </a:ext>
              </a:extLst>
            </p:cNvPr>
            <p:cNvSpPr/>
            <p:nvPr/>
          </p:nvSpPr>
          <p:spPr bwMode="gray">
            <a:xfrm>
              <a:off x="393065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8" name="Forme libre : forme 6627">
              <a:extLst>
                <a:ext uri="{FF2B5EF4-FFF2-40B4-BE49-F238E27FC236}">
                  <a16:creationId xmlns:a16="http://schemas.microsoft.com/office/drawing/2014/main" id="{075EC060-D63A-83FB-CCD2-B2DEB46CCFE8}"/>
                </a:ext>
              </a:extLst>
            </p:cNvPr>
            <p:cNvSpPr/>
            <p:nvPr/>
          </p:nvSpPr>
          <p:spPr bwMode="gray">
            <a:xfrm>
              <a:off x="38823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29" name="Forme libre : forme 6628">
              <a:extLst>
                <a:ext uri="{FF2B5EF4-FFF2-40B4-BE49-F238E27FC236}">
                  <a16:creationId xmlns:a16="http://schemas.microsoft.com/office/drawing/2014/main" id="{B0F13191-2F4D-8576-68FC-182BDB992607}"/>
                </a:ext>
              </a:extLst>
            </p:cNvPr>
            <p:cNvSpPr/>
            <p:nvPr/>
          </p:nvSpPr>
          <p:spPr bwMode="gray">
            <a:xfrm>
              <a:off x="383286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0" name="Forme libre : forme 6629">
              <a:extLst>
                <a:ext uri="{FF2B5EF4-FFF2-40B4-BE49-F238E27FC236}">
                  <a16:creationId xmlns:a16="http://schemas.microsoft.com/office/drawing/2014/main" id="{B0F483CB-31E6-AD7F-5F9F-5CFBE7931917}"/>
                </a:ext>
              </a:extLst>
            </p:cNvPr>
            <p:cNvSpPr/>
            <p:nvPr/>
          </p:nvSpPr>
          <p:spPr bwMode="gray">
            <a:xfrm>
              <a:off x="37833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1" name="Forme libre : forme 6630">
              <a:extLst>
                <a:ext uri="{FF2B5EF4-FFF2-40B4-BE49-F238E27FC236}">
                  <a16:creationId xmlns:a16="http://schemas.microsoft.com/office/drawing/2014/main" id="{ACED4F24-B93F-7817-08D9-C0D2C1D93382}"/>
                </a:ext>
              </a:extLst>
            </p:cNvPr>
            <p:cNvSpPr/>
            <p:nvPr/>
          </p:nvSpPr>
          <p:spPr bwMode="gray">
            <a:xfrm>
              <a:off x="37350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2" name="Forme libre : forme 6631">
              <a:extLst>
                <a:ext uri="{FF2B5EF4-FFF2-40B4-BE49-F238E27FC236}">
                  <a16:creationId xmlns:a16="http://schemas.microsoft.com/office/drawing/2014/main" id="{AA437830-A7DC-4CCB-CBE7-E727E00D247D}"/>
                </a:ext>
              </a:extLst>
            </p:cNvPr>
            <p:cNvSpPr/>
            <p:nvPr/>
          </p:nvSpPr>
          <p:spPr bwMode="gray">
            <a:xfrm>
              <a:off x="368554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3" name="Forme libre : forme 6632">
              <a:extLst>
                <a:ext uri="{FF2B5EF4-FFF2-40B4-BE49-F238E27FC236}">
                  <a16:creationId xmlns:a16="http://schemas.microsoft.com/office/drawing/2014/main" id="{59460E9B-8240-E53E-2E90-415D0B4BE974}"/>
                </a:ext>
              </a:extLst>
            </p:cNvPr>
            <p:cNvSpPr/>
            <p:nvPr/>
          </p:nvSpPr>
          <p:spPr bwMode="gray">
            <a:xfrm>
              <a:off x="22644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4" name="Forme libre : forme 6633">
              <a:extLst>
                <a:ext uri="{FF2B5EF4-FFF2-40B4-BE49-F238E27FC236}">
                  <a16:creationId xmlns:a16="http://schemas.microsoft.com/office/drawing/2014/main" id="{C1D03D27-CB7B-0001-3366-CCD4E2E0446F}"/>
                </a:ext>
              </a:extLst>
            </p:cNvPr>
            <p:cNvSpPr/>
            <p:nvPr/>
          </p:nvSpPr>
          <p:spPr bwMode="gray">
            <a:xfrm>
              <a:off x="22148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5" name="Forme libre : forme 6634">
              <a:extLst>
                <a:ext uri="{FF2B5EF4-FFF2-40B4-BE49-F238E27FC236}">
                  <a16:creationId xmlns:a16="http://schemas.microsoft.com/office/drawing/2014/main" id="{95C3FE96-0836-DFE0-32F3-F3FD91D667D1}"/>
                </a:ext>
              </a:extLst>
            </p:cNvPr>
            <p:cNvSpPr/>
            <p:nvPr/>
          </p:nvSpPr>
          <p:spPr bwMode="gray">
            <a:xfrm>
              <a:off x="21666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6" name="Forme libre : forme 6635">
              <a:extLst>
                <a:ext uri="{FF2B5EF4-FFF2-40B4-BE49-F238E27FC236}">
                  <a16:creationId xmlns:a16="http://schemas.microsoft.com/office/drawing/2014/main" id="{9BA48B32-BABE-749C-D83F-33E2F3894F26}"/>
                </a:ext>
              </a:extLst>
            </p:cNvPr>
            <p:cNvSpPr/>
            <p:nvPr/>
          </p:nvSpPr>
          <p:spPr bwMode="gray">
            <a:xfrm>
              <a:off x="21170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7" name="Forme libre : forme 6636">
              <a:extLst>
                <a:ext uri="{FF2B5EF4-FFF2-40B4-BE49-F238E27FC236}">
                  <a16:creationId xmlns:a16="http://schemas.microsoft.com/office/drawing/2014/main" id="{E3FFD8F5-6553-BA45-D3C8-778110415235}"/>
                </a:ext>
              </a:extLst>
            </p:cNvPr>
            <p:cNvSpPr/>
            <p:nvPr/>
          </p:nvSpPr>
          <p:spPr bwMode="gray">
            <a:xfrm>
              <a:off x="20688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8" name="Forme libre : forme 6637">
              <a:extLst>
                <a:ext uri="{FF2B5EF4-FFF2-40B4-BE49-F238E27FC236}">
                  <a16:creationId xmlns:a16="http://schemas.microsoft.com/office/drawing/2014/main" id="{2F2ECDCE-9DC2-7A00-6A70-17D4FA68EF04}"/>
                </a:ext>
              </a:extLst>
            </p:cNvPr>
            <p:cNvSpPr/>
            <p:nvPr/>
          </p:nvSpPr>
          <p:spPr bwMode="gray">
            <a:xfrm>
              <a:off x="20193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39" name="Forme libre : forme 6638">
              <a:extLst>
                <a:ext uri="{FF2B5EF4-FFF2-40B4-BE49-F238E27FC236}">
                  <a16:creationId xmlns:a16="http://schemas.microsoft.com/office/drawing/2014/main" id="{66CBE590-EB66-E031-5C87-494F84D47CF4}"/>
                </a:ext>
              </a:extLst>
            </p:cNvPr>
            <p:cNvSpPr/>
            <p:nvPr/>
          </p:nvSpPr>
          <p:spPr bwMode="gray">
            <a:xfrm>
              <a:off x="19697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0" name="Forme libre : forme 6639">
              <a:extLst>
                <a:ext uri="{FF2B5EF4-FFF2-40B4-BE49-F238E27FC236}">
                  <a16:creationId xmlns:a16="http://schemas.microsoft.com/office/drawing/2014/main" id="{C295FAFD-66A4-F26B-BAA4-0A7BF90F9DC9}"/>
                </a:ext>
              </a:extLst>
            </p:cNvPr>
            <p:cNvSpPr/>
            <p:nvPr/>
          </p:nvSpPr>
          <p:spPr bwMode="gray">
            <a:xfrm>
              <a:off x="192151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1" name="Forme libre : forme 6640">
              <a:extLst>
                <a:ext uri="{FF2B5EF4-FFF2-40B4-BE49-F238E27FC236}">
                  <a16:creationId xmlns:a16="http://schemas.microsoft.com/office/drawing/2014/main" id="{004F141A-ABCB-3DC1-BE10-35607BF90776}"/>
                </a:ext>
              </a:extLst>
            </p:cNvPr>
            <p:cNvSpPr/>
            <p:nvPr/>
          </p:nvSpPr>
          <p:spPr bwMode="gray">
            <a:xfrm>
              <a:off x="187198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2" name="Forme libre : forme 6641">
              <a:extLst>
                <a:ext uri="{FF2B5EF4-FFF2-40B4-BE49-F238E27FC236}">
                  <a16:creationId xmlns:a16="http://schemas.microsoft.com/office/drawing/2014/main" id="{490A75E9-CED4-93B4-5153-DDBA34A74D54}"/>
                </a:ext>
              </a:extLst>
            </p:cNvPr>
            <p:cNvSpPr/>
            <p:nvPr/>
          </p:nvSpPr>
          <p:spPr bwMode="gray">
            <a:xfrm>
              <a:off x="182372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3" name="Forme libre : forme 6642">
              <a:extLst>
                <a:ext uri="{FF2B5EF4-FFF2-40B4-BE49-F238E27FC236}">
                  <a16:creationId xmlns:a16="http://schemas.microsoft.com/office/drawing/2014/main" id="{ED6869D9-8772-FC24-3781-18673EE4E4EA}"/>
                </a:ext>
              </a:extLst>
            </p:cNvPr>
            <p:cNvSpPr/>
            <p:nvPr/>
          </p:nvSpPr>
          <p:spPr bwMode="gray">
            <a:xfrm>
              <a:off x="177419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4" name="Forme libre : forme 6643">
              <a:extLst>
                <a:ext uri="{FF2B5EF4-FFF2-40B4-BE49-F238E27FC236}">
                  <a16:creationId xmlns:a16="http://schemas.microsoft.com/office/drawing/2014/main" id="{EAB21F87-35DA-C1CB-8439-1DE170739D49}"/>
                </a:ext>
              </a:extLst>
            </p:cNvPr>
            <p:cNvSpPr/>
            <p:nvPr/>
          </p:nvSpPr>
          <p:spPr bwMode="gray">
            <a:xfrm>
              <a:off x="172593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5" name="Forme libre : forme 6644">
              <a:extLst>
                <a:ext uri="{FF2B5EF4-FFF2-40B4-BE49-F238E27FC236}">
                  <a16:creationId xmlns:a16="http://schemas.microsoft.com/office/drawing/2014/main" id="{3E820236-415B-63CC-4EE7-B6D7E397C585}"/>
                </a:ext>
              </a:extLst>
            </p:cNvPr>
            <p:cNvSpPr/>
            <p:nvPr/>
          </p:nvSpPr>
          <p:spPr bwMode="gray">
            <a:xfrm>
              <a:off x="167640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6" name="Forme libre : forme 6645">
              <a:extLst>
                <a:ext uri="{FF2B5EF4-FFF2-40B4-BE49-F238E27FC236}">
                  <a16:creationId xmlns:a16="http://schemas.microsoft.com/office/drawing/2014/main" id="{14F6AAF3-EDA7-2ADE-990F-029A8F5EAD34}"/>
                </a:ext>
              </a:extLst>
            </p:cNvPr>
            <p:cNvSpPr/>
            <p:nvPr/>
          </p:nvSpPr>
          <p:spPr bwMode="gray">
            <a:xfrm>
              <a:off x="1626870" y="29222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7" name="Forme libre : forme 6646">
              <a:extLst>
                <a:ext uri="{FF2B5EF4-FFF2-40B4-BE49-F238E27FC236}">
                  <a16:creationId xmlns:a16="http://schemas.microsoft.com/office/drawing/2014/main" id="{6917F7F4-C715-E8DD-6FB7-2FD4AF909B83}"/>
                </a:ext>
              </a:extLst>
            </p:cNvPr>
            <p:cNvSpPr/>
            <p:nvPr/>
          </p:nvSpPr>
          <p:spPr bwMode="gray">
            <a:xfrm>
              <a:off x="157861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8" name="Forme libre : forme 6647">
              <a:extLst>
                <a:ext uri="{FF2B5EF4-FFF2-40B4-BE49-F238E27FC236}">
                  <a16:creationId xmlns:a16="http://schemas.microsoft.com/office/drawing/2014/main" id="{CA29BCF7-B60E-3DB0-8162-D1C58C20749E}"/>
                </a:ext>
              </a:extLst>
            </p:cNvPr>
            <p:cNvSpPr/>
            <p:nvPr/>
          </p:nvSpPr>
          <p:spPr bwMode="gray">
            <a:xfrm>
              <a:off x="152908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49" name="Forme libre : forme 6648">
              <a:extLst>
                <a:ext uri="{FF2B5EF4-FFF2-40B4-BE49-F238E27FC236}">
                  <a16:creationId xmlns:a16="http://schemas.microsoft.com/office/drawing/2014/main" id="{72F637C7-83A1-C7EB-605C-09127FC96E8F}"/>
                </a:ext>
              </a:extLst>
            </p:cNvPr>
            <p:cNvSpPr/>
            <p:nvPr/>
          </p:nvSpPr>
          <p:spPr bwMode="gray">
            <a:xfrm>
              <a:off x="148082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0" name="Forme libre : forme 6649">
              <a:extLst>
                <a:ext uri="{FF2B5EF4-FFF2-40B4-BE49-F238E27FC236}">
                  <a16:creationId xmlns:a16="http://schemas.microsoft.com/office/drawing/2014/main" id="{8A48EE08-F33C-B603-2992-FB093B49A4F1}"/>
                </a:ext>
              </a:extLst>
            </p:cNvPr>
            <p:cNvSpPr/>
            <p:nvPr/>
          </p:nvSpPr>
          <p:spPr bwMode="gray">
            <a:xfrm>
              <a:off x="143129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1" name="Forme libre : forme 6650">
              <a:extLst>
                <a:ext uri="{FF2B5EF4-FFF2-40B4-BE49-F238E27FC236}">
                  <a16:creationId xmlns:a16="http://schemas.microsoft.com/office/drawing/2014/main" id="{A71302B2-0A2F-92A4-4941-625D597E1465}"/>
                </a:ext>
              </a:extLst>
            </p:cNvPr>
            <p:cNvSpPr/>
            <p:nvPr/>
          </p:nvSpPr>
          <p:spPr bwMode="gray">
            <a:xfrm>
              <a:off x="138176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2" name="Forme libre : forme 6651">
              <a:extLst>
                <a:ext uri="{FF2B5EF4-FFF2-40B4-BE49-F238E27FC236}">
                  <a16:creationId xmlns:a16="http://schemas.microsoft.com/office/drawing/2014/main" id="{2265AEF6-59A1-88B0-D7EF-4F015BF71B7A}"/>
                </a:ext>
              </a:extLst>
            </p:cNvPr>
            <p:cNvSpPr/>
            <p:nvPr/>
          </p:nvSpPr>
          <p:spPr bwMode="gray">
            <a:xfrm>
              <a:off x="133350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3" name="Forme libre : forme 6652">
              <a:extLst>
                <a:ext uri="{FF2B5EF4-FFF2-40B4-BE49-F238E27FC236}">
                  <a16:creationId xmlns:a16="http://schemas.microsoft.com/office/drawing/2014/main" id="{C682D186-1D5B-9C7B-36F1-FAFD87A59C35}"/>
                </a:ext>
              </a:extLst>
            </p:cNvPr>
            <p:cNvSpPr/>
            <p:nvPr/>
          </p:nvSpPr>
          <p:spPr bwMode="gray">
            <a:xfrm>
              <a:off x="128397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4" name="Forme libre : forme 6653">
              <a:extLst>
                <a:ext uri="{FF2B5EF4-FFF2-40B4-BE49-F238E27FC236}">
                  <a16:creationId xmlns:a16="http://schemas.microsoft.com/office/drawing/2014/main" id="{4E9A7174-0732-5CE2-8DE1-F7577B736C06}"/>
                </a:ext>
              </a:extLst>
            </p:cNvPr>
            <p:cNvSpPr/>
            <p:nvPr/>
          </p:nvSpPr>
          <p:spPr bwMode="gray">
            <a:xfrm>
              <a:off x="123571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5" name="Forme libre : forme 6654">
              <a:extLst>
                <a:ext uri="{FF2B5EF4-FFF2-40B4-BE49-F238E27FC236}">
                  <a16:creationId xmlns:a16="http://schemas.microsoft.com/office/drawing/2014/main" id="{B033EEC6-3C14-FC13-9556-D42101D23882}"/>
                </a:ext>
              </a:extLst>
            </p:cNvPr>
            <p:cNvSpPr/>
            <p:nvPr/>
          </p:nvSpPr>
          <p:spPr bwMode="gray">
            <a:xfrm>
              <a:off x="118618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6" name="Forme libre : forme 6655">
              <a:extLst>
                <a:ext uri="{FF2B5EF4-FFF2-40B4-BE49-F238E27FC236}">
                  <a16:creationId xmlns:a16="http://schemas.microsoft.com/office/drawing/2014/main" id="{7638B7A8-8FCD-34FA-F5EC-C3021BAC1928}"/>
                </a:ext>
              </a:extLst>
            </p:cNvPr>
            <p:cNvSpPr/>
            <p:nvPr/>
          </p:nvSpPr>
          <p:spPr bwMode="gray">
            <a:xfrm>
              <a:off x="113665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7" name="Forme libre : forme 6656">
              <a:extLst>
                <a:ext uri="{FF2B5EF4-FFF2-40B4-BE49-F238E27FC236}">
                  <a16:creationId xmlns:a16="http://schemas.microsoft.com/office/drawing/2014/main" id="{59AE34CA-3B38-72CC-4401-84CEEF3802C4}"/>
                </a:ext>
              </a:extLst>
            </p:cNvPr>
            <p:cNvSpPr/>
            <p:nvPr/>
          </p:nvSpPr>
          <p:spPr bwMode="gray">
            <a:xfrm>
              <a:off x="1088390" y="29222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8" name="Forme libre : forme 6657">
              <a:extLst>
                <a:ext uri="{FF2B5EF4-FFF2-40B4-BE49-F238E27FC236}">
                  <a16:creationId xmlns:a16="http://schemas.microsoft.com/office/drawing/2014/main" id="{A73E2B20-1CF1-703B-CD74-02B10A92046B}"/>
                </a:ext>
              </a:extLst>
            </p:cNvPr>
            <p:cNvSpPr/>
            <p:nvPr/>
          </p:nvSpPr>
          <p:spPr bwMode="gray">
            <a:xfrm>
              <a:off x="701928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59" name="Forme libre : forme 6658">
              <a:extLst>
                <a:ext uri="{FF2B5EF4-FFF2-40B4-BE49-F238E27FC236}">
                  <a16:creationId xmlns:a16="http://schemas.microsoft.com/office/drawing/2014/main" id="{98930664-61DF-888E-5CA1-F697C02AB1B3}"/>
                </a:ext>
              </a:extLst>
            </p:cNvPr>
            <p:cNvSpPr/>
            <p:nvPr/>
          </p:nvSpPr>
          <p:spPr bwMode="gray">
            <a:xfrm>
              <a:off x="696975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0" name="Forme libre : forme 6659">
              <a:extLst>
                <a:ext uri="{FF2B5EF4-FFF2-40B4-BE49-F238E27FC236}">
                  <a16:creationId xmlns:a16="http://schemas.microsoft.com/office/drawing/2014/main" id="{2A82526C-73C9-84BB-FF50-67B6951329A9}"/>
                </a:ext>
              </a:extLst>
            </p:cNvPr>
            <p:cNvSpPr/>
            <p:nvPr/>
          </p:nvSpPr>
          <p:spPr bwMode="gray">
            <a:xfrm>
              <a:off x="687196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1" name="Forme libre : forme 6660">
              <a:extLst>
                <a:ext uri="{FF2B5EF4-FFF2-40B4-BE49-F238E27FC236}">
                  <a16:creationId xmlns:a16="http://schemas.microsoft.com/office/drawing/2014/main" id="{43244877-0C43-D049-B102-31623B35373F}"/>
                </a:ext>
              </a:extLst>
            </p:cNvPr>
            <p:cNvSpPr/>
            <p:nvPr/>
          </p:nvSpPr>
          <p:spPr bwMode="gray">
            <a:xfrm>
              <a:off x="682243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2" name="Forme libre : forme 6661">
              <a:extLst>
                <a:ext uri="{FF2B5EF4-FFF2-40B4-BE49-F238E27FC236}">
                  <a16:creationId xmlns:a16="http://schemas.microsoft.com/office/drawing/2014/main" id="{38F1A909-A12B-D9B6-249B-AE92C435B382}"/>
                </a:ext>
              </a:extLst>
            </p:cNvPr>
            <p:cNvSpPr/>
            <p:nvPr/>
          </p:nvSpPr>
          <p:spPr bwMode="gray">
            <a:xfrm>
              <a:off x="677418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3" name="Forme libre : forme 6662">
              <a:extLst>
                <a:ext uri="{FF2B5EF4-FFF2-40B4-BE49-F238E27FC236}">
                  <a16:creationId xmlns:a16="http://schemas.microsoft.com/office/drawing/2014/main" id="{07A0170C-CDC6-599A-0938-882FE9C9661F}"/>
                </a:ext>
              </a:extLst>
            </p:cNvPr>
            <p:cNvSpPr/>
            <p:nvPr/>
          </p:nvSpPr>
          <p:spPr bwMode="gray">
            <a:xfrm>
              <a:off x="672465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4" name="Forme libre : forme 6663">
              <a:extLst>
                <a:ext uri="{FF2B5EF4-FFF2-40B4-BE49-F238E27FC236}">
                  <a16:creationId xmlns:a16="http://schemas.microsoft.com/office/drawing/2014/main" id="{7E3E2518-9000-8890-5E8B-ECD6B84C8B88}"/>
                </a:ext>
              </a:extLst>
            </p:cNvPr>
            <p:cNvSpPr/>
            <p:nvPr/>
          </p:nvSpPr>
          <p:spPr bwMode="gray">
            <a:xfrm>
              <a:off x="667511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5" name="Forme libre : forme 6664">
              <a:extLst>
                <a:ext uri="{FF2B5EF4-FFF2-40B4-BE49-F238E27FC236}">
                  <a16:creationId xmlns:a16="http://schemas.microsoft.com/office/drawing/2014/main" id="{0F66CCB8-443C-8740-74F3-7F3D464AF308}"/>
                </a:ext>
              </a:extLst>
            </p:cNvPr>
            <p:cNvSpPr/>
            <p:nvPr/>
          </p:nvSpPr>
          <p:spPr bwMode="gray">
            <a:xfrm>
              <a:off x="662685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6" name="Forme libre : forme 6665">
              <a:extLst>
                <a:ext uri="{FF2B5EF4-FFF2-40B4-BE49-F238E27FC236}">
                  <a16:creationId xmlns:a16="http://schemas.microsoft.com/office/drawing/2014/main" id="{8A58BC83-BA95-0914-5A49-4AED608B7069}"/>
                </a:ext>
              </a:extLst>
            </p:cNvPr>
            <p:cNvSpPr/>
            <p:nvPr/>
          </p:nvSpPr>
          <p:spPr bwMode="gray">
            <a:xfrm>
              <a:off x="657733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7" name="Forme libre : forme 6666">
              <a:extLst>
                <a:ext uri="{FF2B5EF4-FFF2-40B4-BE49-F238E27FC236}">
                  <a16:creationId xmlns:a16="http://schemas.microsoft.com/office/drawing/2014/main" id="{1876F363-F2B3-76C2-4939-DD8465CA7E84}"/>
                </a:ext>
              </a:extLst>
            </p:cNvPr>
            <p:cNvSpPr/>
            <p:nvPr/>
          </p:nvSpPr>
          <p:spPr bwMode="gray">
            <a:xfrm>
              <a:off x="6529069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8" name="Forme libre : forme 6667">
              <a:extLst>
                <a:ext uri="{FF2B5EF4-FFF2-40B4-BE49-F238E27FC236}">
                  <a16:creationId xmlns:a16="http://schemas.microsoft.com/office/drawing/2014/main" id="{89F69604-C9D5-9A07-AA5A-EEB20032202D}"/>
                </a:ext>
              </a:extLst>
            </p:cNvPr>
            <p:cNvSpPr/>
            <p:nvPr/>
          </p:nvSpPr>
          <p:spPr bwMode="gray">
            <a:xfrm>
              <a:off x="647954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69" name="Forme libre : forme 6668">
              <a:extLst>
                <a:ext uri="{FF2B5EF4-FFF2-40B4-BE49-F238E27FC236}">
                  <a16:creationId xmlns:a16="http://schemas.microsoft.com/office/drawing/2014/main" id="{B20594BD-B534-7058-0960-3F2BB8E9814A}"/>
                </a:ext>
              </a:extLst>
            </p:cNvPr>
            <p:cNvSpPr/>
            <p:nvPr/>
          </p:nvSpPr>
          <p:spPr bwMode="gray">
            <a:xfrm>
              <a:off x="64300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0" name="Forme libre : forme 6669">
              <a:extLst>
                <a:ext uri="{FF2B5EF4-FFF2-40B4-BE49-F238E27FC236}">
                  <a16:creationId xmlns:a16="http://schemas.microsoft.com/office/drawing/2014/main" id="{08F0DB31-9341-AF03-D380-F020DB08A2FF}"/>
                </a:ext>
              </a:extLst>
            </p:cNvPr>
            <p:cNvSpPr/>
            <p:nvPr/>
          </p:nvSpPr>
          <p:spPr bwMode="gray">
            <a:xfrm>
              <a:off x="638175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1" name="Forme libre : forme 6670">
              <a:extLst>
                <a:ext uri="{FF2B5EF4-FFF2-40B4-BE49-F238E27FC236}">
                  <a16:creationId xmlns:a16="http://schemas.microsoft.com/office/drawing/2014/main" id="{71BE16BA-2200-6075-FCF9-FC8BA0799FB1}"/>
                </a:ext>
              </a:extLst>
            </p:cNvPr>
            <p:cNvSpPr/>
            <p:nvPr/>
          </p:nvSpPr>
          <p:spPr bwMode="gray">
            <a:xfrm>
              <a:off x="63322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2" name="Forme libre : forme 6671">
              <a:extLst>
                <a:ext uri="{FF2B5EF4-FFF2-40B4-BE49-F238E27FC236}">
                  <a16:creationId xmlns:a16="http://schemas.microsoft.com/office/drawing/2014/main" id="{6B45285A-7B71-A3CE-EFC2-2E9EBF30BD4F}"/>
                </a:ext>
              </a:extLst>
            </p:cNvPr>
            <p:cNvSpPr/>
            <p:nvPr/>
          </p:nvSpPr>
          <p:spPr bwMode="gray">
            <a:xfrm>
              <a:off x="62839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3" name="Forme libre : forme 6672">
              <a:extLst>
                <a:ext uri="{FF2B5EF4-FFF2-40B4-BE49-F238E27FC236}">
                  <a16:creationId xmlns:a16="http://schemas.microsoft.com/office/drawing/2014/main" id="{041941BF-7249-3FE0-B2C3-B58FBC198FF1}"/>
                </a:ext>
              </a:extLst>
            </p:cNvPr>
            <p:cNvSpPr/>
            <p:nvPr/>
          </p:nvSpPr>
          <p:spPr bwMode="gray">
            <a:xfrm>
              <a:off x="62344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4" name="Forme libre : forme 6673">
              <a:extLst>
                <a:ext uri="{FF2B5EF4-FFF2-40B4-BE49-F238E27FC236}">
                  <a16:creationId xmlns:a16="http://schemas.microsoft.com/office/drawing/2014/main" id="{E5EA923D-DAE4-4881-8564-204D26DDA818}"/>
                </a:ext>
              </a:extLst>
            </p:cNvPr>
            <p:cNvSpPr/>
            <p:nvPr/>
          </p:nvSpPr>
          <p:spPr bwMode="gray">
            <a:xfrm>
              <a:off x="61849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5" name="Forme libre : forme 6674">
              <a:extLst>
                <a:ext uri="{FF2B5EF4-FFF2-40B4-BE49-F238E27FC236}">
                  <a16:creationId xmlns:a16="http://schemas.microsoft.com/office/drawing/2014/main" id="{AFFE1A72-4411-5970-F490-282B9E5B4457}"/>
                </a:ext>
              </a:extLst>
            </p:cNvPr>
            <p:cNvSpPr/>
            <p:nvPr/>
          </p:nvSpPr>
          <p:spPr bwMode="gray">
            <a:xfrm>
              <a:off x="613664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6" name="Forme libre : forme 6675">
              <a:extLst>
                <a:ext uri="{FF2B5EF4-FFF2-40B4-BE49-F238E27FC236}">
                  <a16:creationId xmlns:a16="http://schemas.microsoft.com/office/drawing/2014/main" id="{E46F517D-CC01-FBAA-CFE5-9FED87676409}"/>
                </a:ext>
              </a:extLst>
            </p:cNvPr>
            <p:cNvSpPr/>
            <p:nvPr/>
          </p:nvSpPr>
          <p:spPr bwMode="gray">
            <a:xfrm>
              <a:off x="60871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7" name="Forme libre : forme 6676">
              <a:extLst>
                <a:ext uri="{FF2B5EF4-FFF2-40B4-BE49-F238E27FC236}">
                  <a16:creationId xmlns:a16="http://schemas.microsoft.com/office/drawing/2014/main" id="{78A6C0FC-13B4-7250-5023-929B4C705E42}"/>
                </a:ext>
              </a:extLst>
            </p:cNvPr>
            <p:cNvSpPr/>
            <p:nvPr/>
          </p:nvSpPr>
          <p:spPr bwMode="gray">
            <a:xfrm>
              <a:off x="603885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8" name="Forme libre : forme 6677">
              <a:extLst>
                <a:ext uri="{FF2B5EF4-FFF2-40B4-BE49-F238E27FC236}">
                  <a16:creationId xmlns:a16="http://schemas.microsoft.com/office/drawing/2014/main" id="{ABD62AB7-7BDC-97B8-DE87-C085F95F9B70}"/>
                </a:ext>
              </a:extLst>
            </p:cNvPr>
            <p:cNvSpPr/>
            <p:nvPr/>
          </p:nvSpPr>
          <p:spPr bwMode="gray">
            <a:xfrm>
              <a:off x="59893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79" name="Forme libre : forme 6678">
              <a:extLst>
                <a:ext uri="{FF2B5EF4-FFF2-40B4-BE49-F238E27FC236}">
                  <a16:creationId xmlns:a16="http://schemas.microsoft.com/office/drawing/2014/main" id="{E2867353-3D29-6857-462A-B0FADAEC9A4B}"/>
                </a:ext>
              </a:extLst>
            </p:cNvPr>
            <p:cNvSpPr/>
            <p:nvPr/>
          </p:nvSpPr>
          <p:spPr bwMode="gray">
            <a:xfrm>
              <a:off x="59410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0" name="Forme libre : forme 6679">
              <a:extLst>
                <a:ext uri="{FF2B5EF4-FFF2-40B4-BE49-F238E27FC236}">
                  <a16:creationId xmlns:a16="http://schemas.microsoft.com/office/drawing/2014/main" id="{B7693975-9387-657E-B7D3-71EE1B24CA02}"/>
                </a:ext>
              </a:extLst>
            </p:cNvPr>
            <p:cNvSpPr/>
            <p:nvPr/>
          </p:nvSpPr>
          <p:spPr bwMode="gray">
            <a:xfrm>
              <a:off x="58915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1" name="Forme libre : forme 6680">
              <a:extLst>
                <a:ext uri="{FF2B5EF4-FFF2-40B4-BE49-F238E27FC236}">
                  <a16:creationId xmlns:a16="http://schemas.microsoft.com/office/drawing/2014/main" id="{4200C2EB-96AD-A02F-42FB-0E119EB8735B}"/>
                </a:ext>
              </a:extLst>
            </p:cNvPr>
            <p:cNvSpPr/>
            <p:nvPr/>
          </p:nvSpPr>
          <p:spPr bwMode="gray">
            <a:xfrm>
              <a:off x="58420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2" name="Forme libre : forme 6681">
              <a:extLst>
                <a:ext uri="{FF2B5EF4-FFF2-40B4-BE49-F238E27FC236}">
                  <a16:creationId xmlns:a16="http://schemas.microsoft.com/office/drawing/2014/main" id="{F135B356-8795-10C1-8F57-077CB4D74DAA}"/>
                </a:ext>
              </a:extLst>
            </p:cNvPr>
            <p:cNvSpPr/>
            <p:nvPr/>
          </p:nvSpPr>
          <p:spPr bwMode="gray">
            <a:xfrm>
              <a:off x="579374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3" name="Forme libre : forme 6682">
              <a:extLst>
                <a:ext uri="{FF2B5EF4-FFF2-40B4-BE49-F238E27FC236}">
                  <a16:creationId xmlns:a16="http://schemas.microsoft.com/office/drawing/2014/main" id="{37E31642-CB18-42FB-AC28-35666C496DE7}"/>
                </a:ext>
              </a:extLst>
            </p:cNvPr>
            <p:cNvSpPr/>
            <p:nvPr/>
          </p:nvSpPr>
          <p:spPr bwMode="gray">
            <a:xfrm>
              <a:off x="57442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4" name="Forme libre : forme 6683">
              <a:extLst>
                <a:ext uri="{FF2B5EF4-FFF2-40B4-BE49-F238E27FC236}">
                  <a16:creationId xmlns:a16="http://schemas.microsoft.com/office/drawing/2014/main" id="{E3082564-796A-A34E-F4F3-8A47481E5CF9}"/>
                </a:ext>
              </a:extLst>
            </p:cNvPr>
            <p:cNvSpPr/>
            <p:nvPr/>
          </p:nvSpPr>
          <p:spPr bwMode="gray">
            <a:xfrm>
              <a:off x="569595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5" name="Forme libre : forme 6684">
              <a:extLst>
                <a:ext uri="{FF2B5EF4-FFF2-40B4-BE49-F238E27FC236}">
                  <a16:creationId xmlns:a16="http://schemas.microsoft.com/office/drawing/2014/main" id="{F1B18911-A9F3-39AE-3479-25970C11CEC7}"/>
                </a:ext>
              </a:extLst>
            </p:cNvPr>
            <p:cNvSpPr/>
            <p:nvPr/>
          </p:nvSpPr>
          <p:spPr bwMode="gray">
            <a:xfrm>
              <a:off x="56464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6" name="Forme libre : forme 6685">
              <a:extLst>
                <a:ext uri="{FF2B5EF4-FFF2-40B4-BE49-F238E27FC236}">
                  <a16:creationId xmlns:a16="http://schemas.microsoft.com/office/drawing/2014/main" id="{3AC01D80-00E4-5830-40E0-34DF70D4BB39}"/>
                </a:ext>
              </a:extLst>
            </p:cNvPr>
            <p:cNvSpPr/>
            <p:nvPr/>
          </p:nvSpPr>
          <p:spPr bwMode="gray">
            <a:xfrm>
              <a:off x="55968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7" name="Forme libre : forme 6686">
              <a:extLst>
                <a:ext uri="{FF2B5EF4-FFF2-40B4-BE49-F238E27FC236}">
                  <a16:creationId xmlns:a16="http://schemas.microsoft.com/office/drawing/2014/main" id="{03070D48-F1B3-19C4-B413-3B3C24A19F7E}"/>
                </a:ext>
              </a:extLst>
            </p:cNvPr>
            <p:cNvSpPr/>
            <p:nvPr/>
          </p:nvSpPr>
          <p:spPr bwMode="gray">
            <a:xfrm>
              <a:off x="55486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8" name="Forme libre : forme 6687">
              <a:extLst>
                <a:ext uri="{FF2B5EF4-FFF2-40B4-BE49-F238E27FC236}">
                  <a16:creationId xmlns:a16="http://schemas.microsoft.com/office/drawing/2014/main" id="{6FBE652F-AE79-C882-631B-2A5B0C3FAB2F}"/>
                </a:ext>
              </a:extLst>
            </p:cNvPr>
            <p:cNvSpPr/>
            <p:nvPr/>
          </p:nvSpPr>
          <p:spPr bwMode="gray">
            <a:xfrm>
              <a:off x="54991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89" name="Forme libre : forme 6688">
              <a:extLst>
                <a:ext uri="{FF2B5EF4-FFF2-40B4-BE49-F238E27FC236}">
                  <a16:creationId xmlns:a16="http://schemas.microsoft.com/office/drawing/2014/main" id="{9FA2FD08-8E56-6AA7-03BE-CD4C5C94C306}"/>
                </a:ext>
              </a:extLst>
            </p:cNvPr>
            <p:cNvSpPr/>
            <p:nvPr/>
          </p:nvSpPr>
          <p:spPr bwMode="gray">
            <a:xfrm>
              <a:off x="545084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0" name="Forme libre : forme 6689">
              <a:extLst>
                <a:ext uri="{FF2B5EF4-FFF2-40B4-BE49-F238E27FC236}">
                  <a16:creationId xmlns:a16="http://schemas.microsoft.com/office/drawing/2014/main" id="{762C7FA6-F68D-67D3-A466-0C0402D7F4E2}"/>
                </a:ext>
              </a:extLst>
            </p:cNvPr>
            <p:cNvSpPr/>
            <p:nvPr/>
          </p:nvSpPr>
          <p:spPr bwMode="gray">
            <a:xfrm>
              <a:off x="54013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1" name="Forme libre : forme 6690">
              <a:extLst>
                <a:ext uri="{FF2B5EF4-FFF2-40B4-BE49-F238E27FC236}">
                  <a16:creationId xmlns:a16="http://schemas.microsoft.com/office/drawing/2014/main" id="{4FF568D6-0DA8-2714-FA73-92C0F5790AE9}"/>
                </a:ext>
              </a:extLst>
            </p:cNvPr>
            <p:cNvSpPr/>
            <p:nvPr/>
          </p:nvSpPr>
          <p:spPr bwMode="gray">
            <a:xfrm>
              <a:off x="53517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2" name="Forme libre : forme 6691">
              <a:extLst>
                <a:ext uri="{FF2B5EF4-FFF2-40B4-BE49-F238E27FC236}">
                  <a16:creationId xmlns:a16="http://schemas.microsoft.com/office/drawing/2014/main" id="{85C846F2-E6A0-BA36-1DF8-8E34FE1D31D2}"/>
                </a:ext>
              </a:extLst>
            </p:cNvPr>
            <p:cNvSpPr/>
            <p:nvPr/>
          </p:nvSpPr>
          <p:spPr bwMode="gray">
            <a:xfrm>
              <a:off x="53035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3" name="Forme libre : forme 6692">
              <a:extLst>
                <a:ext uri="{FF2B5EF4-FFF2-40B4-BE49-F238E27FC236}">
                  <a16:creationId xmlns:a16="http://schemas.microsoft.com/office/drawing/2014/main" id="{C1B488F2-F696-B4D5-16A4-4A6BFD58C56F}"/>
                </a:ext>
              </a:extLst>
            </p:cNvPr>
            <p:cNvSpPr/>
            <p:nvPr/>
          </p:nvSpPr>
          <p:spPr bwMode="gray">
            <a:xfrm>
              <a:off x="52539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4" name="Forme libre : forme 6693">
              <a:extLst>
                <a:ext uri="{FF2B5EF4-FFF2-40B4-BE49-F238E27FC236}">
                  <a16:creationId xmlns:a16="http://schemas.microsoft.com/office/drawing/2014/main" id="{F1519711-4EAE-3D22-3439-57537D652CBD}"/>
                </a:ext>
              </a:extLst>
            </p:cNvPr>
            <p:cNvSpPr/>
            <p:nvPr/>
          </p:nvSpPr>
          <p:spPr bwMode="gray">
            <a:xfrm>
              <a:off x="52057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5" name="Forme libre : forme 6694">
              <a:extLst>
                <a:ext uri="{FF2B5EF4-FFF2-40B4-BE49-F238E27FC236}">
                  <a16:creationId xmlns:a16="http://schemas.microsoft.com/office/drawing/2014/main" id="{2479187C-C11E-797D-B933-84D4BE67B67E}"/>
                </a:ext>
              </a:extLst>
            </p:cNvPr>
            <p:cNvSpPr/>
            <p:nvPr/>
          </p:nvSpPr>
          <p:spPr bwMode="gray">
            <a:xfrm>
              <a:off x="51562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6" name="Forme libre : forme 6695">
              <a:extLst>
                <a:ext uri="{FF2B5EF4-FFF2-40B4-BE49-F238E27FC236}">
                  <a16:creationId xmlns:a16="http://schemas.microsoft.com/office/drawing/2014/main" id="{00AEE67C-82C1-DAB8-F360-FB44DEC17B95}"/>
                </a:ext>
              </a:extLst>
            </p:cNvPr>
            <p:cNvSpPr/>
            <p:nvPr/>
          </p:nvSpPr>
          <p:spPr bwMode="gray">
            <a:xfrm>
              <a:off x="51066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7" name="Forme libre : forme 6696">
              <a:extLst>
                <a:ext uri="{FF2B5EF4-FFF2-40B4-BE49-F238E27FC236}">
                  <a16:creationId xmlns:a16="http://schemas.microsoft.com/office/drawing/2014/main" id="{479781A8-8F2E-522F-3D41-AB7A188F23DF}"/>
                </a:ext>
              </a:extLst>
            </p:cNvPr>
            <p:cNvSpPr/>
            <p:nvPr/>
          </p:nvSpPr>
          <p:spPr bwMode="gray">
            <a:xfrm>
              <a:off x="50584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8" name="Forme libre : forme 6697">
              <a:extLst>
                <a:ext uri="{FF2B5EF4-FFF2-40B4-BE49-F238E27FC236}">
                  <a16:creationId xmlns:a16="http://schemas.microsoft.com/office/drawing/2014/main" id="{F29F6BEA-2031-3B8E-BD56-64F9C02794E4}"/>
                </a:ext>
              </a:extLst>
            </p:cNvPr>
            <p:cNvSpPr/>
            <p:nvPr/>
          </p:nvSpPr>
          <p:spPr bwMode="gray">
            <a:xfrm>
              <a:off x="50088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99" name="Forme libre : forme 6698">
              <a:extLst>
                <a:ext uri="{FF2B5EF4-FFF2-40B4-BE49-F238E27FC236}">
                  <a16:creationId xmlns:a16="http://schemas.microsoft.com/office/drawing/2014/main" id="{C6E52DFD-BAF9-9B48-CC20-02789E66BF6B}"/>
                </a:ext>
              </a:extLst>
            </p:cNvPr>
            <p:cNvSpPr/>
            <p:nvPr/>
          </p:nvSpPr>
          <p:spPr bwMode="gray">
            <a:xfrm>
              <a:off x="49606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0" name="Forme libre : forme 6699">
              <a:extLst>
                <a:ext uri="{FF2B5EF4-FFF2-40B4-BE49-F238E27FC236}">
                  <a16:creationId xmlns:a16="http://schemas.microsoft.com/office/drawing/2014/main" id="{E4E75664-F22A-F1E3-2584-9C7C8CC79AA8}"/>
                </a:ext>
              </a:extLst>
            </p:cNvPr>
            <p:cNvSpPr/>
            <p:nvPr/>
          </p:nvSpPr>
          <p:spPr bwMode="gray">
            <a:xfrm>
              <a:off x="49110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1" name="Forme libre : forme 6700">
              <a:extLst>
                <a:ext uri="{FF2B5EF4-FFF2-40B4-BE49-F238E27FC236}">
                  <a16:creationId xmlns:a16="http://schemas.microsoft.com/office/drawing/2014/main" id="{D9410E8B-7160-0306-9198-842297521EA1}"/>
                </a:ext>
              </a:extLst>
            </p:cNvPr>
            <p:cNvSpPr/>
            <p:nvPr/>
          </p:nvSpPr>
          <p:spPr bwMode="gray">
            <a:xfrm>
              <a:off x="48615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2" name="Forme libre : forme 6701">
              <a:extLst>
                <a:ext uri="{FF2B5EF4-FFF2-40B4-BE49-F238E27FC236}">
                  <a16:creationId xmlns:a16="http://schemas.microsoft.com/office/drawing/2014/main" id="{4C322867-892C-5F13-9F77-DBC9679113D7}"/>
                </a:ext>
              </a:extLst>
            </p:cNvPr>
            <p:cNvSpPr/>
            <p:nvPr/>
          </p:nvSpPr>
          <p:spPr bwMode="gray">
            <a:xfrm>
              <a:off x="48133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3" name="Forme libre : forme 6702">
              <a:extLst>
                <a:ext uri="{FF2B5EF4-FFF2-40B4-BE49-F238E27FC236}">
                  <a16:creationId xmlns:a16="http://schemas.microsoft.com/office/drawing/2014/main" id="{869E43D0-E885-849A-878C-3B16E927C918}"/>
                </a:ext>
              </a:extLst>
            </p:cNvPr>
            <p:cNvSpPr/>
            <p:nvPr/>
          </p:nvSpPr>
          <p:spPr bwMode="gray">
            <a:xfrm>
              <a:off x="47637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4" name="Forme libre : forme 6703">
              <a:extLst>
                <a:ext uri="{FF2B5EF4-FFF2-40B4-BE49-F238E27FC236}">
                  <a16:creationId xmlns:a16="http://schemas.microsoft.com/office/drawing/2014/main" id="{EF41F614-3D9E-263F-22E5-C25DB51115FF}"/>
                </a:ext>
              </a:extLst>
            </p:cNvPr>
            <p:cNvSpPr/>
            <p:nvPr/>
          </p:nvSpPr>
          <p:spPr bwMode="gray">
            <a:xfrm>
              <a:off x="47155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5" name="Forme libre : forme 6704">
              <a:extLst>
                <a:ext uri="{FF2B5EF4-FFF2-40B4-BE49-F238E27FC236}">
                  <a16:creationId xmlns:a16="http://schemas.microsoft.com/office/drawing/2014/main" id="{60B9615C-379B-DF5F-346D-CDBB6AF9E088}"/>
                </a:ext>
              </a:extLst>
            </p:cNvPr>
            <p:cNvSpPr/>
            <p:nvPr/>
          </p:nvSpPr>
          <p:spPr bwMode="gray">
            <a:xfrm>
              <a:off x="46659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6" name="Forme libre : forme 6705">
              <a:extLst>
                <a:ext uri="{FF2B5EF4-FFF2-40B4-BE49-F238E27FC236}">
                  <a16:creationId xmlns:a16="http://schemas.microsoft.com/office/drawing/2014/main" id="{DAF1F5AA-6D88-521E-F8BE-3EC826AA112F}"/>
                </a:ext>
              </a:extLst>
            </p:cNvPr>
            <p:cNvSpPr/>
            <p:nvPr/>
          </p:nvSpPr>
          <p:spPr bwMode="gray">
            <a:xfrm>
              <a:off x="46177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7" name="Forme libre : forme 6706">
              <a:extLst>
                <a:ext uri="{FF2B5EF4-FFF2-40B4-BE49-F238E27FC236}">
                  <a16:creationId xmlns:a16="http://schemas.microsoft.com/office/drawing/2014/main" id="{C0FD5BFE-519F-FDC8-4A08-259DD887B78C}"/>
                </a:ext>
              </a:extLst>
            </p:cNvPr>
            <p:cNvSpPr/>
            <p:nvPr/>
          </p:nvSpPr>
          <p:spPr bwMode="gray">
            <a:xfrm>
              <a:off x="45681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8" name="Forme libre : forme 6707">
              <a:extLst>
                <a:ext uri="{FF2B5EF4-FFF2-40B4-BE49-F238E27FC236}">
                  <a16:creationId xmlns:a16="http://schemas.microsoft.com/office/drawing/2014/main" id="{ECAB9F42-83EC-31BB-E56B-3F80C81B1A23}"/>
                </a:ext>
              </a:extLst>
            </p:cNvPr>
            <p:cNvSpPr/>
            <p:nvPr/>
          </p:nvSpPr>
          <p:spPr bwMode="gray">
            <a:xfrm>
              <a:off x="45186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09" name="Forme libre : forme 6708">
              <a:extLst>
                <a:ext uri="{FF2B5EF4-FFF2-40B4-BE49-F238E27FC236}">
                  <a16:creationId xmlns:a16="http://schemas.microsoft.com/office/drawing/2014/main" id="{2B6069B5-F380-A2C1-C0EE-05256906EB06}"/>
                </a:ext>
              </a:extLst>
            </p:cNvPr>
            <p:cNvSpPr/>
            <p:nvPr/>
          </p:nvSpPr>
          <p:spPr bwMode="gray">
            <a:xfrm>
              <a:off x="44704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0" name="Forme libre : forme 6709">
              <a:extLst>
                <a:ext uri="{FF2B5EF4-FFF2-40B4-BE49-F238E27FC236}">
                  <a16:creationId xmlns:a16="http://schemas.microsoft.com/office/drawing/2014/main" id="{FCF1BC81-28C8-126F-D472-4B48DDAD3C56}"/>
                </a:ext>
              </a:extLst>
            </p:cNvPr>
            <p:cNvSpPr/>
            <p:nvPr/>
          </p:nvSpPr>
          <p:spPr bwMode="gray">
            <a:xfrm>
              <a:off x="44208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1" name="Forme libre : forme 6710">
              <a:extLst>
                <a:ext uri="{FF2B5EF4-FFF2-40B4-BE49-F238E27FC236}">
                  <a16:creationId xmlns:a16="http://schemas.microsoft.com/office/drawing/2014/main" id="{43787220-E780-F60B-620D-0E9E2A460A59}"/>
                </a:ext>
              </a:extLst>
            </p:cNvPr>
            <p:cNvSpPr/>
            <p:nvPr/>
          </p:nvSpPr>
          <p:spPr bwMode="gray">
            <a:xfrm>
              <a:off x="43726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2" name="Forme libre : forme 6711">
              <a:extLst>
                <a:ext uri="{FF2B5EF4-FFF2-40B4-BE49-F238E27FC236}">
                  <a16:creationId xmlns:a16="http://schemas.microsoft.com/office/drawing/2014/main" id="{99E2BDD5-2ABB-F13D-C221-72A586C3FD77}"/>
                </a:ext>
              </a:extLst>
            </p:cNvPr>
            <p:cNvSpPr/>
            <p:nvPr/>
          </p:nvSpPr>
          <p:spPr bwMode="gray">
            <a:xfrm>
              <a:off x="43230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3" name="Forme libre : forme 6712">
              <a:extLst>
                <a:ext uri="{FF2B5EF4-FFF2-40B4-BE49-F238E27FC236}">
                  <a16:creationId xmlns:a16="http://schemas.microsoft.com/office/drawing/2014/main" id="{7A329B49-D084-E8FA-D098-14E24C94DDEE}"/>
                </a:ext>
              </a:extLst>
            </p:cNvPr>
            <p:cNvSpPr/>
            <p:nvPr/>
          </p:nvSpPr>
          <p:spPr bwMode="gray">
            <a:xfrm>
              <a:off x="427355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4" name="Forme libre : forme 6713">
              <a:extLst>
                <a:ext uri="{FF2B5EF4-FFF2-40B4-BE49-F238E27FC236}">
                  <a16:creationId xmlns:a16="http://schemas.microsoft.com/office/drawing/2014/main" id="{08A5F4AA-CDED-0FD7-D748-3C377FF292BE}"/>
                </a:ext>
              </a:extLst>
            </p:cNvPr>
            <p:cNvSpPr/>
            <p:nvPr/>
          </p:nvSpPr>
          <p:spPr bwMode="gray">
            <a:xfrm>
              <a:off x="42252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5" name="Forme libre : forme 6714">
              <a:extLst>
                <a:ext uri="{FF2B5EF4-FFF2-40B4-BE49-F238E27FC236}">
                  <a16:creationId xmlns:a16="http://schemas.microsoft.com/office/drawing/2014/main" id="{B75820B7-0BA2-823C-39EF-056728C977DC}"/>
                </a:ext>
              </a:extLst>
            </p:cNvPr>
            <p:cNvSpPr/>
            <p:nvPr/>
          </p:nvSpPr>
          <p:spPr bwMode="gray">
            <a:xfrm>
              <a:off x="41757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6" name="Forme libre : forme 6715">
              <a:extLst>
                <a:ext uri="{FF2B5EF4-FFF2-40B4-BE49-F238E27FC236}">
                  <a16:creationId xmlns:a16="http://schemas.microsoft.com/office/drawing/2014/main" id="{91106D5D-52C9-DFCF-B7DF-D4490EA74B4F}"/>
                </a:ext>
              </a:extLst>
            </p:cNvPr>
            <p:cNvSpPr/>
            <p:nvPr/>
          </p:nvSpPr>
          <p:spPr bwMode="gray">
            <a:xfrm>
              <a:off x="41275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7" name="Forme libre : forme 6716">
              <a:extLst>
                <a:ext uri="{FF2B5EF4-FFF2-40B4-BE49-F238E27FC236}">
                  <a16:creationId xmlns:a16="http://schemas.microsoft.com/office/drawing/2014/main" id="{5385C3E9-1FC8-F398-6EF7-CFD01F524E33}"/>
                </a:ext>
              </a:extLst>
            </p:cNvPr>
            <p:cNvSpPr/>
            <p:nvPr/>
          </p:nvSpPr>
          <p:spPr bwMode="gray">
            <a:xfrm>
              <a:off x="40779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8" name="Forme libre : forme 6717">
              <a:extLst>
                <a:ext uri="{FF2B5EF4-FFF2-40B4-BE49-F238E27FC236}">
                  <a16:creationId xmlns:a16="http://schemas.microsoft.com/office/drawing/2014/main" id="{21B462D7-5439-A97D-E863-D567A51430C2}"/>
                </a:ext>
              </a:extLst>
            </p:cNvPr>
            <p:cNvSpPr/>
            <p:nvPr/>
          </p:nvSpPr>
          <p:spPr bwMode="gray">
            <a:xfrm>
              <a:off x="402844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19" name="Forme libre : forme 6718">
              <a:extLst>
                <a:ext uri="{FF2B5EF4-FFF2-40B4-BE49-F238E27FC236}">
                  <a16:creationId xmlns:a16="http://schemas.microsoft.com/office/drawing/2014/main" id="{6D0C0BED-E940-A466-57F6-1D16C0DCF56D}"/>
                </a:ext>
              </a:extLst>
            </p:cNvPr>
            <p:cNvSpPr/>
            <p:nvPr/>
          </p:nvSpPr>
          <p:spPr bwMode="gray">
            <a:xfrm>
              <a:off x="39801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0" name="Forme libre : forme 6719">
              <a:extLst>
                <a:ext uri="{FF2B5EF4-FFF2-40B4-BE49-F238E27FC236}">
                  <a16:creationId xmlns:a16="http://schemas.microsoft.com/office/drawing/2014/main" id="{6D59E2AC-76D1-A735-9A95-FCA2DF76A2E6}"/>
                </a:ext>
              </a:extLst>
            </p:cNvPr>
            <p:cNvSpPr/>
            <p:nvPr/>
          </p:nvSpPr>
          <p:spPr bwMode="gray">
            <a:xfrm>
              <a:off x="393065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1" name="Forme libre : forme 6720">
              <a:extLst>
                <a:ext uri="{FF2B5EF4-FFF2-40B4-BE49-F238E27FC236}">
                  <a16:creationId xmlns:a16="http://schemas.microsoft.com/office/drawing/2014/main" id="{0CFA47E2-AD24-C4C3-B0D2-82F661833EC2}"/>
                </a:ext>
              </a:extLst>
            </p:cNvPr>
            <p:cNvSpPr/>
            <p:nvPr/>
          </p:nvSpPr>
          <p:spPr bwMode="gray">
            <a:xfrm>
              <a:off x="38823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2" name="Forme libre : forme 6721">
              <a:extLst>
                <a:ext uri="{FF2B5EF4-FFF2-40B4-BE49-F238E27FC236}">
                  <a16:creationId xmlns:a16="http://schemas.microsoft.com/office/drawing/2014/main" id="{D778127A-C12D-13D3-5FB0-0E3D4FB6D7A4}"/>
                </a:ext>
              </a:extLst>
            </p:cNvPr>
            <p:cNvSpPr/>
            <p:nvPr/>
          </p:nvSpPr>
          <p:spPr bwMode="gray">
            <a:xfrm>
              <a:off x="383286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3" name="Forme libre : forme 6722">
              <a:extLst>
                <a:ext uri="{FF2B5EF4-FFF2-40B4-BE49-F238E27FC236}">
                  <a16:creationId xmlns:a16="http://schemas.microsoft.com/office/drawing/2014/main" id="{C3DADC77-1547-FAEB-2948-51F4497BE33A}"/>
                </a:ext>
              </a:extLst>
            </p:cNvPr>
            <p:cNvSpPr/>
            <p:nvPr/>
          </p:nvSpPr>
          <p:spPr bwMode="gray">
            <a:xfrm>
              <a:off x="25095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4" name="Forme libre : forme 6723">
              <a:extLst>
                <a:ext uri="{FF2B5EF4-FFF2-40B4-BE49-F238E27FC236}">
                  <a16:creationId xmlns:a16="http://schemas.microsoft.com/office/drawing/2014/main" id="{14430EA0-6EA2-84B7-AB3C-6DAD4688B87A}"/>
                </a:ext>
              </a:extLst>
            </p:cNvPr>
            <p:cNvSpPr/>
            <p:nvPr/>
          </p:nvSpPr>
          <p:spPr bwMode="gray">
            <a:xfrm>
              <a:off x="24599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5" name="Forme libre : forme 6724">
              <a:extLst>
                <a:ext uri="{FF2B5EF4-FFF2-40B4-BE49-F238E27FC236}">
                  <a16:creationId xmlns:a16="http://schemas.microsoft.com/office/drawing/2014/main" id="{95D2E595-EB46-E47E-0A75-B5B49CF351B2}"/>
                </a:ext>
              </a:extLst>
            </p:cNvPr>
            <p:cNvSpPr/>
            <p:nvPr/>
          </p:nvSpPr>
          <p:spPr bwMode="gray">
            <a:xfrm>
              <a:off x="24117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6" name="Forme libre : forme 6725">
              <a:extLst>
                <a:ext uri="{FF2B5EF4-FFF2-40B4-BE49-F238E27FC236}">
                  <a16:creationId xmlns:a16="http://schemas.microsoft.com/office/drawing/2014/main" id="{C602A47F-41CD-060B-60F7-B27F3F7410FB}"/>
                </a:ext>
              </a:extLst>
            </p:cNvPr>
            <p:cNvSpPr/>
            <p:nvPr/>
          </p:nvSpPr>
          <p:spPr bwMode="gray">
            <a:xfrm>
              <a:off x="23622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7" name="Forme libre : forme 6726">
              <a:extLst>
                <a:ext uri="{FF2B5EF4-FFF2-40B4-BE49-F238E27FC236}">
                  <a16:creationId xmlns:a16="http://schemas.microsoft.com/office/drawing/2014/main" id="{EDB43408-96F5-E12E-4028-361AA7AB25A3}"/>
                </a:ext>
              </a:extLst>
            </p:cNvPr>
            <p:cNvSpPr/>
            <p:nvPr/>
          </p:nvSpPr>
          <p:spPr bwMode="gray">
            <a:xfrm>
              <a:off x="231394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8" name="Forme libre : forme 6727">
              <a:extLst>
                <a:ext uri="{FF2B5EF4-FFF2-40B4-BE49-F238E27FC236}">
                  <a16:creationId xmlns:a16="http://schemas.microsoft.com/office/drawing/2014/main" id="{BAE97CC6-BC48-BF5E-D5F1-FF61565C4602}"/>
                </a:ext>
              </a:extLst>
            </p:cNvPr>
            <p:cNvSpPr/>
            <p:nvPr/>
          </p:nvSpPr>
          <p:spPr bwMode="gray">
            <a:xfrm>
              <a:off x="22644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29" name="Forme libre : forme 6728">
              <a:extLst>
                <a:ext uri="{FF2B5EF4-FFF2-40B4-BE49-F238E27FC236}">
                  <a16:creationId xmlns:a16="http://schemas.microsoft.com/office/drawing/2014/main" id="{214E8FCD-D8EB-6257-687D-822E01BDD0D7}"/>
                </a:ext>
              </a:extLst>
            </p:cNvPr>
            <p:cNvSpPr/>
            <p:nvPr/>
          </p:nvSpPr>
          <p:spPr bwMode="gray">
            <a:xfrm>
              <a:off x="22148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0" name="Forme libre : forme 6729">
              <a:extLst>
                <a:ext uri="{FF2B5EF4-FFF2-40B4-BE49-F238E27FC236}">
                  <a16:creationId xmlns:a16="http://schemas.microsoft.com/office/drawing/2014/main" id="{97946D69-1333-8DE0-80C2-574E863135FF}"/>
                </a:ext>
              </a:extLst>
            </p:cNvPr>
            <p:cNvSpPr/>
            <p:nvPr/>
          </p:nvSpPr>
          <p:spPr bwMode="gray">
            <a:xfrm>
              <a:off x="21666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1" name="Forme libre : forme 6730">
              <a:extLst>
                <a:ext uri="{FF2B5EF4-FFF2-40B4-BE49-F238E27FC236}">
                  <a16:creationId xmlns:a16="http://schemas.microsoft.com/office/drawing/2014/main" id="{499DD984-AF83-0379-0930-5858F51AB779}"/>
                </a:ext>
              </a:extLst>
            </p:cNvPr>
            <p:cNvSpPr/>
            <p:nvPr/>
          </p:nvSpPr>
          <p:spPr bwMode="gray">
            <a:xfrm>
              <a:off x="21170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2" name="Forme libre : forme 6731">
              <a:extLst>
                <a:ext uri="{FF2B5EF4-FFF2-40B4-BE49-F238E27FC236}">
                  <a16:creationId xmlns:a16="http://schemas.microsoft.com/office/drawing/2014/main" id="{A35CB5DA-2522-CB32-F9CF-A785157A9D7A}"/>
                </a:ext>
              </a:extLst>
            </p:cNvPr>
            <p:cNvSpPr/>
            <p:nvPr/>
          </p:nvSpPr>
          <p:spPr bwMode="gray">
            <a:xfrm>
              <a:off x="20688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3" name="Forme libre : forme 6732">
              <a:extLst>
                <a:ext uri="{FF2B5EF4-FFF2-40B4-BE49-F238E27FC236}">
                  <a16:creationId xmlns:a16="http://schemas.microsoft.com/office/drawing/2014/main" id="{943162E1-7768-F79F-0ABE-7FB373819AEF}"/>
                </a:ext>
              </a:extLst>
            </p:cNvPr>
            <p:cNvSpPr/>
            <p:nvPr/>
          </p:nvSpPr>
          <p:spPr bwMode="gray">
            <a:xfrm>
              <a:off x="20193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4" name="Forme libre : forme 6733">
              <a:extLst>
                <a:ext uri="{FF2B5EF4-FFF2-40B4-BE49-F238E27FC236}">
                  <a16:creationId xmlns:a16="http://schemas.microsoft.com/office/drawing/2014/main" id="{4441EEDB-74EF-A5BE-0CA5-F1FFBF62FA0A}"/>
                </a:ext>
              </a:extLst>
            </p:cNvPr>
            <p:cNvSpPr/>
            <p:nvPr/>
          </p:nvSpPr>
          <p:spPr bwMode="gray">
            <a:xfrm>
              <a:off x="19697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5" name="Forme libre : forme 6734">
              <a:extLst>
                <a:ext uri="{FF2B5EF4-FFF2-40B4-BE49-F238E27FC236}">
                  <a16:creationId xmlns:a16="http://schemas.microsoft.com/office/drawing/2014/main" id="{3EA0C0C6-E2B3-A36C-F000-223437C0BD03}"/>
                </a:ext>
              </a:extLst>
            </p:cNvPr>
            <p:cNvSpPr/>
            <p:nvPr/>
          </p:nvSpPr>
          <p:spPr bwMode="gray">
            <a:xfrm>
              <a:off x="192151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6" name="Forme libre : forme 6735">
              <a:extLst>
                <a:ext uri="{FF2B5EF4-FFF2-40B4-BE49-F238E27FC236}">
                  <a16:creationId xmlns:a16="http://schemas.microsoft.com/office/drawing/2014/main" id="{D78F5AA5-3C7D-1C21-8271-C406B0275314}"/>
                </a:ext>
              </a:extLst>
            </p:cNvPr>
            <p:cNvSpPr/>
            <p:nvPr/>
          </p:nvSpPr>
          <p:spPr bwMode="gray">
            <a:xfrm>
              <a:off x="187198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7" name="Forme libre : forme 6736">
              <a:extLst>
                <a:ext uri="{FF2B5EF4-FFF2-40B4-BE49-F238E27FC236}">
                  <a16:creationId xmlns:a16="http://schemas.microsoft.com/office/drawing/2014/main" id="{CC68BA43-1646-0152-4DB0-901C5E671F71}"/>
                </a:ext>
              </a:extLst>
            </p:cNvPr>
            <p:cNvSpPr/>
            <p:nvPr/>
          </p:nvSpPr>
          <p:spPr bwMode="gray">
            <a:xfrm>
              <a:off x="182372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8" name="Forme libre : forme 6737">
              <a:extLst>
                <a:ext uri="{FF2B5EF4-FFF2-40B4-BE49-F238E27FC236}">
                  <a16:creationId xmlns:a16="http://schemas.microsoft.com/office/drawing/2014/main" id="{499DCDDB-A953-3EEF-0C9E-2AFEA744B533}"/>
                </a:ext>
              </a:extLst>
            </p:cNvPr>
            <p:cNvSpPr/>
            <p:nvPr/>
          </p:nvSpPr>
          <p:spPr bwMode="gray">
            <a:xfrm>
              <a:off x="177419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39" name="Forme libre : forme 6738">
              <a:extLst>
                <a:ext uri="{FF2B5EF4-FFF2-40B4-BE49-F238E27FC236}">
                  <a16:creationId xmlns:a16="http://schemas.microsoft.com/office/drawing/2014/main" id="{DA190B0A-A32F-BB5F-0D85-9809050F641F}"/>
                </a:ext>
              </a:extLst>
            </p:cNvPr>
            <p:cNvSpPr/>
            <p:nvPr/>
          </p:nvSpPr>
          <p:spPr bwMode="gray">
            <a:xfrm>
              <a:off x="172593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0" name="Forme libre : forme 6739">
              <a:extLst>
                <a:ext uri="{FF2B5EF4-FFF2-40B4-BE49-F238E27FC236}">
                  <a16:creationId xmlns:a16="http://schemas.microsoft.com/office/drawing/2014/main" id="{00641F22-3AB7-3266-A00B-D5183DF212CB}"/>
                </a:ext>
              </a:extLst>
            </p:cNvPr>
            <p:cNvSpPr/>
            <p:nvPr/>
          </p:nvSpPr>
          <p:spPr bwMode="gray">
            <a:xfrm>
              <a:off x="167640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1" name="Forme libre : forme 6740">
              <a:extLst>
                <a:ext uri="{FF2B5EF4-FFF2-40B4-BE49-F238E27FC236}">
                  <a16:creationId xmlns:a16="http://schemas.microsoft.com/office/drawing/2014/main" id="{3A41287C-FFFF-7EA5-2709-73FEA409F233}"/>
                </a:ext>
              </a:extLst>
            </p:cNvPr>
            <p:cNvSpPr/>
            <p:nvPr/>
          </p:nvSpPr>
          <p:spPr bwMode="gray">
            <a:xfrm>
              <a:off x="1626870" y="28727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2" name="Forme libre : forme 6741">
              <a:extLst>
                <a:ext uri="{FF2B5EF4-FFF2-40B4-BE49-F238E27FC236}">
                  <a16:creationId xmlns:a16="http://schemas.microsoft.com/office/drawing/2014/main" id="{63CC8EAA-D1AE-EE07-9880-F366160B6E43}"/>
                </a:ext>
              </a:extLst>
            </p:cNvPr>
            <p:cNvSpPr/>
            <p:nvPr/>
          </p:nvSpPr>
          <p:spPr bwMode="gray">
            <a:xfrm>
              <a:off x="157861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3" name="Forme libre : forme 6742">
              <a:extLst>
                <a:ext uri="{FF2B5EF4-FFF2-40B4-BE49-F238E27FC236}">
                  <a16:creationId xmlns:a16="http://schemas.microsoft.com/office/drawing/2014/main" id="{182F3201-0827-B156-D663-2763FE201748}"/>
                </a:ext>
              </a:extLst>
            </p:cNvPr>
            <p:cNvSpPr/>
            <p:nvPr/>
          </p:nvSpPr>
          <p:spPr bwMode="gray">
            <a:xfrm>
              <a:off x="152908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4" name="Forme libre : forme 6743">
              <a:extLst>
                <a:ext uri="{FF2B5EF4-FFF2-40B4-BE49-F238E27FC236}">
                  <a16:creationId xmlns:a16="http://schemas.microsoft.com/office/drawing/2014/main" id="{EB4F9C1D-DE23-6D95-C209-6F7E4EF81326}"/>
                </a:ext>
              </a:extLst>
            </p:cNvPr>
            <p:cNvSpPr/>
            <p:nvPr/>
          </p:nvSpPr>
          <p:spPr bwMode="gray">
            <a:xfrm>
              <a:off x="148082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5" name="Forme libre : forme 6744">
              <a:extLst>
                <a:ext uri="{FF2B5EF4-FFF2-40B4-BE49-F238E27FC236}">
                  <a16:creationId xmlns:a16="http://schemas.microsoft.com/office/drawing/2014/main" id="{354FC675-0B2B-552D-FA95-3BE3219F943A}"/>
                </a:ext>
              </a:extLst>
            </p:cNvPr>
            <p:cNvSpPr/>
            <p:nvPr/>
          </p:nvSpPr>
          <p:spPr bwMode="gray">
            <a:xfrm>
              <a:off x="143129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6" name="Forme libre : forme 6745">
              <a:extLst>
                <a:ext uri="{FF2B5EF4-FFF2-40B4-BE49-F238E27FC236}">
                  <a16:creationId xmlns:a16="http://schemas.microsoft.com/office/drawing/2014/main" id="{B6E6C5C4-8746-BFEA-E75C-3006C8442E8B}"/>
                </a:ext>
              </a:extLst>
            </p:cNvPr>
            <p:cNvSpPr/>
            <p:nvPr/>
          </p:nvSpPr>
          <p:spPr bwMode="gray">
            <a:xfrm>
              <a:off x="138176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7" name="Forme libre : forme 6746">
              <a:extLst>
                <a:ext uri="{FF2B5EF4-FFF2-40B4-BE49-F238E27FC236}">
                  <a16:creationId xmlns:a16="http://schemas.microsoft.com/office/drawing/2014/main" id="{30605F6A-7F16-741A-BFBB-640F25471750}"/>
                </a:ext>
              </a:extLst>
            </p:cNvPr>
            <p:cNvSpPr/>
            <p:nvPr/>
          </p:nvSpPr>
          <p:spPr bwMode="gray">
            <a:xfrm>
              <a:off x="133350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8" name="Forme libre : forme 6747">
              <a:extLst>
                <a:ext uri="{FF2B5EF4-FFF2-40B4-BE49-F238E27FC236}">
                  <a16:creationId xmlns:a16="http://schemas.microsoft.com/office/drawing/2014/main" id="{7C02B8A4-6378-66E6-A90B-D8EABB3FE5B2}"/>
                </a:ext>
              </a:extLst>
            </p:cNvPr>
            <p:cNvSpPr/>
            <p:nvPr/>
          </p:nvSpPr>
          <p:spPr bwMode="gray">
            <a:xfrm>
              <a:off x="128397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49" name="Forme libre : forme 6748">
              <a:extLst>
                <a:ext uri="{FF2B5EF4-FFF2-40B4-BE49-F238E27FC236}">
                  <a16:creationId xmlns:a16="http://schemas.microsoft.com/office/drawing/2014/main" id="{396F63C6-4531-F4B8-958A-E1AF87780923}"/>
                </a:ext>
              </a:extLst>
            </p:cNvPr>
            <p:cNvSpPr/>
            <p:nvPr/>
          </p:nvSpPr>
          <p:spPr bwMode="gray">
            <a:xfrm>
              <a:off x="123571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0" name="Forme libre : forme 6749">
              <a:extLst>
                <a:ext uri="{FF2B5EF4-FFF2-40B4-BE49-F238E27FC236}">
                  <a16:creationId xmlns:a16="http://schemas.microsoft.com/office/drawing/2014/main" id="{9E5122A8-292F-F85D-98EF-02E3F0C73D6B}"/>
                </a:ext>
              </a:extLst>
            </p:cNvPr>
            <p:cNvSpPr/>
            <p:nvPr/>
          </p:nvSpPr>
          <p:spPr bwMode="gray">
            <a:xfrm>
              <a:off x="118618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1" name="Forme libre : forme 6750">
              <a:extLst>
                <a:ext uri="{FF2B5EF4-FFF2-40B4-BE49-F238E27FC236}">
                  <a16:creationId xmlns:a16="http://schemas.microsoft.com/office/drawing/2014/main" id="{DE7ABC57-C614-EBA1-7586-56F07295842F}"/>
                </a:ext>
              </a:extLst>
            </p:cNvPr>
            <p:cNvSpPr/>
            <p:nvPr/>
          </p:nvSpPr>
          <p:spPr bwMode="gray">
            <a:xfrm>
              <a:off x="1136650" y="28727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2" name="Forme libre : forme 6751">
              <a:extLst>
                <a:ext uri="{FF2B5EF4-FFF2-40B4-BE49-F238E27FC236}">
                  <a16:creationId xmlns:a16="http://schemas.microsoft.com/office/drawing/2014/main" id="{548D126C-97EE-8B8E-FF39-7726F66306AA}"/>
                </a:ext>
              </a:extLst>
            </p:cNvPr>
            <p:cNvSpPr/>
            <p:nvPr/>
          </p:nvSpPr>
          <p:spPr bwMode="gray">
            <a:xfrm>
              <a:off x="696975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3" name="Forme libre : forme 6752">
              <a:extLst>
                <a:ext uri="{FF2B5EF4-FFF2-40B4-BE49-F238E27FC236}">
                  <a16:creationId xmlns:a16="http://schemas.microsoft.com/office/drawing/2014/main" id="{CCB13103-D1EE-A194-A0C6-A4C8AF96EB5D}"/>
                </a:ext>
              </a:extLst>
            </p:cNvPr>
            <p:cNvSpPr/>
            <p:nvPr/>
          </p:nvSpPr>
          <p:spPr bwMode="gray">
            <a:xfrm>
              <a:off x="687196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4" name="Forme libre : forme 6753">
              <a:extLst>
                <a:ext uri="{FF2B5EF4-FFF2-40B4-BE49-F238E27FC236}">
                  <a16:creationId xmlns:a16="http://schemas.microsoft.com/office/drawing/2014/main" id="{31061C73-6420-7A08-439F-47A0204FB10D}"/>
                </a:ext>
              </a:extLst>
            </p:cNvPr>
            <p:cNvSpPr/>
            <p:nvPr/>
          </p:nvSpPr>
          <p:spPr bwMode="gray">
            <a:xfrm>
              <a:off x="682243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5" name="Forme libre : forme 6754">
              <a:extLst>
                <a:ext uri="{FF2B5EF4-FFF2-40B4-BE49-F238E27FC236}">
                  <a16:creationId xmlns:a16="http://schemas.microsoft.com/office/drawing/2014/main" id="{33F760DD-E182-6665-A34B-E83BB4AD329B}"/>
                </a:ext>
              </a:extLst>
            </p:cNvPr>
            <p:cNvSpPr/>
            <p:nvPr/>
          </p:nvSpPr>
          <p:spPr bwMode="gray">
            <a:xfrm>
              <a:off x="677418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6" name="Forme libre : forme 6755">
              <a:extLst>
                <a:ext uri="{FF2B5EF4-FFF2-40B4-BE49-F238E27FC236}">
                  <a16:creationId xmlns:a16="http://schemas.microsoft.com/office/drawing/2014/main" id="{A3F7A730-6CE2-A02E-A6CB-E88E6F67B079}"/>
                </a:ext>
              </a:extLst>
            </p:cNvPr>
            <p:cNvSpPr/>
            <p:nvPr/>
          </p:nvSpPr>
          <p:spPr bwMode="gray">
            <a:xfrm>
              <a:off x="672465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7" name="Forme libre : forme 6756">
              <a:extLst>
                <a:ext uri="{FF2B5EF4-FFF2-40B4-BE49-F238E27FC236}">
                  <a16:creationId xmlns:a16="http://schemas.microsoft.com/office/drawing/2014/main" id="{E29059FA-6EEE-6787-31E4-116E838D069C}"/>
                </a:ext>
              </a:extLst>
            </p:cNvPr>
            <p:cNvSpPr/>
            <p:nvPr/>
          </p:nvSpPr>
          <p:spPr bwMode="gray">
            <a:xfrm>
              <a:off x="667511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8" name="Forme libre : forme 6757">
              <a:extLst>
                <a:ext uri="{FF2B5EF4-FFF2-40B4-BE49-F238E27FC236}">
                  <a16:creationId xmlns:a16="http://schemas.microsoft.com/office/drawing/2014/main" id="{A401921F-8F81-0CA5-2EB1-7C9FC6EAB071}"/>
                </a:ext>
              </a:extLst>
            </p:cNvPr>
            <p:cNvSpPr/>
            <p:nvPr/>
          </p:nvSpPr>
          <p:spPr bwMode="gray">
            <a:xfrm>
              <a:off x="662685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59" name="Forme libre : forme 6758">
              <a:extLst>
                <a:ext uri="{FF2B5EF4-FFF2-40B4-BE49-F238E27FC236}">
                  <a16:creationId xmlns:a16="http://schemas.microsoft.com/office/drawing/2014/main" id="{955330F3-0044-7BAC-D944-378A8A0546D8}"/>
                </a:ext>
              </a:extLst>
            </p:cNvPr>
            <p:cNvSpPr/>
            <p:nvPr/>
          </p:nvSpPr>
          <p:spPr bwMode="gray">
            <a:xfrm>
              <a:off x="657733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0" name="Forme libre : forme 6759">
              <a:extLst>
                <a:ext uri="{FF2B5EF4-FFF2-40B4-BE49-F238E27FC236}">
                  <a16:creationId xmlns:a16="http://schemas.microsoft.com/office/drawing/2014/main" id="{30873F97-05EE-B01F-D838-3E233CE3AB26}"/>
                </a:ext>
              </a:extLst>
            </p:cNvPr>
            <p:cNvSpPr/>
            <p:nvPr/>
          </p:nvSpPr>
          <p:spPr bwMode="gray">
            <a:xfrm>
              <a:off x="6529069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1" name="Forme libre : forme 6760">
              <a:extLst>
                <a:ext uri="{FF2B5EF4-FFF2-40B4-BE49-F238E27FC236}">
                  <a16:creationId xmlns:a16="http://schemas.microsoft.com/office/drawing/2014/main" id="{F685900A-976D-C4E4-B0DD-27B102413064}"/>
                </a:ext>
              </a:extLst>
            </p:cNvPr>
            <p:cNvSpPr/>
            <p:nvPr/>
          </p:nvSpPr>
          <p:spPr bwMode="gray">
            <a:xfrm>
              <a:off x="647954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2" name="Forme libre : forme 6761">
              <a:extLst>
                <a:ext uri="{FF2B5EF4-FFF2-40B4-BE49-F238E27FC236}">
                  <a16:creationId xmlns:a16="http://schemas.microsoft.com/office/drawing/2014/main" id="{6E68903E-F1C7-22F6-B265-2CA9884524BE}"/>
                </a:ext>
              </a:extLst>
            </p:cNvPr>
            <p:cNvSpPr/>
            <p:nvPr/>
          </p:nvSpPr>
          <p:spPr bwMode="gray">
            <a:xfrm>
              <a:off x="64300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3" name="Forme libre : forme 6762">
              <a:extLst>
                <a:ext uri="{FF2B5EF4-FFF2-40B4-BE49-F238E27FC236}">
                  <a16:creationId xmlns:a16="http://schemas.microsoft.com/office/drawing/2014/main" id="{9427A13A-1BDC-6F12-790D-4889C854865A}"/>
                </a:ext>
              </a:extLst>
            </p:cNvPr>
            <p:cNvSpPr/>
            <p:nvPr/>
          </p:nvSpPr>
          <p:spPr bwMode="gray">
            <a:xfrm>
              <a:off x="638175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4" name="Forme libre : forme 6763">
              <a:extLst>
                <a:ext uri="{FF2B5EF4-FFF2-40B4-BE49-F238E27FC236}">
                  <a16:creationId xmlns:a16="http://schemas.microsoft.com/office/drawing/2014/main" id="{D80B53BC-B2C8-C0B9-50C2-17DB6772484A}"/>
                </a:ext>
              </a:extLst>
            </p:cNvPr>
            <p:cNvSpPr/>
            <p:nvPr/>
          </p:nvSpPr>
          <p:spPr bwMode="gray">
            <a:xfrm>
              <a:off x="63322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5" name="Forme libre : forme 6764">
              <a:extLst>
                <a:ext uri="{FF2B5EF4-FFF2-40B4-BE49-F238E27FC236}">
                  <a16:creationId xmlns:a16="http://schemas.microsoft.com/office/drawing/2014/main" id="{02B790D9-9BC5-A0C3-DEBA-7EF238E6F3FB}"/>
                </a:ext>
              </a:extLst>
            </p:cNvPr>
            <p:cNvSpPr/>
            <p:nvPr/>
          </p:nvSpPr>
          <p:spPr bwMode="gray">
            <a:xfrm>
              <a:off x="62839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6" name="Forme libre : forme 6765">
              <a:extLst>
                <a:ext uri="{FF2B5EF4-FFF2-40B4-BE49-F238E27FC236}">
                  <a16:creationId xmlns:a16="http://schemas.microsoft.com/office/drawing/2014/main" id="{EE2FE9CC-8B3F-47F3-C9AB-D59CC944DA91}"/>
                </a:ext>
              </a:extLst>
            </p:cNvPr>
            <p:cNvSpPr/>
            <p:nvPr/>
          </p:nvSpPr>
          <p:spPr bwMode="gray">
            <a:xfrm>
              <a:off x="62344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7" name="Forme libre : forme 6766">
              <a:extLst>
                <a:ext uri="{FF2B5EF4-FFF2-40B4-BE49-F238E27FC236}">
                  <a16:creationId xmlns:a16="http://schemas.microsoft.com/office/drawing/2014/main" id="{6C2DE4E1-A9CF-370C-C14A-918343D02EEA}"/>
                </a:ext>
              </a:extLst>
            </p:cNvPr>
            <p:cNvSpPr/>
            <p:nvPr/>
          </p:nvSpPr>
          <p:spPr bwMode="gray">
            <a:xfrm>
              <a:off x="61849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8" name="Forme libre : forme 6767">
              <a:extLst>
                <a:ext uri="{FF2B5EF4-FFF2-40B4-BE49-F238E27FC236}">
                  <a16:creationId xmlns:a16="http://schemas.microsoft.com/office/drawing/2014/main" id="{FDC3A893-7A68-445B-1111-0D7223285DAE}"/>
                </a:ext>
              </a:extLst>
            </p:cNvPr>
            <p:cNvSpPr/>
            <p:nvPr/>
          </p:nvSpPr>
          <p:spPr bwMode="gray">
            <a:xfrm>
              <a:off x="613664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69" name="Forme libre : forme 6768">
              <a:extLst>
                <a:ext uri="{FF2B5EF4-FFF2-40B4-BE49-F238E27FC236}">
                  <a16:creationId xmlns:a16="http://schemas.microsoft.com/office/drawing/2014/main" id="{030DC567-E6EF-491C-8EE5-3DD75B337272}"/>
                </a:ext>
              </a:extLst>
            </p:cNvPr>
            <p:cNvSpPr/>
            <p:nvPr/>
          </p:nvSpPr>
          <p:spPr bwMode="gray">
            <a:xfrm>
              <a:off x="60871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0" name="Forme libre : forme 6769">
              <a:extLst>
                <a:ext uri="{FF2B5EF4-FFF2-40B4-BE49-F238E27FC236}">
                  <a16:creationId xmlns:a16="http://schemas.microsoft.com/office/drawing/2014/main" id="{B09970A0-DEF7-3F54-FBB6-669EBC70AF69}"/>
                </a:ext>
              </a:extLst>
            </p:cNvPr>
            <p:cNvSpPr/>
            <p:nvPr/>
          </p:nvSpPr>
          <p:spPr bwMode="gray">
            <a:xfrm>
              <a:off x="603885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1" name="Forme libre : forme 6770">
              <a:extLst>
                <a:ext uri="{FF2B5EF4-FFF2-40B4-BE49-F238E27FC236}">
                  <a16:creationId xmlns:a16="http://schemas.microsoft.com/office/drawing/2014/main" id="{1630C02E-2167-2CDE-8604-25FBA96FAD43}"/>
                </a:ext>
              </a:extLst>
            </p:cNvPr>
            <p:cNvSpPr/>
            <p:nvPr/>
          </p:nvSpPr>
          <p:spPr bwMode="gray">
            <a:xfrm>
              <a:off x="59893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2" name="Forme libre : forme 6771">
              <a:extLst>
                <a:ext uri="{FF2B5EF4-FFF2-40B4-BE49-F238E27FC236}">
                  <a16:creationId xmlns:a16="http://schemas.microsoft.com/office/drawing/2014/main" id="{87F5F0F3-4BA6-42C9-E690-FA64706B738A}"/>
                </a:ext>
              </a:extLst>
            </p:cNvPr>
            <p:cNvSpPr/>
            <p:nvPr/>
          </p:nvSpPr>
          <p:spPr bwMode="gray">
            <a:xfrm>
              <a:off x="59410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3" name="Forme libre : forme 6772">
              <a:extLst>
                <a:ext uri="{FF2B5EF4-FFF2-40B4-BE49-F238E27FC236}">
                  <a16:creationId xmlns:a16="http://schemas.microsoft.com/office/drawing/2014/main" id="{E47DE96C-93FC-4BD0-EBC1-708F9E75EADB}"/>
                </a:ext>
              </a:extLst>
            </p:cNvPr>
            <p:cNvSpPr/>
            <p:nvPr/>
          </p:nvSpPr>
          <p:spPr bwMode="gray">
            <a:xfrm>
              <a:off x="58915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4" name="Forme libre : forme 6773">
              <a:extLst>
                <a:ext uri="{FF2B5EF4-FFF2-40B4-BE49-F238E27FC236}">
                  <a16:creationId xmlns:a16="http://schemas.microsoft.com/office/drawing/2014/main" id="{94749D2B-72F6-88AA-43A4-7DE5CB3DFA64}"/>
                </a:ext>
              </a:extLst>
            </p:cNvPr>
            <p:cNvSpPr/>
            <p:nvPr/>
          </p:nvSpPr>
          <p:spPr bwMode="gray">
            <a:xfrm>
              <a:off x="58420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5" name="Forme libre : forme 6774">
              <a:extLst>
                <a:ext uri="{FF2B5EF4-FFF2-40B4-BE49-F238E27FC236}">
                  <a16:creationId xmlns:a16="http://schemas.microsoft.com/office/drawing/2014/main" id="{558FB0CE-BB51-508E-9964-E9B82954E0D2}"/>
                </a:ext>
              </a:extLst>
            </p:cNvPr>
            <p:cNvSpPr/>
            <p:nvPr/>
          </p:nvSpPr>
          <p:spPr bwMode="gray">
            <a:xfrm>
              <a:off x="579374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6" name="Forme libre : forme 6775">
              <a:extLst>
                <a:ext uri="{FF2B5EF4-FFF2-40B4-BE49-F238E27FC236}">
                  <a16:creationId xmlns:a16="http://schemas.microsoft.com/office/drawing/2014/main" id="{D9D0A7E6-2808-6DC2-F505-510BEDBFCABD}"/>
                </a:ext>
              </a:extLst>
            </p:cNvPr>
            <p:cNvSpPr/>
            <p:nvPr/>
          </p:nvSpPr>
          <p:spPr bwMode="gray">
            <a:xfrm>
              <a:off x="57442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7" name="Forme libre : forme 6776">
              <a:extLst>
                <a:ext uri="{FF2B5EF4-FFF2-40B4-BE49-F238E27FC236}">
                  <a16:creationId xmlns:a16="http://schemas.microsoft.com/office/drawing/2014/main" id="{8D0A2C45-08C3-7791-9B79-775525A8DDC7}"/>
                </a:ext>
              </a:extLst>
            </p:cNvPr>
            <p:cNvSpPr/>
            <p:nvPr/>
          </p:nvSpPr>
          <p:spPr bwMode="gray">
            <a:xfrm>
              <a:off x="569595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8" name="Forme libre : forme 6777">
              <a:extLst>
                <a:ext uri="{FF2B5EF4-FFF2-40B4-BE49-F238E27FC236}">
                  <a16:creationId xmlns:a16="http://schemas.microsoft.com/office/drawing/2014/main" id="{9637C8B2-2F8D-ED91-80F8-ACD009931473}"/>
                </a:ext>
              </a:extLst>
            </p:cNvPr>
            <p:cNvSpPr/>
            <p:nvPr/>
          </p:nvSpPr>
          <p:spPr bwMode="gray">
            <a:xfrm>
              <a:off x="56464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79" name="Forme libre : forme 6778">
              <a:extLst>
                <a:ext uri="{FF2B5EF4-FFF2-40B4-BE49-F238E27FC236}">
                  <a16:creationId xmlns:a16="http://schemas.microsoft.com/office/drawing/2014/main" id="{B3574297-2440-6ADC-6852-68024CEDB5EF}"/>
                </a:ext>
              </a:extLst>
            </p:cNvPr>
            <p:cNvSpPr/>
            <p:nvPr/>
          </p:nvSpPr>
          <p:spPr bwMode="gray">
            <a:xfrm>
              <a:off x="55968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0" name="Forme libre : forme 6779">
              <a:extLst>
                <a:ext uri="{FF2B5EF4-FFF2-40B4-BE49-F238E27FC236}">
                  <a16:creationId xmlns:a16="http://schemas.microsoft.com/office/drawing/2014/main" id="{D34B3D31-7599-EE1E-06BA-182AE6CFBD6E}"/>
                </a:ext>
              </a:extLst>
            </p:cNvPr>
            <p:cNvSpPr/>
            <p:nvPr/>
          </p:nvSpPr>
          <p:spPr bwMode="gray">
            <a:xfrm>
              <a:off x="55486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1" name="Forme libre : forme 6780">
              <a:extLst>
                <a:ext uri="{FF2B5EF4-FFF2-40B4-BE49-F238E27FC236}">
                  <a16:creationId xmlns:a16="http://schemas.microsoft.com/office/drawing/2014/main" id="{CE92C456-DC42-3A87-D494-AA1A3058E891}"/>
                </a:ext>
              </a:extLst>
            </p:cNvPr>
            <p:cNvSpPr/>
            <p:nvPr/>
          </p:nvSpPr>
          <p:spPr bwMode="gray">
            <a:xfrm>
              <a:off x="54991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2" name="Forme libre : forme 6781">
              <a:extLst>
                <a:ext uri="{FF2B5EF4-FFF2-40B4-BE49-F238E27FC236}">
                  <a16:creationId xmlns:a16="http://schemas.microsoft.com/office/drawing/2014/main" id="{E6EB514A-48BA-D133-A495-D9A7B16D7841}"/>
                </a:ext>
              </a:extLst>
            </p:cNvPr>
            <p:cNvSpPr/>
            <p:nvPr/>
          </p:nvSpPr>
          <p:spPr bwMode="gray">
            <a:xfrm>
              <a:off x="545084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3" name="Forme libre : forme 6782">
              <a:extLst>
                <a:ext uri="{FF2B5EF4-FFF2-40B4-BE49-F238E27FC236}">
                  <a16:creationId xmlns:a16="http://schemas.microsoft.com/office/drawing/2014/main" id="{1447DDB2-CEF0-6DD7-8E2E-02486B15648C}"/>
                </a:ext>
              </a:extLst>
            </p:cNvPr>
            <p:cNvSpPr/>
            <p:nvPr/>
          </p:nvSpPr>
          <p:spPr bwMode="gray">
            <a:xfrm>
              <a:off x="54013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4" name="Forme libre : forme 6783">
              <a:extLst>
                <a:ext uri="{FF2B5EF4-FFF2-40B4-BE49-F238E27FC236}">
                  <a16:creationId xmlns:a16="http://schemas.microsoft.com/office/drawing/2014/main" id="{DFB4B719-54FF-BC84-D1D0-E330A4D6DE78}"/>
                </a:ext>
              </a:extLst>
            </p:cNvPr>
            <p:cNvSpPr/>
            <p:nvPr/>
          </p:nvSpPr>
          <p:spPr bwMode="gray">
            <a:xfrm>
              <a:off x="53517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5" name="Forme libre : forme 6784">
              <a:extLst>
                <a:ext uri="{FF2B5EF4-FFF2-40B4-BE49-F238E27FC236}">
                  <a16:creationId xmlns:a16="http://schemas.microsoft.com/office/drawing/2014/main" id="{64FC836D-C2F2-F6C0-929B-2698B2CF46C2}"/>
                </a:ext>
              </a:extLst>
            </p:cNvPr>
            <p:cNvSpPr/>
            <p:nvPr/>
          </p:nvSpPr>
          <p:spPr bwMode="gray">
            <a:xfrm>
              <a:off x="53035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6" name="Forme libre : forme 6785">
              <a:extLst>
                <a:ext uri="{FF2B5EF4-FFF2-40B4-BE49-F238E27FC236}">
                  <a16:creationId xmlns:a16="http://schemas.microsoft.com/office/drawing/2014/main" id="{26BA5600-2062-3399-21E4-2F6E432830A4}"/>
                </a:ext>
              </a:extLst>
            </p:cNvPr>
            <p:cNvSpPr/>
            <p:nvPr/>
          </p:nvSpPr>
          <p:spPr bwMode="gray">
            <a:xfrm>
              <a:off x="52539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7" name="Forme libre : forme 6786">
              <a:extLst>
                <a:ext uri="{FF2B5EF4-FFF2-40B4-BE49-F238E27FC236}">
                  <a16:creationId xmlns:a16="http://schemas.microsoft.com/office/drawing/2014/main" id="{47B8C16F-58BB-EE01-4C7D-FDBB2A257567}"/>
                </a:ext>
              </a:extLst>
            </p:cNvPr>
            <p:cNvSpPr/>
            <p:nvPr/>
          </p:nvSpPr>
          <p:spPr bwMode="gray">
            <a:xfrm>
              <a:off x="52057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8" name="Forme libre : forme 6787">
              <a:extLst>
                <a:ext uri="{FF2B5EF4-FFF2-40B4-BE49-F238E27FC236}">
                  <a16:creationId xmlns:a16="http://schemas.microsoft.com/office/drawing/2014/main" id="{C1296F3F-C783-9BEE-E3BA-39935ADCE395}"/>
                </a:ext>
              </a:extLst>
            </p:cNvPr>
            <p:cNvSpPr/>
            <p:nvPr/>
          </p:nvSpPr>
          <p:spPr bwMode="gray">
            <a:xfrm>
              <a:off x="51562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89" name="Forme libre : forme 6788">
              <a:extLst>
                <a:ext uri="{FF2B5EF4-FFF2-40B4-BE49-F238E27FC236}">
                  <a16:creationId xmlns:a16="http://schemas.microsoft.com/office/drawing/2014/main" id="{42290C3A-DE6D-FBD1-0FF9-CA4A57FF0D6C}"/>
                </a:ext>
              </a:extLst>
            </p:cNvPr>
            <p:cNvSpPr/>
            <p:nvPr/>
          </p:nvSpPr>
          <p:spPr bwMode="gray">
            <a:xfrm>
              <a:off x="51066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0" name="Forme libre : forme 6789">
              <a:extLst>
                <a:ext uri="{FF2B5EF4-FFF2-40B4-BE49-F238E27FC236}">
                  <a16:creationId xmlns:a16="http://schemas.microsoft.com/office/drawing/2014/main" id="{131DD172-36E7-8FE9-12EA-1E285E63C40F}"/>
                </a:ext>
              </a:extLst>
            </p:cNvPr>
            <p:cNvSpPr/>
            <p:nvPr/>
          </p:nvSpPr>
          <p:spPr bwMode="gray">
            <a:xfrm>
              <a:off x="50584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1" name="Forme libre : forme 6790">
              <a:extLst>
                <a:ext uri="{FF2B5EF4-FFF2-40B4-BE49-F238E27FC236}">
                  <a16:creationId xmlns:a16="http://schemas.microsoft.com/office/drawing/2014/main" id="{B95DFC4F-7EEB-9F6C-76FC-5E3925B8D135}"/>
                </a:ext>
              </a:extLst>
            </p:cNvPr>
            <p:cNvSpPr/>
            <p:nvPr/>
          </p:nvSpPr>
          <p:spPr bwMode="gray">
            <a:xfrm>
              <a:off x="50088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2" name="Forme libre : forme 6791">
              <a:extLst>
                <a:ext uri="{FF2B5EF4-FFF2-40B4-BE49-F238E27FC236}">
                  <a16:creationId xmlns:a16="http://schemas.microsoft.com/office/drawing/2014/main" id="{717023C1-9085-91E3-987B-E4D56C6F9C0D}"/>
                </a:ext>
              </a:extLst>
            </p:cNvPr>
            <p:cNvSpPr/>
            <p:nvPr/>
          </p:nvSpPr>
          <p:spPr bwMode="gray">
            <a:xfrm>
              <a:off x="49606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3" name="Forme libre : forme 6792">
              <a:extLst>
                <a:ext uri="{FF2B5EF4-FFF2-40B4-BE49-F238E27FC236}">
                  <a16:creationId xmlns:a16="http://schemas.microsoft.com/office/drawing/2014/main" id="{50C15A3B-B5E2-E40F-D7F3-58AA0997B195}"/>
                </a:ext>
              </a:extLst>
            </p:cNvPr>
            <p:cNvSpPr/>
            <p:nvPr/>
          </p:nvSpPr>
          <p:spPr bwMode="gray">
            <a:xfrm>
              <a:off x="49110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4" name="Forme libre : forme 6793">
              <a:extLst>
                <a:ext uri="{FF2B5EF4-FFF2-40B4-BE49-F238E27FC236}">
                  <a16:creationId xmlns:a16="http://schemas.microsoft.com/office/drawing/2014/main" id="{721A71DE-5C9D-FCFD-E153-CA8FB81F05DB}"/>
                </a:ext>
              </a:extLst>
            </p:cNvPr>
            <p:cNvSpPr/>
            <p:nvPr/>
          </p:nvSpPr>
          <p:spPr bwMode="gray">
            <a:xfrm>
              <a:off x="48615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5" name="Forme libre : forme 6794">
              <a:extLst>
                <a:ext uri="{FF2B5EF4-FFF2-40B4-BE49-F238E27FC236}">
                  <a16:creationId xmlns:a16="http://schemas.microsoft.com/office/drawing/2014/main" id="{19F0251E-9418-DBEB-F8C5-8337029CCECA}"/>
                </a:ext>
              </a:extLst>
            </p:cNvPr>
            <p:cNvSpPr/>
            <p:nvPr/>
          </p:nvSpPr>
          <p:spPr bwMode="gray">
            <a:xfrm>
              <a:off x="48133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6" name="Forme libre : forme 6795">
              <a:extLst>
                <a:ext uri="{FF2B5EF4-FFF2-40B4-BE49-F238E27FC236}">
                  <a16:creationId xmlns:a16="http://schemas.microsoft.com/office/drawing/2014/main" id="{BE8FDC10-D6A6-55DE-B013-F78413DF7316}"/>
                </a:ext>
              </a:extLst>
            </p:cNvPr>
            <p:cNvSpPr/>
            <p:nvPr/>
          </p:nvSpPr>
          <p:spPr bwMode="gray">
            <a:xfrm>
              <a:off x="47637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7" name="Forme libre : forme 6796">
              <a:extLst>
                <a:ext uri="{FF2B5EF4-FFF2-40B4-BE49-F238E27FC236}">
                  <a16:creationId xmlns:a16="http://schemas.microsoft.com/office/drawing/2014/main" id="{59C27FB9-5793-0B37-B129-67A37099F6A0}"/>
                </a:ext>
              </a:extLst>
            </p:cNvPr>
            <p:cNvSpPr/>
            <p:nvPr/>
          </p:nvSpPr>
          <p:spPr bwMode="gray">
            <a:xfrm>
              <a:off x="47155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8" name="Forme libre : forme 6797">
              <a:extLst>
                <a:ext uri="{FF2B5EF4-FFF2-40B4-BE49-F238E27FC236}">
                  <a16:creationId xmlns:a16="http://schemas.microsoft.com/office/drawing/2014/main" id="{3AD09926-5483-A78F-F48E-17F05CF578F0}"/>
                </a:ext>
              </a:extLst>
            </p:cNvPr>
            <p:cNvSpPr/>
            <p:nvPr/>
          </p:nvSpPr>
          <p:spPr bwMode="gray">
            <a:xfrm>
              <a:off x="46659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99" name="Forme libre : forme 6798">
              <a:extLst>
                <a:ext uri="{FF2B5EF4-FFF2-40B4-BE49-F238E27FC236}">
                  <a16:creationId xmlns:a16="http://schemas.microsoft.com/office/drawing/2014/main" id="{8D3FB83A-42D6-4A3A-2C19-23269F28574C}"/>
                </a:ext>
              </a:extLst>
            </p:cNvPr>
            <p:cNvSpPr/>
            <p:nvPr/>
          </p:nvSpPr>
          <p:spPr bwMode="gray">
            <a:xfrm>
              <a:off x="46177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0" name="Forme libre : forme 6799">
              <a:extLst>
                <a:ext uri="{FF2B5EF4-FFF2-40B4-BE49-F238E27FC236}">
                  <a16:creationId xmlns:a16="http://schemas.microsoft.com/office/drawing/2014/main" id="{2289C37D-58A3-CC4B-93EA-8EDFB1BBC428}"/>
                </a:ext>
              </a:extLst>
            </p:cNvPr>
            <p:cNvSpPr/>
            <p:nvPr/>
          </p:nvSpPr>
          <p:spPr bwMode="gray">
            <a:xfrm>
              <a:off x="45681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1" name="Forme libre : forme 6800">
              <a:extLst>
                <a:ext uri="{FF2B5EF4-FFF2-40B4-BE49-F238E27FC236}">
                  <a16:creationId xmlns:a16="http://schemas.microsoft.com/office/drawing/2014/main" id="{B3F4F67C-EEAD-CB98-0B91-9005A8BCC773}"/>
                </a:ext>
              </a:extLst>
            </p:cNvPr>
            <p:cNvSpPr/>
            <p:nvPr/>
          </p:nvSpPr>
          <p:spPr bwMode="gray">
            <a:xfrm>
              <a:off x="45186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2" name="Forme libre : forme 6801">
              <a:extLst>
                <a:ext uri="{FF2B5EF4-FFF2-40B4-BE49-F238E27FC236}">
                  <a16:creationId xmlns:a16="http://schemas.microsoft.com/office/drawing/2014/main" id="{34146632-E1A0-B80E-56DF-F316C152EB63}"/>
                </a:ext>
              </a:extLst>
            </p:cNvPr>
            <p:cNvSpPr/>
            <p:nvPr/>
          </p:nvSpPr>
          <p:spPr bwMode="gray">
            <a:xfrm>
              <a:off x="44704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3" name="Forme libre : forme 6802">
              <a:extLst>
                <a:ext uri="{FF2B5EF4-FFF2-40B4-BE49-F238E27FC236}">
                  <a16:creationId xmlns:a16="http://schemas.microsoft.com/office/drawing/2014/main" id="{8332D8F2-2FC8-A7C1-C736-DC6982F9BE76}"/>
                </a:ext>
              </a:extLst>
            </p:cNvPr>
            <p:cNvSpPr/>
            <p:nvPr/>
          </p:nvSpPr>
          <p:spPr bwMode="gray">
            <a:xfrm>
              <a:off x="44208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4" name="Forme libre : forme 6803">
              <a:extLst>
                <a:ext uri="{FF2B5EF4-FFF2-40B4-BE49-F238E27FC236}">
                  <a16:creationId xmlns:a16="http://schemas.microsoft.com/office/drawing/2014/main" id="{E7D2235C-1650-8520-62FE-2126C3B60F51}"/>
                </a:ext>
              </a:extLst>
            </p:cNvPr>
            <p:cNvSpPr/>
            <p:nvPr/>
          </p:nvSpPr>
          <p:spPr bwMode="gray">
            <a:xfrm>
              <a:off x="43726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5" name="Forme libre : forme 6804">
              <a:extLst>
                <a:ext uri="{FF2B5EF4-FFF2-40B4-BE49-F238E27FC236}">
                  <a16:creationId xmlns:a16="http://schemas.microsoft.com/office/drawing/2014/main" id="{EC878554-1F58-5196-997F-8024AC35E50E}"/>
                </a:ext>
              </a:extLst>
            </p:cNvPr>
            <p:cNvSpPr/>
            <p:nvPr/>
          </p:nvSpPr>
          <p:spPr bwMode="gray">
            <a:xfrm>
              <a:off x="43230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6" name="Forme libre : forme 6805">
              <a:extLst>
                <a:ext uri="{FF2B5EF4-FFF2-40B4-BE49-F238E27FC236}">
                  <a16:creationId xmlns:a16="http://schemas.microsoft.com/office/drawing/2014/main" id="{CC486C2C-F7E0-1F6C-DC88-0511FC452DB0}"/>
                </a:ext>
              </a:extLst>
            </p:cNvPr>
            <p:cNvSpPr/>
            <p:nvPr/>
          </p:nvSpPr>
          <p:spPr bwMode="gray">
            <a:xfrm>
              <a:off x="427355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7" name="Forme libre : forme 6806">
              <a:extLst>
                <a:ext uri="{FF2B5EF4-FFF2-40B4-BE49-F238E27FC236}">
                  <a16:creationId xmlns:a16="http://schemas.microsoft.com/office/drawing/2014/main" id="{6304063B-56A3-A2DA-28AF-88F0FDC22324}"/>
                </a:ext>
              </a:extLst>
            </p:cNvPr>
            <p:cNvSpPr/>
            <p:nvPr/>
          </p:nvSpPr>
          <p:spPr bwMode="gray">
            <a:xfrm>
              <a:off x="42252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8" name="Forme libre : forme 6807">
              <a:extLst>
                <a:ext uri="{FF2B5EF4-FFF2-40B4-BE49-F238E27FC236}">
                  <a16:creationId xmlns:a16="http://schemas.microsoft.com/office/drawing/2014/main" id="{096AA2F7-8D0F-3D0A-633B-AB65170558F2}"/>
                </a:ext>
              </a:extLst>
            </p:cNvPr>
            <p:cNvSpPr/>
            <p:nvPr/>
          </p:nvSpPr>
          <p:spPr bwMode="gray">
            <a:xfrm>
              <a:off x="41757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09" name="Forme libre : forme 6808">
              <a:extLst>
                <a:ext uri="{FF2B5EF4-FFF2-40B4-BE49-F238E27FC236}">
                  <a16:creationId xmlns:a16="http://schemas.microsoft.com/office/drawing/2014/main" id="{DDEBAB11-3FD9-CACA-192C-B289019921DF}"/>
                </a:ext>
              </a:extLst>
            </p:cNvPr>
            <p:cNvSpPr/>
            <p:nvPr/>
          </p:nvSpPr>
          <p:spPr bwMode="gray">
            <a:xfrm>
              <a:off x="41275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0" name="Forme libre : forme 6809">
              <a:extLst>
                <a:ext uri="{FF2B5EF4-FFF2-40B4-BE49-F238E27FC236}">
                  <a16:creationId xmlns:a16="http://schemas.microsoft.com/office/drawing/2014/main" id="{28D3F634-4389-66C7-0142-4C5B489AA34D}"/>
                </a:ext>
              </a:extLst>
            </p:cNvPr>
            <p:cNvSpPr/>
            <p:nvPr/>
          </p:nvSpPr>
          <p:spPr bwMode="gray">
            <a:xfrm>
              <a:off x="40779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1" name="Forme libre : forme 6810">
              <a:extLst>
                <a:ext uri="{FF2B5EF4-FFF2-40B4-BE49-F238E27FC236}">
                  <a16:creationId xmlns:a16="http://schemas.microsoft.com/office/drawing/2014/main" id="{DFEBB20C-2B37-AD7A-8458-38DDD3508BF0}"/>
                </a:ext>
              </a:extLst>
            </p:cNvPr>
            <p:cNvSpPr/>
            <p:nvPr/>
          </p:nvSpPr>
          <p:spPr bwMode="gray">
            <a:xfrm>
              <a:off x="402844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2" name="Forme libre : forme 6811">
              <a:extLst>
                <a:ext uri="{FF2B5EF4-FFF2-40B4-BE49-F238E27FC236}">
                  <a16:creationId xmlns:a16="http://schemas.microsoft.com/office/drawing/2014/main" id="{B4F53FA9-BF36-1168-F2C6-E9715B7A6B56}"/>
                </a:ext>
              </a:extLst>
            </p:cNvPr>
            <p:cNvSpPr/>
            <p:nvPr/>
          </p:nvSpPr>
          <p:spPr bwMode="gray">
            <a:xfrm>
              <a:off x="39801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3" name="Forme libre : forme 6812">
              <a:extLst>
                <a:ext uri="{FF2B5EF4-FFF2-40B4-BE49-F238E27FC236}">
                  <a16:creationId xmlns:a16="http://schemas.microsoft.com/office/drawing/2014/main" id="{56F3D115-F6F3-0D7A-38E3-7E1872A9B7A3}"/>
                </a:ext>
              </a:extLst>
            </p:cNvPr>
            <p:cNvSpPr/>
            <p:nvPr/>
          </p:nvSpPr>
          <p:spPr bwMode="gray">
            <a:xfrm>
              <a:off x="393065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4" name="Forme libre : forme 6813">
              <a:extLst>
                <a:ext uri="{FF2B5EF4-FFF2-40B4-BE49-F238E27FC236}">
                  <a16:creationId xmlns:a16="http://schemas.microsoft.com/office/drawing/2014/main" id="{0B0D80EA-0D05-50AC-33D3-4F19F1024140}"/>
                </a:ext>
              </a:extLst>
            </p:cNvPr>
            <p:cNvSpPr/>
            <p:nvPr/>
          </p:nvSpPr>
          <p:spPr bwMode="gray">
            <a:xfrm>
              <a:off x="38823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5" name="Forme libre : forme 6814">
              <a:extLst>
                <a:ext uri="{FF2B5EF4-FFF2-40B4-BE49-F238E27FC236}">
                  <a16:creationId xmlns:a16="http://schemas.microsoft.com/office/drawing/2014/main" id="{528D3ADB-A0B2-7ED3-E22F-4EEAB840DC0B}"/>
                </a:ext>
              </a:extLst>
            </p:cNvPr>
            <p:cNvSpPr/>
            <p:nvPr/>
          </p:nvSpPr>
          <p:spPr bwMode="gray">
            <a:xfrm>
              <a:off x="383286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6" name="Forme libre : forme 6815">
              <a:extLst>
                <a:ext uri="{FF2B5EF4-FFF2-40B4-BE49-F238E27FC236}">
                  <a16:creationId xmlns:a16="http://schemas.microsoft.com/office/drawing/2014/main" id="{F742A3F8-0FDF-13BB-F6A6-0387326310D9}"/>
                </a:ext>
              </a:extLst>
            </p:cNvPr>
            <p:cNvSpPr/>
            <p:nvPr/>
          </p:nvSpPr>
          <p:spPr bwMode="gray">
            <a:xfrm>
              <a:off x="24599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7" name="Forme libre : forme 6816">
              <a:extLst>
                <a:ext uri="{FF2B5EF4-FFF2-40B4-BE49-F238E27FC236}">
                  <a16:creationId xmlns:a16="http://schemas.microsoft.com/office/drawing/2014/main" id="{B1AE1418-8DFE-E8A8-D96F-E8D856242F29}"/>
                </a:ext>
              </a:extLst>
            </p:cNvPr>
            <p:cNvSpPr/>
            <p:nvPr/>
          </p:nvSpPr>
          <p:spPr bwMode="gray">
            <a:xfrm>
              <a:off x="24117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8" name="Forme libre : forme 6817">
              <a:extLst>
                <a:ext uri="{FF2B5EF4-FFF2-40B4-BE49-F238E27FC236}">
                  <a16:creationId xmlns:a16="http://schemas.microsoft.com/office/drawing/2014/main" id="{BB740EA5-7365-D2D5-6998-E357ED7FA0AF}"/>
                </a:ext>
              </a:extLst>
            </p:cNvPr>
            <p:cNvSpPr/>
            <p:nvPr/>
          </p:nvSpPr>
          <p:spPr bwMode="gray">
            <a:xfrm>
              <a:off x="23622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19" name="Forme libre : forme 6818">
              <a:extLst>
                <a:ext uri="{FF2B5EF4-FFF2-40B4-BE49-F238E27FC236}">
                  <a16:creationId xmlns:a16="http://schemas.microsoft.com/office/drawing/2014/main" id="{C7965050-CCDC-CC62-4DAF-2349BEC69BE3}"/>
                </a:ext>
              </a:extLst>
            </p:cNvPr>
            <p:cNvSpPr/>
            <p:nvPr/>
          </p:nvSpPr>
          <p:spPr bwMode="gray">
            <a:xfrm>
              <a:off x="231394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0" name="Forme libre : forme 6819">
              <a:extLst>
                <a:ext uri="{FF2B5EF4-FFF2-40B4-BE49-F238E27FC236}">
                  <a16:creationId xmlns:a16="http://schemas.microsoft.com/office/drawing/2014/main" id="{89B89F71-82C9-3930-5BD3-4F1CBE95972B}"/>
                </a:ext>
              </a:extLst>
            </p:cNvPr>
            <p:cNvSpPr/>
            <p:nvPr/>
          </p:nvSpPr>
          <p:spPr bwMode="gray">
            <a:xfrm>
              <a:off x="22644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1" name="Forme libre : forme 6820">
              <a:extLst>
                <a:ext uri="{FF2B5EF4-FFF2-40B4-BE49-F238E27FC236}">
                  <a16:creationId xmlns:a16="http://schemas.microsoft.com/office/drawing/2014/main" id="{AA70C3FA-2E21-6F33-D417-8641811CBF39}"/>
                </a:ext>
              </a:extLst>
            </p:cNvPr>
            <p:cNvSpPr/>
            <p:nvPr/>
          </p:nvSpPr>
          <p:spPr bwMode="gray">
            <a:xfrm>
              <a:off x="22148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2" name="Forme libre : forme 6821">
              <a:extLst>
                <a:ext uri="{FF2B5EF4-FFF2-40B4-BE49-F238E27FC236}">
                  <a16:creationId xmlns:a16="http://schemas.microsoft.com/office/drawing/2014/main" id="{EA12A94A-6B64-B7E9-C69A-6FAD5780563D}"/>
                </a:ext>
              </a:extLst>
            </p:cNvPr>
            <p:cNvSpPr/>
            <p:nvPr/>
          </p:nvSpPr>
          <p:spPr bwMode="gray">
            <a:xfrm>
              <a:off x="21666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3" name="Forme libre : forme 6822">
              <a:extLst>
                <a:ext uri="{FF2B5EF4-FFF2-40B4-BE49-F238E27FC236}">
                  <a16:creationId xmlns:a16="http://schemas.microsoft.com/office/drawing/2014/main" id="{EA905A8A-34BA-8BFC-1178-115DCCCEB4E4}"/>
                </a:ext>
              </a:extLst>
            </p:cNvPr>
            <p:cNvSpPr/>
            <p:nvPr/>
          </p:nvSpPr>
          <p:spPr bwMode="gray">
            <a:xfrm>
              <a:off x="21170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4" name="Forme libre : forme 6823">
              <a:extLst>
                <a:ext uri="{FF2B5EF4-FFF2-40B4-BE49-F238E27FC236}">
                  <a16:creationId xmlns:a16="http://schemas.microsoft.com/office/drawing/2014/main" id="{92A7062C-6D58-0896-BB5F-8DC51683CEC4}"/>
                </a:ext>
              </a:extLst>
            </p:cNvPr>
            <p:cNvSpPr/>
            <p:nvPr/>
          </p:nvSpPr>
          <p:spPr bwMode="gray">
            <a:xfrm>
              <a:off x="20688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5" name="Forme libre : forme 6824">
              <a:extLst>
                <a:ext uri="{FF2B5EF4-FFF2-40B4-BE49-F238E27FC236}">
                  <a16:creationId xmlns:a16="http://schemas.microsoft.com/office/drawing/2014/main" id="{FDCE8254-9648-B5D6-A622-0260465BAFD8}"/>
                </a:ext>
              </a:extLst>
            </p:cNvPr>
            <p:cNvSpPr/>
            <p:nvPr/>
          </p:nvSpPr>
          <p:spPr bwMode="gray">
            <a:xfrm>
              <a:off x="20193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6" name="Forme libre : forme 6825">
              <a:extLst>
                <a:ext uri="{FF2B5EF4-FFF2-40B4-BE49-F238E27FC236}">
                  <a16:creationId xmlns:a16="http://schemas.microsoft.com/office/drawing/2014/main" id="{17F485BC-9C76-523D-D8DC-7B1EAC65B211}"/>
                </a:ext>
              </a:extLst>
            </p:cNvPr>
            <p:cNvSpPr/>
            <p:nvPr/>
          </p:nvSpPr>
          <p:spPr bwMode="gray">
            <a:xfrm>
              <a:off x="19697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7" name="Forme libre : forme 6826">
              <a:extLst>
                <a:ext uri="{FF2B5EF4-FFF2-40B4-BE49-F238E27FC236}">
                  <a16:creationId xmlns:a16="http://schemas.microsoft.com/office/drawing/2014/main" id="{45FFE48E-B4F9-82BD-B1A6-9DCD7EA84E6C}"/>
                </a:ext>
              </a:extLst>
            </p:cNvPr>
            <p:cNvSpPr/>
            <p:nvPr/>
          </p:nvSpPr>
          <p:spPr bwMode="gray">
            <a:xfrm>
              <a:off x="192151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8" name="Forme libre : forme 6827">
              <a:extLst>
                <a:ext uri="{FF2B5EF4-FFF2-40B4-BE49-F238E27FC236}">
                  <a16:creationId xmlns:a16="http://schemas.microsoft.com/office/drawing/2014/main" id="{5ADC14D9-6E9A-11CA-9E19-84BA3D8A0B38}"/>
                </a:ext>
              </a:extLst>
            </p:cNvPr>
            <p:cNvSpPr/>
            <p:nvPr/>
          </p:nvSpPr>
          <p:spPr bwMode="gray">
            <a:xfrm>
              <a:off x="187198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29" name="Forme libre : forme 6828">
              <a:extLst>
                <a:ext uri="{FF2B5EF4-FFF2-40B4-BE49-F238E27FC236}">
                  <a16:creationId xmlns:a16="http://schemas.microsoft.com/office/drawing/2014/main" id="{5C347035-BF18-1FA0-C26D-D8B3044D186D}"/>
                </a:ext>
              </a:extLst>
            </p:cNvPr>
            <p:cNvSpPr/>
            <p:nvPr/>
          </p:nvSpPr>
          <p:spPr bwMode="gray">
            <a:xfrm>
              <a:off x="182372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0" name="Forme libre : forme 6829">
              <a:extLst>
                <a:ext uri="{FF2B5EF4-FFF2-40B4-BE49-F238E27FC236}">
                  <a16:creationId xmlns:a16="http://schemas.microsoft.com/office/drawing/2014/main" id="{299D55FB-E6EC-C031-F8E5-8228FDA44272}"/>
                </a:ext>
              </a:extLst>
            </p:cNvPr>
            <p:cNvSpPr/>
            <p:nvPr/>
          </p:nvSpPr>
          <p:spPr bwMode="gray">
            <a:xfrm>
              <a:off x="177419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1" name="Forme libre : forme 6830">
              <a:extLst>
                <a:ext uri="{FF2B5EF4-FFF2-40B4-BE49-F238E27FC236}">
                  <a16:creationId xmlns:a16="http://schemas.microsoft.com/office/drawing/2014/main" id="{001EC424-C335-1A75-625A-A4C8E1B8CE54}"/>
                </a:ext>
              </a:extLst>
            </p:cNvPr>
            <p:cNvSpPr/>
            <p:nvPr/>
          </p:nvSpPr>
          <p:spPr bwMode="gray">
            <a:xfrm>
              <a:off x="172593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2" name="Forme libre : forme 6831">
              <a:extLst>
                <a:ext uri="{FF2B5EF4-FFF2-40B4-BE49-F238E27FC236}">
                  <a16:creationId xmlns:a16="http://schemas.microsoft.com/office/drawing/2014/main" id="{564AB900-76F8-AFE3-B3C4-467BA740B25E}"/>
                </a:ext>
              </a:extLst>
            </p:cNvPr>
            <p:cNvSpPr/>
            <p:nvPr/>
          </p:nvSpPr>
          <p:spPr bwMode="gray">
            <a:xfrm>
              <a:off x="167640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3" name="Forme libre : forme 6832">
              <a:extLst>
                <a:ext uri="{FF2B5EF4-FFF2-40B4-BE49-F238E27FC236}">
                  <a16:creationId xmlns:a16="http://schemas.microsoft.com/office/drawing/2014/main" id="{81E50C64-CFD5-EC82-5DA4-F1580703A8AD}"/>
                </a:ext>
              </a:extLst>
            </p:cNvPr>
            <p:cNvSpPr/>
            <p:nvPr/>
          </p:nvSpPr>
          <p:spPr bwMode="gray">
            <a:xfrm>
              <a:off x="1626870" y="28232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4" name="Forme libre : forme 6833">
              <a:extLst>
                <a:ext uri="{FF2B5EF4-FFF2-40B4-BE49-F238E27FC236}">
                  <a16:creationId xmlns:a16="http://schemas.microsoft.com/office/drawing/2014/main" id="{11E945D9-66D6-C741-3210-6F6B9E5F6E34}"/>
                </a:ext>
              </a:extLst>
            </p:cNvPr>
            <p:cNvSpPr/>
            <p:nvPr/>
          </p:nvSpPr>
          <p:spPr bwMode="gray">
            <a:xfrm>
              <a:off x="157861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5" name="Forme libre : forme 6834">
              <a:extLst>
                <a:ext uri="{FF2B5EF4-FFF2-40B4-BE49-F238E27FC236}">
                  <a16:creationId xmlns:a16="http://schemas.microsoft.com/office/drawing/2014/main" id="{C6EF2C07-8812-B92F-BB68-75E362955783}"/>
                </a:ext>
              </a:extLst>
            </p:cNvPr>
            <p:cNvSpPr/>
            <p:nvPr/>
          </p:nvSpPr>
          <p:spPr bwMode="gray">
            <a:xfrm>
              <a:off x="152908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6" name="Forme libre : forme 6835">
              <a:extLst>
                <a:ext uri="{FF2B5EF4-FFF2-40B4-BE49-F238E27FC236}">
                  <a16:creationId xmlns:a16="http://schemas.microsoft.com/office/drawing/2014/main" id="{4E8FB197-D995-E1BA-4953-AADAFA5EE5C4}"/>
                </a:ext>
              </a:extLst>
            </p:cNvPr>
            <p:cNvSpPr/>
            <p:nvPr/>
          </p:nvSpPr>
          <p:spPr bwMode="gray">
            <a:xfrm>
              <a:off x="148082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7" name="Forme libre : forme 6836">
              <a:extLst>
                <a:ext uri="{FF2B5EF4-FFF2-40B4-BE49-F238E27FC236}">
                  <a16:creationId xmlns:a16="http://schemas.microsoft.com/office/drawing/2014/main" id="{4D957A11-2F88-8381-DBA9-521A1457AA77}"/>
                </a:ext>
              </a:extLst>
            </p:cNvPr>
            <p:cNvSpPr/>
            <p:nvPr/>
          </p:nvSpPr>
          <p:spPr bwMode="gray">
            <a:xfrm>
              <a:off x="143129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8" name="Forme libre : forme 6837">
              <a:extLst>
                <a:ext uri="{FF2B5EF4-FFF2-40B4-BE49-F238E27FC236}">
                  <a16:creationId xmlns:a16="http://schemas.microsoft.com/office/drawing/2014/main" id="{06FC8602-D503-DF53-724B-31C992F7F7E7}"/>
                </a:ext>
              </a:extLst>
            </p:cNvPr>
            <p:cNvSpPr/>
            <p:nvPr/>
          </p:nvSpPr>
          <p:spPr bwMode="gray">
            <a:xfrm>
              <a:off x="138176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39" name="Forme libre : forme 6838">
              <a:extLst>
                <a:ext uri="{FF2B5EF4-FFF2-40B4-BE49-F238E27FC236}">
                  <a16:creationId xmlns:a16="http://schemas.microsoft.com/office/drawing/2014/main" id="{BC8B34A8-8B1C-31F0-E6C9-2206EF73DF7B}"/>
                </a:ext>
              </a:extLst>
            </p:cNvPr>
            <p:cNvSpPr/>
            <p:nvPr/>
          </p:nvSpPr>
          <p:spPr bwMode="gray">
            <a:xfrm>
              <a:off x="133350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0" name="Forme libre : forme 6839">
              <a:extLst>
                <a:ext uri="{FF2B5EF4-FFF2-40B4-BE49-F238E27FC236}">
                  <a16:creationId xmlns:a16="http://schemas.microsoft.com/office/drawing/2014/main" id="{4386FA0D-48C3-5BB5-BA97-7CFDB712BDCA}"/>
                </a:ext>
              </a:extLst>
            </p:cNvPr>
            <p:cNvSpPr/>
            <p:nvPr/>
          </p:nvSpPr>
          <p:spPr bwMode="gray">
            <a:xfrm>
              <a:off x="128397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1" name="Forme libre : forme 6840">
              <a:extLst>
                <a:ext uri="{FF2B5EF4-FFF2-40B4-BE49-F238E27FC236}">
                  <a16:creationId xmlns:a16="http://schemas.microsoft.com/office/drawing/2014/main" id="{4B098B7E-B6A9-95B9-D153-897CBF7D0869}"/>
                </a:ext>
              </a:extLst>
            </p:cNvPr>
            <p:cNvSpPr/>
            <p:nvPr/>
          </p:nvSpPr>
          <p:spPr bwMode="gray">
            <a:xfrm>
              <a:off x="123571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2" name="Forme libre : forme 6841">
              <a:extLst>
                <a:ext uri="{FF2B5EF4-FFF2-40B4-BE49-F238E27FC236}">
                  <a16:creationId xmlns:a16="http://schemas.microsoft.com/office/drawing/2014/main" id="{2D669A00-229D-3050-3D60-4B4C050A57F0}"/>
                </a:ext>
              </a:extLst>
            </p:cNvPr>
            <p:cNvSpPr/>
            <p:nvPr/>
          </p:nvSpPr>
          <p:spPr bwMode="gray">
            <a:xfrm>
              <a:off x="1186180" y="28232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3" name="Forme libre : forme 6842">
              <a:extLst>
                <a:ext uri="{FF2B5EF4-FFF2-40B4-BE49-F238E27FC236}">
                  <a16:creationId xmlns:a16="http://schemas.microsoft.com/office/drawing/2014/main" id="{64C7CF6F-8CC2-4926-8B68-A25C58386524}"/>
                </a:ext>
              </a:extLst>
            </p:cNvPr>
            <p:cNvSpPr/>
            <p:nvPr/>
          </p:nvSpPr>
          <p:spPr bwMode="gray">
            <a:xfrm>
              <a:off x="696975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4" name="Forme libre : forme 6843">
              <a:extLst>
                <a:ext uri="{FF2B5EF4-FFF2-40B4-BE49-F238E27FC236}">
                  <a16:creationId xmlns:a16="http://schemas.microsoft.com/office/drawing/2014/main" id="{E64A167D-9840-A4E7-B925-B50B21977801}"/>
                </a:ext>
              </a:extLst>
            </p:cNvPr>
            <p:cNvSpPr/>
            <p:nvPr/>
          </p:nvSpPr>
          <p:spPr bwMode="gray">
            <a:xfrm>
              <a:off x="687196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5" name="Forme libre : forme 6844">
              <a:extLst>
                <a:ext uri="{FF2B5EF4-FFF2-40B4-BE49-F238E27FC236}">
                  <a16:creationId xmlns:a16="http://schemas.microsoft.com/office/drawing/2014/main" id="{1285F411-CCF1-CBC7-C42F-6100439F02FD}"/>
                </a:ext>
              </a:extLst>
            </p:cNvPr>
            <p:cNvSpPr/>
            <p:nvPr/>
          </p:nvSpPr>
          <p:spPr bwMode="gray">
            <a:xfrm>
              <a:off x="682243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6" name="Forme libre : forme 6845">
              <a:extLst>
                <a:ext uri="{FF2B5EF4-FFF2-40B4-BE49-F238E27FC236}">
                  <a16:creationId xmlns:a16="http://schemas.microsoft.com/office/drawing/2014/main" id="{B6A9A5C4-5FD5-E1CD-F7E4-F0A521DF9A4D}"/>
                </a:ext>
              </a:extLst>
            </p:cNvPr>
            <p:cNvSpPr/>
            <p:nvPr/>
          </p:nvSpPr>
          <p:spPr bwMode="gray">
            <a:xfrm>
              <a:off x="677418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7" name="Forme libre : forme 6846">
              <a:extLst>
                <a:ext uri="{FF2B5EF4-FFF2-40B4-BE49-F238E27FC236}">
                  <a16:creationId xmlns:a16="http://schemas.microsoft.com/office/drawing/2014/main" id="{0C7CC5C2-4C74-17B0-0F74-FA337B491BA3}"/>
                </a:ext>
              </a:extLst>
            </p:cNvPr>
            <p:cNvSpPr/>
            <p:nvPr/>
          </p:nvSpPr>
          <p:spPr bwMode="gray">
            <a:xfrm>
              <a:off x="672465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8" name="Forme libre : forme 6847">
              <a:extLst>
                <a:ext uri="{FF2B5EF4-FFF2-40B4-BE49-F238E27FC236}">
                  <a16:creationId xmlns:a16="http://schemas.microsoft.com/office/drawing/2014/main" id="{52262262-8A9B-1BEB-FD10-BFC9A82F82D4}"/>
                </a:ext>
              </a:extLst>
            </p:cNvPr>
            <p:cNvSpPr/>
            <p:nvPr/>
          </p:nvSpPr>
          <p:spPr bwMode="gray">
            <a:xfrm>
              <a:off x="667511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49" name="Forme libre : forme 6848">
              <a:extLst>
                <a:ext uri="{FF2B5EF4-FFF2-40B4-BE49-F238E27FC236}">
                  <a16:creationId xmlns:a16="http://schemas.microsoft.com/office/drawing/2014/main" id="{F04C7F64-EAB1-3679-33B2-F5941153AE38}"/>
                </a:ext>
              </a:extLst>
            </p:cNvPr>
            <p:cNvSpPr/>
            <p:nvPr/>
          </p:nvSpPr>
          <p:spPr bwMode="gray">
            <a:xfrm>
              <a:off x="662685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0" name="Forme libre : forme 6849">
              <a:extLst>
                <a:ext uri="{FF2B5EF4-FFF2-40B4-BE49-F238E27FC236}">
                  <a16:creationId xmlns:a16="http://schemas.microsoft.com/office/drawing/2014/main" id="{0A46B100-60EC-A47E-EE28-F0F566561537}"/>
                </a:ext>
              </a:extLst>
            </p:cNvPr>
            <p:cNvSpPr/>
            <p:nvPr/>
          </p:nvSpPr>
          <p:spPr bwMode="gray">
            <a:xfrm>
              <a:off x="657733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1" name="Forme libre : forme 6850">
              <a:extLst>
                <a:ext uri="{FF2B5EF4-FFF2-40B4-BE49-F238E27FC236}">
                  <a16:creationId xmlns:a16="http://schemas.microsoft.com/office/drawing/2014/main" id="{F8D3BC7A-3321-2712-5D68-83FD95742CA8}"/>
                </a:ext>
              </a:extLst>
            </p:cNvPr>
            <p:cNvSpPr/>
            <p:nvPr/>
          </p:nvSpPr>
          <p:spPr bwMode="gray">
            <a:xfrm>
              <a:off x="6529069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2" name="Forme libre : forme 6851">
              <a:extLst>
                <a:ext uri="{FF2B5EF4-FFF2-40B4-BE49-F238E27FC236}">
                  <a16:creationId xmlns:a16="http://schemas.microsoft.com/office/drawing/2014/main" id="{065D8B08-3DF2-D428-A978-7AF9334A6EF9}"/>
                </a:ext>
              </a:extLst>
            </p:cNvPr>
            <p:cNvSpPr/>
            <p:nvPr/>
          </p:nvSpPr>
          <p:spPr bwMode="gray">
            <a:xfrm>
              <a:off x="647954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3" name="Forme libre : forme 6852">
              <a:extLst>
                <a:ext uri="{FF2B5EF4-FFF2-40B4-BE49-F238E27FC236}">
                  <a16:creationId xmlns:a16="http://schemas.microsoft.com/office/drawing/2014/main" id="{1A66AE5F-2D9C-9D41-C235-9691DE8AF4C1}"/>
                </a:ext>
              </a:extLst>
            </p:cNvPr>
            <p:cNvSpPr/>
            <p:nvPr/>
          </p:nvSpPr>
          <p:spPr bwMode="gray">
            <a:xfrm>
              <a:off x="64300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4" name="Forme libre : forme 6853">
              <a:extLst>
                <a:ext uri="{FF2B5EF4-FFF2-40B4-BE49-F238E27FC236}">
                  <a16:creationId xmlns:a16="http://schemas.microsoft.com/office/drawing/2014/main" id="{BFBA3CE3-37C1-EF0D-29FC-BFC9F6151A52}"/>
                </a:ext>
              </a:extLst>
            </p:cNvPr>
            <p:cNvSpPr/>
            <p:nvPr/>
          </p:nvSpPr>
          <p:spPr bwMode="gray">
            <a:xfrm>
              <a:off x="638175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5" name="Forme libre : forme 6854">
              <a:extLst>
                <a:ext uri="{FF2B5EF4-FFF2-40B4-BE49-F238E27FC236}">
                  <a16:creationId xmlns:a16="http://schemas.microsoft.com/office/drawing/2014/main" id="{7F9FF015-D6A9-823A-F8DA-B6494018F92C}"/>
                </a:ext>
              </a:extLst>
            </p:cNvPr>
            <p:cNvSpPr/>
            <p:nvPr/>
          </p:nvSpPr>
          <p:spPr bwMode="gray">
            <a:xfrm>
              <a:off x="63322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6" name="Forme libre : forme 6855">
              <a:extLst>
                <a:ext uri="{FF2B5EF4-FFF2-40B4-BE49-F238E27FC236}">
                  <a16:creationId xmlns:a16="http://schemas.microsoft.com/office/drawing/2014/main" id="{7081F071-1A77-8A0A-EF77-094C86E14888}"/>
                </a:ext>
              </a:extLst>
            </p:cNvPr>
            <p:cNvSpPr/>
            <p:nvPr/>
          </p:nvSpPr>
          <p:spPr bwMode="gray">
            <a:xfrm>
              <a:off x="62839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7" name="Forme libre : forme 6856">
              <a:extLst>
                <a:ext uri="{FF2B5EF4-FFF2-40B4-BE49-F238E27FC236}">
                  <a16:creationId xmlns:a16="http://schemas.microsoft.com/office/drawing/2014/main" id="{3EBA21CF-5470-3963-38E9-8522A1A21D74}"/>
                </a:ext>
              </a:extLst>
            </p:cNvPr>
            <p:cNvSpPr/>
            <p:nvPr/>
          </p:nvSpPr>
          <p:spPr bwMode="gray">
            <a:xfrm>
              <a:off x="62344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8" name="Forme libre : forme 6857">
              <a:extLst>
                <a:ext uri="{FF2B5EF4-FFF2-40B4-BE49-F238E27FC236}">
                  <a16:creationId xmlns:a16="http://schemas.microsoft.com/office/drawing/2014/main" id="{D682F9B5-E8C5-15DD-3104-FB9ECE62A828}"/>
                </a:ext>
              </a:extLst>
            </p:cNvPr>
            <p:cNvSpPr/>
            <p:nvPr/>
          </p:nvSpPr>
          <p:spPr bwMode="gray">
            <a:xfrm>
              <a:off x="61849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59" name="Forme libre : forme 6858">
              <a:extLst>
                <a:ext uri="{FF2B5EF4-FFF2-40B4-BE49-F238E27FC236}">
                  <a16:creationId xmlns:a16="http://schemas.microsoft.com/office/drawing/2014/main" id="{BE3F4BC3-00F3-BE07-B3DD-13F5E61E0A6F}"/>
                </a:ext>
              </a:extLst>
            </p:cNvPr>
            <p:cNvSpPr/>
            <p:nvPr/>
          </p:nvSpPr>
          <p:spPr bwMode="gray">
            <a:xfrm>
              <a:off x="61366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0" name="Forme libre : forme 6859">
              <a:extLst>
                <a:ext uri="{FF2B5EF4-FFF2-40B4-BE49-F238E27FC236}">
                  <a16:creationId xmlns:a16="http://schemas.microsoft.com/office/drawing/2014/main" id="{2FCC4750-61ED-A35B-966B-ED1A697067A2}"/>
                </a:ext>
              </a:extLst>
            </p:cNvPr>
            <p:cNvSpPr/>
            <p:nvPr/>
          </p:nvSpPr>
          <p:spPr bwMode="gray">
            <a:xfrm>
              <a:off x="60871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1" name="Forme libre : forme 6860">
              <a:extLst>
                <a:ext uri="{FF2B5EF4-FFF2-40B4-BE49-F238E27FC236}">
                  <a16:creationId xmlns:a16="http://schemas.microsoft.com/office/drawing/2014/main" id="{A39CF3F3-52EA-506B-C421-B5BB9E1D76D9}"/>
                </a:ext>
              </a:extLst>
            </p:cNvPr>
            <p:cNvSpPr/>
            <p:nvPr/>
          </p:nvSpPr>
          <p:spPr bwMode="gray">
            <a:xfrm>
              <a:off x="603885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2" name="Forme libre : forme 6861">
              <a:extLst>
                <a:ext uri="{FF2B5EF4-FFF2-40B4-BE49-F238E27FC236}">
                  <a16:creationId xmlns:a16="http://schemas.microsoft.com/office/drawing/2014/main" id="{8E72110A-2078-EF24-7D65-96B3D7B20FDF}"/>
                </a:ext>
              </a:extLst>
            </p:cNvPr>
            <p:cNvSpPr/>
            <p:nvPr/>
          </p:nvSpPr>
          <p:spPr bwMode="gray">
            <a:xfrm>
              <a:off x="59893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3" name="Forme libre : forme 6862">
              <a:extLst>
                <a:ext uri="{FF2B5EF4-FFF2-40B4-BE49-F238E27FC236}">
                  <a16:creationId xmlns:a16="http://schemas.microsoft.com/office/drawing/2014/main" id="{7ACCC94E-A9EA-4175-91C3-88C6EA59CA31}"/>
                </a:ext>
              </a:extLst>
            </p:cNvPr>
            <p:cNvSpPr/>
            <p:nvPr/>
          </p:nvSpPr>
          <p:spPr bwMode="gray">
            <a:xfrm>
              <a:off x="59410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4" name="Forme libre : forme 6863">
              <a:extLst>
                <a:ext uri="{FF2B5EF4-FFF2-40B4-BE49-F238E27FC236}">
                  <a16:creationId xmlns:a16="http://schemas.microsoft.com/office/drawing/2014/main" id="{C59A9E95-8C24-9AE7-F6C2-72D17D94398F}"/>
                </a:ext>
              </a:extLst>
            </p:cNvPr>
            <p:cNvSpPr/>
            <p:nvPr/>
          </p:nvSpPr>
          <p:spPr bwMode="gray">
            <a:xfrm>
              <a:off x="58915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5" name="Forme libre : forme 6864">
              <a:extLst>
                <a:ext uri="{FF2B5EF4-FFF2-40B4-BE49-F238E27FC236}">
                  <a16:creationId xmlns:a16="http://schemas.microsoft.com/office/drawing/2014/main" id="{093879F9-7E12-E668-2BE6-37A5C52BF136}"/>
                </a:ext>
              </a:extLst>
            </p:cNvPr>
            <p:cNvSpPr/>
            <p:nvPr/>
          </p:nvSpPr>
          <p:spPr bwMode="gray">
            <a:xfrm>
              <a:off x="58420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6" name="Forme libre : forme 6865">
              <a:extLst>
                <a:ext uri="{FF2B5EF4-FFF2-40B4-BE49-F238E27FC236}">
                  <a16:creationId xmlns:a16="http://schemas.microsoft.com/office/drawing/2014/main" id="{47C0B33B-E288-653E-713E-B55BE98EE89A}"/>
                </a:ext>
              </a:extLst>
            </p:cNvPr>
            <p:cNvSpPr/>
            <p:nvPr/>
          </p:nvSpPr>
          <p:spPr bwMode="gray">
            <a:xfrm>
              <a:off x="57937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7" name="Forme libre : forme 6866">
              <a:extLst>
                <a:ext uri="{FF2B5EF4-FFF2-40B4-BE49-F238E27FC236}">
                  <a16:creationId xmlns:a16="http://schemas.microsoft.com/office/drawing/2014/main" id="{8B29FEEF-DAD7-F21E-1354-A7D0F028B98F}"/>
                </a:ext>
              </a:extLst>
            </p:cNvPr>
            <p:cNvSpPr/>
            <p:nvPr/>
          </p:nvSpPr>
          <p:spPr bwMode="gray">
            <a:xfrm>
              <a:off x="57442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8" name="Forme libre : forme 6867">
              <a:extLst>
                <a:ext uri="{FF2B5EF4-FFF2-40B4-BE49-F238E27FC236}">
                  <a16:creationId xmlns:a16="http://schemas.microsoft.com/office/drawing/2014/main" id="{57FDA598-0969-DA69-B0A4-E91E4FDBBE44}"/>
                </a:ext>
              </a:extLst>
            </p:cNvPr>
            <p:cNvSpPr/>
            <p:nvPr/>
          </p:nvSpPr>
          <p:spPr bwMode="gray">
            <a:xfrm>
              <a:off x="569595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69" name="Forme libre : forme 6868">
              <a:extLst>
                <a:ext uri="{FF2B5EF4-FFF2-40B4-BE49-F238E27FC236}">
                  <a16:creationId xmlns:a16="http://schemas.microsoft.com/office/drawing/2014/main" id="{AB48FDD4-DD9E-1AEE-0BB5-321A0F321D5F}"/>
                </a:ext>
              </a:extLst>
            </p:cNvPr>
            <p:cNvSpPr/>
            <p:nvPr/>
          </p:nvSpPr>
          <p:spPr bwMode="gray">
            <a:xfrm>
              <a:off x="56464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0" name="Forme libre : forme 6869">
              <a:extLst>
                <a:ext uri="{FF2B5EF4-FFF2-40B4-BE49-F238E27FC236}">
                  <a16:creationId xmlns:a16="http://schemas.microsoft.com/office/drawing/2014/main" id="{2ED1610D-3F37-110A-E01D-83F976448707}"/>
                </a:ext>
              </a:extLst>
            </p:cNvPr>
            <p:cNvSpPr/>
            <p:nvPr/>
          </p:nvSpPr>
          <p:spPr bwMode="gray">
            <a:xfrm>
              <a:off x="55968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1" name="Forme libre : forme 6870">
              <a:extLst>
                <a:ext uri="{FF2B5EF4-FFF2-40B4-BE49-F238E27FC236}">
                  <a16:creationId xmlns:a16="http://schemas.microsoft.com/office/drawing/2014/main" id="{BB178A28-D494-490B-7D0C-41FB2E64F3C9}"/>
                </a:ext>
              </a:extLst>
            </p:cNvPr>
            <p:cNvSpPr/>
            <p:nvPr/>
          </p:nvSpPr>
          <p:spPr bwMode="gray">
            <a:xfrm>
              <a:off x="55486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2" name="Forme libre : forme 6871">
              <a:extLst>
                <a:ext uri="{FF2B5EF4-FFF2-40B4-BE49-F238E27FC236}">
                  <a16:creationId xmlns:a16="http://schemas.microsoft.com/office/drawing/2014/main" id="{571FA37E-7498-C471-BF99-840AE5763401}"/>
                </a:ext>
              </a:extLst>
            </p:cNvPr>
            <p:cNvSpPr/>
            <p:nvPr/>
          </p:nvSpPr>
          <p:spPr bwMode="gray">
            <a:xfrm>
              <a:off x="54991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3" name="Forme libre : forme 6872">
              <a:extLst>
                <a:ext uri="{FF2B5EF4-FFF2-40B4-BE49-F238E27FC236}">
                  <a16:creationId xmlns:a16="http://schemas.microsoft.com/office/drawing/2014/main" id="{E72A6C28-67F1-C793-C9CF-77B5BD2465D8}"/>
                </a:ext>
              </a:extLst>
            </p:cNvPr>
            <p:cNvSpPr/>
            <p:nvPr/>
          </p:nvSpPr>
          <p:spPr bwMode="gray">
            <a:xfrm>
              <a:off x="54508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4" name="Forme libre : forme 6873">
              <a:extLst>
                <a:ext uri="{FF2B5EF4-FFF2-40B4-BE49-F238E27FC236}">
                  <a16:creationId xmlns:a16="http://schemas.microsoft.com/office/drawing/2014/main" id="{21019542-9D7E-7F6C-7969-76C61D8EE224}"/>
                </a:ext>
              </a:extLst>
            </p:cNvPr>
            <p:cNvSpPr/>
            <p:nvPr/>
          </p:nvSpPr>
          <p:spPr bwMode="gray">
            <a:xfrm>
              <a:off x="54013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5" name="Forme libre : forme 6874">
              <a:extLst>
                <a:ext uri="{FF2B5EF4-FFF2-40B4-BE49-F238E27FC236}">
                  <a16:creationId xmlns:a16="http://schemas.microsoft.com/office/drawing/2014/main" id="{24D46C46-0085-6AB8-D137-B9EA68C57628}"/>
                </a:ext>
              </a:extLst>
            </p:cNvPr>
            <p:cNvSpPr/>
            <p:nvPr/>
          </p:nvSpPr>
          <p:spPr bwMode="gray">
            <a:xfrm>
              <a:off x="53517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6" name="Forme libre : forme 6875">
              <a:extLst>
                <a:ext uri="{FF2B5EF4-FFF2-40B4-BE49-F238E27FC236}">
                  <a16:creationId xmlns:a16="http://schemas.microsoft.com/office/drawing/2014/main" id="{84086E8D-7351-8363-4852-84C5D857167A}"/>
                </a:ext>
              </a:extLst>
            </p:cNvPr>
            <p:cNvSpPr/>
            <p:nvPr/>
          </p:nvSpPr>
          <p:spPr bwMode="gray">
            <a:xfrm>
              <a:off x="53035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7" name="Forme libre : forme 6876">
              <a:extLst>
                <a:ext uri="{FF2B5EF4-FFF2-40B4-BE49-F238E27FC236}">
                  <a16:creationId xmlns:a16="http://schemas.microsoft.com/office/drawing/2014/main" id="{691D9CEF-8DD3-9BAD-A120-4A80597365BA}"/>
                </a:ext>
              </a:extLst>
            </p:cNvPr>
            <p:cNvSpPr/>
            <p:nvPr/>
          </p:nvSpPr>
          <p:spPr bwMode="gray">
            <a:xfrm>
              <a:off x="52539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8" name="Forme libre : forme 6877">
              <a:extLst>
                <a:ext uri="{FF2B5EF4-FFF2-40B4-BE49-F238E27FC236}">
                  <a16:creationId xmlns:a16="http://schemas.microsoft.com/office/drawing/2014/main" id="{AD1E3BED-2026-8AD9-8647-0D140A694A1B}"/>
                </a:ext>
              </a:extLst>
            </p:cNvPr>
            <p:cNvSpPr/>
            <p:nvPr/>
          </p:nvSpPr>
          <p:spPr bwMode="gray">
            <a:xfrm>
              <a:off x="52057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79" name="Forme libre : forme 6878">
              <a:extLst>
                <a:ext uri="{FF2B5EF4-FFF2-40B4-BE49-F238E27FC236}">
                  <a16:creationId xmlns:a16="http://schemas.microsoft.com/office/drawing/2014/main" id="{9858369D-1A31-FBE8-95E8-6FC10A618E04}"/>
                </a:ext>
              </a:extLst>
            </p:cNvPr>
            <p:cNvSpPr/>
            <p:nvPr/>
          </p:nvSpPr>
          <p:spPr bwMode="gray">
            <a:xfrm>
              <a:off x="51562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0" name="Forme libre : forme 6879">
              <a:extLst>
                <a:ext uri="{FF2B5EF4-FFF2-40B4-BE49-F238E27FC236}">
                  <a16:creationId xmlns:a16="http://schemas.microsoft.com/office/drawing/2014/main" id="{E48D94D7-C8FF-D287-DA2C-4817BD8BB868}"/>
                </a:ext>
              </a:extLst>
            </p:cNvPr>
            <p:cNvSpPr/>
            <p:nvPr/>
          </p:nvSpPr>
          <p:spPr bwMode="gray">
            <a:xfrm>
              <a:off x="51066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1" name="Forme libre : forme 6880">
              <a:extLst>
                <a:ext uri="{FF2B5EF4-FFF2-40B4-BE49-F238E27FC236}">
                  <a16:creationId xmlns:a16="http://schemas.microsoft.com/office/drawing/2014/main" id="{6C3F0F78-EA49-02FD-1C38-9E1344576C5C}"/>
                </a:ext>
              </a:extLst>
            </p:cNvPr>
            <p:cNvSpPr/>
            <p:nvPr/>
          </p:nvSpPr>
          <p:spPr bwMode="gray">
            <a:xfrm>
              <a:off x="50584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2" name="Forme libre : forme 6881">
              <a:extLst>
                <a:ext uri="{FF2B5EF4-FFF2-40B4-BE49-F238E27FC236}">
                  <a16:creationId xmlns:a16="http://schemas.microsoft.com/office/drawing/2014/main" id="{8E58214C-A087-D6EF-6588-7CE84ADA67A5}"/>
                </a:ext>
              </a:extLst>
            </p:cNvPr>
            <p:cNvSpPr/>
            <p:nvPr/>
          </p:nvSpPr>
          <p:spPr bwMode="gray">
            <a:xfrm>
              <a:off x="50088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3" name="Forme libre : forme 6882">
              <a:extLst>
                <a:ext uri="{FF2B5EF4-FFF2-40B4-BE49-F238E27FC236}">
                  <a16:creationId xmlns:a16="http://schemas.microsoft.com/office/drawing/2014/main" id="{BE90BCD5-9D05-3932-3646-3B29698F1116}"/>
                </a:ext>
              </a:extLst>
            </p:cNvPr>
            <p:cNvSpPr/>
            <p:nvPr/>
          </p:nvSpPr>
          <p:spPr bwMode="gray">
            <a:xfrm>
              <a:off x="49606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4" name="Forme libre : forme 6883">
              <a:extLst>
                <a:ext uri="{FF2B5EF4-FFF2-40B4-BE49-F238E27FC236}">
                  <a16:creationId xmlns:a16="http://schemas.microsoft.com/office/drawing/2014/main" id="{89E7A6FA-36A8-E842-810D-FDF8033F8857}"/>
                </a:ext>
              </a:extLst>
            </p:cNvPr>
            <p:cNvSpPr/>
            <p:nvPr/>
          </p:nvSpPr>
          <p:spPr bwMode="gray">
            <a:xfrm>
              <a:off x="49110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5" name="Forme libre : forme 6884">
              <a:extLst>
                <a:ext uri="{FF2B5EF4-FFF2-40B4-BE49-F238E27FC236}">
                  <a16:creationId xmlns:a16="http://schemas.microsoft.com/office/drawing/2014/main" id="{4B78066A-C9F4-F8F4-6C82-1C3ABA6B4E59}"/>
                </a:ext>
              </a:extLst>
            </p:cNvPr>
            <p:cNvSpPr/>
            <p:nvPr/>
          </p:nvSpPr>
          <p:spPr bwMode="gray">
            <a:xfrm>
              <a:off x="48615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6" name="Forme libre : forme 6885">
              <a:extLst>
                <a:ext uri="{FF2B5EF4-FFF2-40B4-BE49-F238E27FC236}">
                  <a16:creationId xmlns:a16="http://schemas.microsoft.com/office/drawing/2014/main" id="{6924CDCC-DAD5-866C-C9FF-CD6CBFF89C59}"/>
                </a:ext>
              </a:extLst>
            </p:cNvPr>
            <p:cNvSpPr/>
            <p:nvPr/>
          </p:nvSpPr>
          <p:spPr bwMode="gray">
            <a:xfrm>
              <a:off x="48133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7" name="Forme libre : forme 6886">
              <a:extLst>
                <a:ext uri="{FF2B5EF4-FFF2-40B4-BE49-F238E27FC236}">
                  <a16:creationId xmlns:a16="http://schemas.microsoft.com/office/drawing/2014/main" id="{601A88D5-0439-FAC7-6C4D-EFE913742BFE}"/>
                </a:ext>
              </a:extLst>
            </p:cNvPr>
            <p:cNvSpPr/>
            <p:nvPr/>
          </p:nvSpPr>
          <p:spPr bwMode="gray">
            <a:xfrm>
              <a:off x="47637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8" name="Forme libre : forme 6887">
              <a:extLst>
                <a:ext uri="{FF2B5EF4-FFF2-40B4-BE49-F238E27FC236}">
                  <a16:creationId xmlns:a16="http://schemas.microsoft.com/office/drawing/2014/main" id="{3C3AAA8B-9D30-ADBC-4308-EA14EF9F0524}"/>
                </a:ext>
              </a:extLst>
            </p:cNvPr>
            <p:cNvSpPr/>
            <p:nvPr/>
          </p:nvSpPr>
          <p:spPr bwMode="gray">
            <a:xfrm>
              <a:off x="47155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89" name="Forme libre : forme 6888">
              <a:extLst>
                <a:ext uri="{FF2B5EF4-FFF2-40B4-BE49-F238E27FC236}">
                  <a16:creationId xmlns:a16="http://schemas.microsoft.com/office/drawing/2014/main" id="{D510A24B-643D-680E-CDE6-C38F1361A679}"/>
                </a:ext>
              </a:extLst>
            </p:cNvPr>
            <p:cNvSpPr/>
            <p:nvPr/>
          </p:nvSpPr>
          <p:spPr bwMode="gray">
            <a:xfrm>
              <a:off x="46659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0" name="Forme libre : forme 6889">
              <a:extLst>
                <a:ext uri="{FF2B5EF4-FFF2-40B4-BE49-F238E27FC236}">
                  <a16:creationId xmlns:a16="http://schemas.microsoft.com/office/drawing/2014/main" id="{7E412250-C597-F5B6-DA22-3FFCC9184889}"/>
                </a:ext>
              </a:extLst>
            </p:cNvPr>
            <p:cNvSpPr/>
            <p:nvPr/>
          </p:nvSpPr>
          <p:spPr bwMode="gray">
            <a:xfrm>
              <a:off x="46177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1" name="Forme libre : forme 6890">
              <a:extLst>
                <a:ext uri="{FF2B5EF4-FFF2-40B4-BE49-F238E27FC236}">
                  <a16:creationId xmlns:a16="http://schemas.microsoft.com/office/drawing/2014/main" id="{314CC7F8-2633-310D-2595-C860A6911368}"/>
                </a:ext>
              </a:extLst>
            </p:cNvPr>
            <p:cNvSpPr/>
            <p:nvPr/>
          </p:nvSpPr>
          <p:spPr bwMode="gray">
            <a:xfrm>
              <a:off x="45681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2" name="Forme libre : forme 6891">
              <a:extLst>
                <a:ext uri="{FF2B5EF4-FFF2-40B4-BE49-F238E27FC236}">
                  <a16:creationId xmlns:a16="http://schemas.microsoft.com/office/drawing/2014/main" id="{486FD89B-470A-DD64-19FA-3DBE9D3BD73D}"/>
                </a:ext>
              </a:extLst>
            </p:cNvPr>
            <p:cNvSpPr/>
            <p:nvPr/>
          </p:nvSpPr>
          <p:spPr bwMode="gray">
            <a:xfrm>
              <a:off x="45186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3" name="Forme libre : forme 6892">
              <a:extLst>
                <a:ext uri="{FF2B5EF4-FFF2-40B4-BE49-F238E27FC236}">
                  <a16:creationId xmlns:a16="http://schemas.microsoft.com/office/drawing/2014/main" id="{A85DF0D4-991F-8C01-7131-32010C7B138D}"/>
                </a:ext>
              </a:extLst>
            </p:cNvPr>
            <p:cNvSpPr/>
            <p:nvPr/>
          </p:nvSpPr>
          <p:spPr bwMode="gray">
            <a:xfrm>
              <a:off x="44704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4" name="Forme libre : forme 6893">
              <a:extLst>
                <a:ext uri="{FF2B5EF4-FFF2-40B4-BE49-F238E27FC236}">
                  <a16:creationId xmlns:a16="http://schemas.microsoft.com/office/drawing/2014/main" id="{ABD2FA8E-8193-2356-C3EE-E6FFE7B0DC13}"/>
                </a:ext>
              </a:extLst>
            </p:cNvPr>
            <p:cNvSpPr/>
            <p:nvPr/>
          </p:nvSpPr>
          <p:spPr bwMode="gray">
            <a:xfrm>
              <a:off x="44208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5" name="Forme libre : forme 6894">
              <a:extLst>
                <a:ext uri="{FF2B5EF4-FFF2-40B4-BE49-F238E27FC236}">
                  <a16:creationId xmlns:a16="http://schemas.microsoft.com/office/drawing/2014/main" id="{E33F202D-F2AD-9130-0082-10376EA4EE39}"/>
                </a:ext>
              </a:extLst>
            </p:cNvPr>
            <p:cNvSpPr/>
            <p:nvPr/>
          </p:nvSpPr>
          <p:spPr bwMode="gray">
            <a:xfrm>
              <a:off x="43726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6" name="Forme libre : forme 6895">
              <a:extLst>
                <a:ext uri="{FF2B5EF4-FFF2-40B4-BE49-F238E27FC236}">
                  <a16:creationId xmlns:a16="http://schemas.microsoft.com/office/drawing/2014/main" id="{EE4F9DC5-7185-EE6F-AE20-9606651979BD}"/>
                </a:ext>
              </a:extLst>
            </p:cNvPr>
            <p:cNvSpPr/>
            <p:nvPr/>
          </p:nvSpPr>
          <p:spPr bwMode="gray">
            <a:xfrm>
              <a:off x="43230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7" name="Forme libre : forme 6896">
              <a:extLst>
                <a:ext uri="{FF2B5EF4-FFF2-40B4-BE49-F238E27FC236}">
                  <a16:creationId xmlns:a16="http://schemas.microsoft.com/office/drawing/2014/main" id="{E5C84428-6536-5A54-00D4-734F3D8D6352}"/>
                </a:ext>
              </a:extLst>
            </p:cNvPr>
            <p:cNvSpPr/>
            <p:nvPr/>
          </p:nvSpPr>
          <p:spPr bwMode="gray">
            <a:xfrm>
              <a:off x="427355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8" name="Forme libre : forme 6897">
              <a:extLst>
                <a:ext uri="{FF2B5EF4-FFF2-40B4-BE49-F238E27FC236}">
                  <a16:creationId xmlns:a16="http://schemas.microsoft.com/office/drawing/2014/main" id="{A04EA0FB-D836-7128-BB74-A925E5B37A58}"/>
                </a:ext>
              </a:extLst>
            </p:cNvPr>
            <p:cNvSpPr/>
            <p:nvPr/>
          </p:nvSpPr>
          <p:spPr bwMode="gray">
            <a:xfrm>
              <a:off x="42252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99" name="Forme libre : forme 6898">
              <a:extLst>
                <a:ext uri="{FF2B5EF4-FFF2-40B4-BE49-F238E27FC236}">
                  <a16:creationId xmlns:a16="http://schemas.microsoft.com/office/drawing/2014/main" id="{E01ED6C9-A830-5E14-631C-1C40E9085B61}"/>
                </a:ext>
              </a:extLst>
            </p:cNvPr>
            <p:cNvSpPr/>
            <p:nvPr/>
          </p:nvSpPr>
          <p:spPr bwMode="gray">
            <a:xfrm>
              <a:off x="41757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0" name="Forme libre : forme 6899">
              <a:extLst>
                <a:ext uri="{FF2B5EF4-FFF2-40B4-BE49-F238E27FC236}">
                  <a16:creationId xmlns:a16="http://schemas.microsoft.com/office/drawing/2014/main" id="{D623D3CC-9524-6FEC-9EC0-F37C0A8E0F23}"/>
                </a:ext>
              </a:extLst>
            </p:cNvPr>
            <p:cNvSpPr/>
            <p:nvPr/>
          </p:nvSpPr>
          <p:spPr bwMode="gray">
            <a:xfrm>
              <a:off x="41275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1" name="Forme libre : forme 6900">
              <a:extLst>
                <a:ext uri="{FF2B5EF4-FFF2-40B4-BE49-F238E27FC236}">
                  <a16:creationId xmlns:a16="http://schemas.microsoft.com/office/drawing/2014/main" id="{44F5D581-AB4E-F91C-BAF0-A7EF6AA4589C}"/>
                </a:ext>
              </a:extLst>
            </p:cNvPr>
            <p:cNvSpPr/>
            <p:nvPr/>
          </p:nvSpPr>
          <p:spPr bwMode="gray">
            <a:xfrm>
              <a:off x="40779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2" name="Forme libre : forme 6901">
              <a:extLst>
                <a:ext uri="{FF2B5EF4-FFF2-40B4-BE49-F238E27FC236}">
                  <a16:creationId xmlns:a16="http://schemas.microsoft.com/office/drawing/2014/main" id="{29129E23-9C92-534F-6E7F-C946309E88C0}"/>
                </a:ext>
              </a:extLst>
            </p:cNvPr>
            <p:cNvSpPr/>
            <p:nvPr/>
          </p:nvSpPr>
          <p:spPr bwMode="gray">
            <a:xfrm>
              <a:off x="40284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3" name="Forme libre : forme 6902">
              <a:extLst>
                <a:ext uri="{FF2B5EF4-FFF2-40B4-BE49-F238E27FC236}">
                  <a16:creationId xmlns:a16="http://schemas.microsoft.com/office/drawing/2014/main" id="{1DE9973A-828D-6D5E-E037-BEBD9431E290}"/>
                </a:ext>
              </a:extLst>
            </p:cNvPr>
            <p:cNvSpPr/>
            <p:nvPr/>
          </p:nvSpPr>
          <p:spPr bwMode="gray">
            <a:xfrm>
              <a:off x="39801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4" name="Forme libre : forme 6903">
              <a:extLst>
                <a:ext uri="{FF2B5EF4-FFF2-40B4-BE49-F238E27FC236}">
                  <a16:creationId xmlns:a16="http://schemas.microsoft.com/office/drawing/2014/main" id="{E060C0A1-ED44-852B-23D8-38788BA11A41}"/>
                </a:ext>
              </a:extLst>
            </p:cNvPr>
            <p:cNvSpPr/>
            <p:nvPr/>
          </p:nvSpPr>
          <p:spPr bwMode="gray">
            <a:xfrm>
              <a:off x="393065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5" name="Forme libre : forme 6904">
              <a:extLst>
                <a:ext uri="{FF2B5EF4-FFF2-40B4-BE49-F238E27FC236}">
                  <a16:creationId xmlns:a16="http://schemas.microsoft.com/office/drawing/2014/main" id="{F54E6BD0-A94A-AE8D-3566-9FA72C85CE99}"/>
                </a:ext>
              </a:extLst>
            </p:cNvPr>
            <p:cNvSpPr/>
            <p:nvPr/>
          </p:nvSpPr>
          <p:spPr bwMode="gray">
            <a:xfrm>
              <a:off x="38823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6" name="Forme libre : forme 6905">
              <a:extLst>
                <a:ext uri="{FF2B5EF4-FFF2-40B4-BE49-F238E27FC236}">
                  <a16:creationId xmlns:a16="http://schemas.microsoft.com/office/drawing/2014/main" id="{0CFBB4E2-F85B-5D3C-E6B3-F3A835A97D85}"/>
                </a:ext>
              </a:extLst>
            </p:cNvPr>
            <p:cNvSpPr/>
            <p:nvPr/>
          </p:nvSpPr>
          <p:spPr bwMode="gray">
            <a:xfrm>
              <a:off x="383286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7" name="Forme libre : forme 6906">
              <a:extLst>
                <a:ext uri="{FF2B5EF4-FFF2-40B4-BE49-F238E27FC236}">
                  <a16:creationId xmlns:a16="http://schemas.microsoft.com/office/drawing/2014/main" id="{6A6DDBC2-86EE-911F-2544-1DCD52B0CC47}"/>
                </a:ext>
              </a:extLst>
            </p:cNvPr>
            <p:cNvSpPr/>
            <p:nvPr/>
          </p:nvSpPr>
          <p:spPr bwMode="gray">
            <a:xfrm>
              <a:off x="37833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8" name="Forme libre : forme 6907">
              <a:extLst>
                <a:ext uri="{FF2B5EF4-FFF2-40B4-BE49-F238E27FC236}">
                  <a16:creationId xmlns:a16="http://schemas.microsoft.com/office/drawing/2014/main" id="{1663CD69-2F62-7DD0-9A9C-20A2B87A4C3F}"/>
                </a:ext>
              </a:extLst>
            </p:cNvPr>
            <p:cNvSpPr/>
            <p:nvPr/>
          </p:nvSpPr>
          <p:spPr bwMode="gray">
            <a:xfrm>
              <a:off x="27051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09" name="Forme libre : forme 6908">
              <a:extLst>
                <a:ext uri="{FF2B5EF4-FFF2-40B4-BE49-F238E27FC236}">
                  <a16:creationId xmlns:a16="http://schemas.microsoft.com/office/drawing/2014/main" id="{D459A4B0-1517-56E9-7800-9002B457E9A8}"/>
                </a:ext>
              </a:extLst>
            </p:cNvPr>
            <p:cNvSpPr/>
            <p:nvPr/>
          </p:nvSpPr>
          <p:spPr bwMode="gray">
            <a:xfrm>
              <a:off x="26568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0" name="Forme libre : forme 6909">
              <a:extLst>
                <a:ext uri="{FF2B5EF4-FFF2-40B4-BE49-F238E27FC236}">
                  <a16:creationId xmlns:a16="http://schemas.microsoft.com/office/drawing/2014/main" id="{DB386387-4CA9-4E28-2B6A-71CEE1F197C5}"/>
                </a:ext>
              </a:extLst>
            </p:cNvPr>
            <p:cNvSpPr/>
            <p:nvPr/>
          </p:nvSpPr>
          <p:spPr bwMode="gray">
            <a:xfrm>
              <a:off x="26073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1" name="Forme libre : forme 6910">
              <a:extLst>
                <a:ext uri="{FF2B5EF4-FFF2-40B4-BE49-F238E27FC236}">
                  <a16:creationId xmlns:a16="http://schemas.microsoft.com/office/drawing/2014/main" id="{889CF971-775B-39CE-7976-4959C8FD2FEB}"/>
                </a:ext>
              </a:extLst>
            </p:cNvPr>
            <p:cNvSpPr/>
            <p:nvPr/>
          </p:nvSpPr>
          <p:spPr bwMode="gray">
            <a:xfrm>
              <a:off x="24599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2" name="Forme libre : forme 6911">
              <a:extLst>
                <a:ext uri="{FF2B5EF4-FFF2-40B4-BE49-F238E27FC236}">
                  <a16:creationId xmlns:a16="http://schemas.microsoft.com/office/drawing/2014/main" id="{84CFD5D3-56E5-642C-90DC-10A591BE2676}"/>
                </a:ext>
              </a:extLst>
            </p:cNvPr>
            <p:cNvSpPr/>
            <p:nvPr/>
          </p:nvSpPr>
          <p:spPr bwMode="gray">
            <a:xfrm>
              <a:off x="24117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3" name="Forme libre : forme 6912">
              <a:extLst>
                <a:ext uri="{FF2B5EF4-FFF2-40B4-BE49-F238E27FC236}">
                  <a16:creationId xmlns:a16="http://schemas.microsoft.com/office/drawing/2014/main" id="{0B66CF56-3F8C-7411-6233-E3F89C3B9B98}"/>
                </a:ext>
              </a:extLst>
            </p:cNvPr>
            <p:cNvSpPr/>
            <p:nvPr/>
          </p:nvSpPr>
          <p:spPr bwMode="gray">
            <a:xfrm>
              <a:off x="23622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4" name="Forme libre : forme 6913">
              <a:extLst>
                <a:ext uri="{FF2B5EF4-FFF2-40B4-BE49-F238E27FC236}">
                  <a16:creationId xmlns:a16="http://schemas.microsoft.com/office/drawing/2014/main" id="{D697F1B7-B723-CFB7-0DF9-108C2AE2F1DC}"/>
                </a:ext>
              </a:extLst>
            </p:cNvPr>
            <p:cNvSpPr/>
            <p:nvPr/>
          </p:nvSpPr>
          <p:spPr bwMode="gray">
            <a:xfrm>
              <a:off x="231394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5" name="Forme libre : forme 6914">
              <a:extLst>
                <a:ext uri="{FF2B5EF4-FFF2-40B4-BE49-F238E27FC236}">
                  <a16:creationId xmlns:a16="http://schemas.microsoft.com/office/drawing/2014/main" id="{2E85649D-A0C9-7A92-3788-704F74F8CAA3}"/>
                </a:ext>
              </a:extLst>
            </p:cNvPr>
            <p:cNvSpPr/>
            <p:nvPr/>
          </p:nvSpPr>
          <p:spPr bwMode="gray">
            <a:xfrm>
              <a:off x="22644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6" name="Forme libre : forme 6915">
              <a:extLst>
                <a:ext uri="{FF2B5EF4-FFF2-40B4-BE49-F238E27FC236}">
                  <a16:creationId xmlns:a16="http://schemas.microsoft.com/office/drawing/2014/main" id="{2BCC927C-2B79-48E3-9638-0AADC0B6B487}"/>
                </a:ext>
              </a:extLst>
            </p:cNvPr>
            <p:cNvSpPr/>
            <p:nvPr/>
          </p:nvSpPr>
          <p:spPr bwMode="gray">
            <a:xfrm>
              <a:off x="22148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7" name="Forme libre : forme 6916">
              <a:extLst>
                <a:ext uri="{FF2B5EF4-FFF2-40B4-BE49-F238E27FC236}">
                  <a16:creationId xmlns:a16="http://schemas.microsoft.com/office/drawing/2014/main" id="{8A85EB7D-D98D-8C05-A041-8E93C6F2B9D2}"/>
                </a:ext>
              </a:extLst>
            </p:cNvPr>
            <p:cNvSpPr/>
            <p:nvPr/>
          </p:nvSpPr>
          <p:spPr bwMode="gray">
            <a:xfrm>
              <a:off x="21666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8" name="Forme libre : forme 6917">
              <a:extLst>
                <a:ext uri="{FF2B5EF4-FFF2-40B4-BE49-F238E27FC236}">
                  <a16:creationId xmlns:a16="http://schemas.microsoft.com/office/drawing/2014/main" id="{10CCF60F-5620-2D72-AB26-9A8F264695C6}"/>
                </a:ext>
              </a:extLst>
            </p:cNvPr>
            <p:cNvSpPr/>
            <p:nvPr/>
          </p:nvSpPr>
          <p:spPr bwMode="gray">
            <a:xfrm>
              <a:off x="21170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19" name="Forme libre : forme 6918">
              <a:extLst>
                <a:ext uri="{FF2B5EF4-FFF2-40B4-BE49-F238E27FC236}">
                  <a16:creationId xmlns:a16="http://schemas.microsoft.com/office/drawing/2014/main" id="{3E14DC92-FF72-5940-086D-7C1ED07CFDA6}"/>
                </a:ext>
              </a:extLst>
            </p:cNvPr>
            <p:cNvSpPr/>
            <p:nvPr/>
          </p:nvSpPr>
          <p:spPr bwMode="gray">
            <a:xfrm>
              <a:off x="20688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0" name="Forme libre : forme 6919">
              <a:extLst>
                <a:ext uri="{FF2B5EF4-FFF2-40B4-BE49-F238E27FC236}">
                  <a16:creationId xmlns:a16="http://schemas.microsoft.com/office/drawing/2014/main" id="{8CE6C1E6-F193-326E-FD52-D483610E143B}"/>
                </a:ext>
              </a:extLst>
            </p:cNvPr>
            <p:cNvSpPr/>
            <p:nvPr/>
          </p:nvSpPr>
          <p:spPr bwMode="gray">
            <a:xfrm>
              <a:off x="20193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1" name="Forme libre : forme 6920">
              <a:extLst>
                <a:ext uri="{FF2B5EF4-FFF2-40B4-BE49-F238E27FC236}">
                  <a16:creationId xmlns:a16="http://schemas.microsoft.com/office/drawing/2014/main" id="{5E84EB80-3431-FAF8-77EA-2FF1C239DCC5}"/>
                </a:ext>
              </a:extLst>
            </p:cNvPr>
            <p:cNvSpPr/>
            <p:nvPr/>
          </p:nvSpPr>
          <p:spPr bwMode="gray">
            <a:xfrm>
              <a:off x="19697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2" name="Forme libre : forme 6921">
              <a:extLst>
                <a:ext uri="{FF2B5EF4-FFF2-40B4-BE49-F238E27FC236}">
                  <a16:creationId xmlns:a16="http://schemas.microsoft.com/office/drawing/2014/main" id="{625200F1-A6D7-0EF9-3A36-F86B5D918482}"/>
                </a:ext>
              </a:extLst>
            </p:cNvPr>
            <p:cNvSpPr/>
            <p:nvPr/>
          </p:nvSpPr>
          <p:spPr bwMode="gray">
            <a:xfrm>
              <a:off x="192151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3" name="Forme libre : forme 6922">
              <a:extLst>
                <a:ext uri="{FF2B5EF4-FFF2-40B4-BE49-F238E27FC236}">
                  <a16:creationId xmlns:a16="http://schemas.microsoft.com/office/drawing/2014/main" id="{1B1C7835-AEDD-FEA6-CCD9-F803C19356B7}"/>
                </a:ext>
              </a:extLst>
            </p:cNvPr>
            <p:cNvSpPr/>
            <p:nvPr/>
          </p:nvSpPr>
          <p:spPr bwMode="gray">
            <a:xfrm>
              <a:off x="187198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4" name="Forme libre : forme 6923">
              <a:extLst>
                <a:ext uri="{FF2B5EF4-FFF2-40B4-BE49-F238E27FC236}">
                  <a16:creationId xmlns:a16="http://schemas.microsoft.com/office/drawing/2014/main" id="{7A7DF336-BEB8-2FFF-C403-889CBA88F4A6}"/>
                </a:ext>
              </a:extLst>
            </p:cNvPr>
            <p:cNvSpPr/>
            <p:nvPr/>
          </p:nvSpPr>
          <p:spPr bwMode="gray">
            <a:xfrm>
              <a:off x="182372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5" name="Forme libre : forme 6924">
              <a:extLst>
                <a:ext uri="{FF2B5EF4-FFF2-40B4-BE49-F238E27FC236}">
                  <a16:creationId xmlns:a16="http://schemas.microsoft.com/office/drawing/2014/main" id="{AD885693-F659-F179-9153-7DC00F77464B}"/>
                </a:ext>
              </a:extLst>
            </p:cNvPr>
            <p:cNvSpPr/>
            <p:nvPr/>
          </p:nvSpPr>
          <p:spPr bwMode="gray">
            <a:xfrm>
              <a:off x="177419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6" name="Forme libre : forme 6925">
              <a:extLst>
                <a:ext uri="{FF2B5EF4-FFF2-40B4-BE49-F238E27FC236}">
                  <a16:creationId xmlns:a16="http://schemas.microsoft.com/office/drawing/2014/main" id="{C3FE8C9C-9133-6CB7-4D32-45C5C8F80D75}"/>
                </a:ext>
              </a:extLst>
            </p:cNvPr>
            <p:cNvSpPr/>
            <p:nvPr/>
          </p:nvSpPr>
          <p:spPr bwMode="gray">
            <a:xfrm>
              <a:off x="172593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7" name="Forme libre : forme 6926">
              <a:extLst>
                <a:ext uri="{FF2B5EF4-FFF2-40B4-BE49-F238E27FC236}">
                  <a16:creationId xmlns:a16="http://schemas.microsoft.com/office/drawing/2014/main" id="{E33128E7-5F30-F796-9683-2C6E3C1DA989}"/>
                </a:ext>
              </a:extLst>
            </p:cNvPr>
            <p:cNvSpPr/>
            <p:nvPr/>
          </p:nvSpPr>
          <p:spPr bwMode="gray">
            <a:xfrm>
              <a:off x="167640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8" name="Forme libre : forme 6927">
              <a:extLst>
                <a:ext uri="{FF2B5EF4-FFF2-40B4-BE49-F238E27FC236}">
                  <a16:creationId xmlns:a16="http://schemas.microsoft.com/office/drawing/2014/main" id="{150A05AB-C2EB-9D4B-A617-1B32564622AB}"/>
                </a:ext>
              </a:extLst>
            </p:cNvPr>
            <p:cNvSpPr/>
            <p:nvPr/>
          </p:nvSpPr>
          <p:spPr bwMode="gray">
            <a:xfrm>
              <a:off x="1626870" y="27749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29" name="Forme libre : forme 6928">
              <a:extLst>
                <a:ext uri="{FF2B5EF4-FFF2-40B4-BE49-F238E27FC236}">
                  <a16:creationId xmlns:a16="http://schemas.microsoft.com/office/drawing/2014/main" id="{63FD0BB3-C73D-5BAD-10B3-8CBE1F0EDF3C}"/>
                </a:ext>
              </a:extLst>
            </p:cNvPr>
            <p:cNvSpPr/>
            <p:nvPr/>
          </p:nvSpPr>
          <p:spPr bwMode="gray">
            <a:xfrm>
              <a:off x="157861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0" name="Forme libre : forme 6929">
              <a:extLst>
                <a:ext uri="{FF2B5EF4-FFF2-40B4-BE49-F238E27FC236}">
                  <a16:creationId xmlns:a16="http://schemas.microsoft.com/office/drawing/2014/main" id="{4DFDA5A4-8882-851C-F9DB-D270B804D8BA}"/>
                </a:ext>
              </a:extLst>
            </p:cNvPr>
            <p:cNvSpPr/>
            <p:nvPr/>
          </p:nvSpPr>
          <p:spPr bwMode="gray">
            <a:xfrm>
              <a:off x="152908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1" name="Forme libre : forme 6930">
              <a:extLst>
                <a:ext uri="{FF2B5EF4-FFF2-40B4-BE49-F238E27FC236}">
                  <a16:creationId xmlns:a16="http://schemas.microsoft.com/office/drawing/2014/main" id="{6DE82571-D524-05D3-BFE4-DCDB6802B86D}"/>
                </a:ext>
              </a:extLst>
            </p:cNvPr>
            <p:cNvSpPr/>
            <p:nvPr/>
          </p:nvSpPr>
          <p:spPr bwMode="gray">
            <a:xfrm>
              <a:off x="148082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2" name="Forme libre : forme 6931">
              <a:extLst>
                <a:ext uri="{FF2B5EF4-FFF2-40B4-BE49-F238E27FC236}">
                  <a16:creationId xmlns:a16="http://schemas.microsoft.com/office/drawing/2014/main" id="{E403A901-F7C4-2938-1BE2-65842CAF5D45}"/>
                </a:ext>
              </a:extLst>
            </p:cNvPr>
            <p:cNvSpPr/>
            <p:nvPr/>
          </p:nvSpPr>
          <p:spPr bwMode="gray">
            <a:xfrm>
              <a:off x="143129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3" name="Forme libre : forme 6932">
              <a:extLst>
                <a:ext uri="{FF2B5EF4-FFF2-40B4-BE49-F238E27FC236}">
                  <a16:creationId xmlns:a16="http://schemas.microsoft.com/office/drawing/2014/main" id="{B5670110-F4DA-42C4-ACD0-83030B908AB2}"/>
                </a:ext>
              </a:extLst>
            </p:cNvPr>
            <p:cNvSpPr/>
            <p:nvPr/>
          </p:nvSpPr>
          <p:spPr bwMode="gray">
            <a:xfrm>
              <a:off x="138176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4" name="Forme libre : forme 6933">
              <a:extLst>
                <a:ext uri="{FF2B5EF4-FFF2-40B4-BE49-F238E27FC236}">
                  <a16:creationId xmlns:a16="http://schemas.microsoft.com/office/drawing/2014/main" id="{77FBA9F1-03B5-EFDB-0816-24C1F3E6F8D3}"/>
                </a:ext>
              </a:extLst>
            </p:cNvPr>
            <p:cNvSpPr/>
            <p:nvPr/>
          </p:nvSpPr>
          <p:spPr bwMode="gray">
            <a:xfrm>
              <a:off x="133350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5" name="Forme libre : forme 6934">
              <a:extLst>
                <a:ext uri="{FF2B5EF4-FFF2-40B4-BE49-F238E27FC236}">
                  <a16:creationId xmlns:a16="http://schemas.microsoft.com/office/drawing/2014/main" id="{0DC7979B-A071-6194-F564-2AD9CBDB4FC8}"/>
                </a:ext>
              </a:extLst>
            </p:cNvPr>
            <p:cNvSpPr/>
            <p:nvPr/>
          </p:nvSpPr>
          <p:spPr bwMode="gray">
            <a:xfrm>
              <a:off x="128397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6" name="Forme libre : forme 6935">
              <a:extLst>
                <a:ext uri="{FF2B5EF4-FFF2-40B4-BE49-F238E27FC236}">
                  <a16:creationId xmlns:a16="http://schemas.microsoft.com/office/drawing/2014/main" id="{8F70F8E7-1A06-3681-DCC9-2D964255DADC}"/>
                </a:ext>
              </a:extLst>
            </p:cNvPr>
            <p:cNvSpPr/>
            <p:nvPr/>
          </p:nvSpPr>
          <p:spPr bwMode="gray">
            <a:xfrm>
              <a:off x="123571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7" name="Forme libre : forme 6936">
              <a:extLst>
                <a:ext uri="{FF2B5EF4-FFF2-40B4-BE49-F238E27FC236}">
                  <a16:creationId xmlns:a16="http://schemas.microsoft.com/office/drawing/2014/main" id="{8B4B23F8-8AAD-61C6-80DC-8AB17D66D9B8}"/>
                </a:ext>
              </a:extLst>
            </p:cNvPr>
            <p:cNvSpPr/>
            <p:nvPr/>
          </p:nvSpPr>
          <p:spPr bwMode="gray">
            <a:xfrm>
              <a:off x="1186180" y="27749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8" name="Forme libre : forme 6937">
              <a:extLst>
                <a:ext uri="{FF2B5EF4-FFF2-40B4-BE49-F238E27FC236}">
                  <a16:creationId xmlns:a16="http://schemas.microsoft.com/office/drawing/2014/main" id="{35C689BE-54BE-E853-370D-C8BF60A131CF}"/>
                </a:ext>
              </a:extLst>
            </p:cNvPr>
            <p:cNvSpPr/>
            <p:nvPr/>
          </p:nvSpPr>
          <p:spPr bwMode="gray">
            <a:xfrm>
              <a:off x="692023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39" name="Forme libre : forme 6938">
              <a:extLst>
                <a:ext uri="{FF2B5EF4-FFF2-40B4-BE49-F238E27FC236}">
                  <a16:creationId xmlns:a16="http://schemas.microsoft.com/office/drawing/2014/main" id="{4EDE9F62-F6FE-1085-ABA4-3FBA91D0064A}"/>
                </a:ext>
              </a:extLst>
            </p:cNvPr>
            <p:cNvSpPr/>
            <p:nvPr/>
          </p:nvSpPr>
          <p:spPr bwMode="gray">
            <a:xfrm>
              <a:off x="6871969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0" name="Forme libre : forme 6939">
              <a:extLst>
                <a:ext uri="{FF2B5EF4-FFF2-40B4-BE49-F238E27FC236}">
                  <a16:creationId xmlns:a16="http://schemas.microsoft.com/office/drawing/2014/main" id="{B34BFA11-A406-E4B4-DCBF-C88441D0CA0F}"/>
                </a:ext>
              </a:extLst>
            </p:cNvPr>
            <p:cNvSpPr/>
            <p:nvPr/>
          </p:nvSpPr>
          <p:spPr bwMode="gray">
            <a:xfrm>
              <a:off x="6822439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1" name="Forme libre : forme 6940">
              <a:extLst>
                <a:ext uri="{FF2B5EF4-FFF2-40B4-BE49-F238E27FC236}">
                  <a16:creationId xmlns:a16="http://schemas.microsoft.com/office/drawing/2014/main" id="{848C40D4-B24B-D1E1-1F2C-2D7CBC40B55F}"/>
                </a:ext>
              </a:extLst>
            </p:cNvPr>
            <p:cNvSpPr/>
            <p:nvPr/>
          </p:nvSpPr>
          <p:spPr bwMode="gray">
            <a:xfrm>
              <a:off x="677418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2" name="Forme libre : forme 6941">
              <a:extLst>
                <a:ext uri="{FF2B5EF4-FFF2-40B4-BE49-F238E27FC236}">
                  <a16:creationId xmlns:a16="http://schemas.microsoft.com/office/drawing/2014/main" id="{9F963C89-33A9-A256-3C30-00D766F74905}"/>
                </a:ext>
              </a:extLst>
            </p:cNvPr>
            <p:cNvSpPr/>
            <p:nvPr/>
          </p:nvSpPr>
          <p:spPr bwMode="gray">
            <a:xfrm>
              <a:off x="672465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3" name="Forme libre : forme 6942">
              <a:extLst>
                <a:ext uri="{FF2B5EF4-FFF2-40B4-BE49-F238E27FC236}">
                  <a16:creationId xmlns:a16="http://schemas.microsoft.com/office/drawing/2014/main" id="{F8DCB2E7-C268-D249-BE29-79692390606B}"/>
                </a:ext>
              </a:extLst>
            </p:cNvPr>
            <p:cNvSpPr/>
            <p:nvPr/>
          </p:nvSpPr>
          <p:spPr bwMode="gray">
            <a:xfrm>
              <a:off x="6675119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4" name="Forme libre : forme 6943">
              <a:extLst>
                <a:ext uri="{FF2B5EF4-FFF2-40B4-BE49-F238E27FC236}">
                  <a16:creationId xmlns:a16="http://schemas.microsoft.com/office/drawing/2014/main" id="{391DC6E8-952C-F890-39D7-3528EFDC855C}"/>
                </a:ext>
              </a:extLst>
            </p:cNvPr>
            <p:cNvSpPr/>
            <p:nvPr/>
          </p:nvSpPr>
          <p:spPr bwMode="gray">
            <a:xfrm>
              <a:off x="6626859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5" name="Forme libre : forme 6944">
              <a:extLst>
                <a:ext uri="{FF2B5EF4-FFF2-40B4-BE49-F238E27FC236}">
                  <a16:creationId xmlns:a16="http://schemas.microsoft.com/office/drawing/2014/main" id="{B203FDCF-AED4-9756-B64A-E5EA602E316D}"/>
                </a:ext>
              </a:extLst>
            </p:cNvPr>
            <p:cNvSpPr/>
            <p:nvPr/>
          </p:nvSpPr>
          <p:spPr bwMode="gray">
            <a:xfrm>
              <a:off x="657733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6" name="Forme libre : forme 6945">
              <a:extLst>
                <a:ext uri="{FF2B5EF4-FFF2-40B4-BE49-F238E27FC236}">
                  <a16:creationId xmlns:a16="http://schemas.microsoft.com/office/drawing/2014/main" id="{DA4679E2-58AD-E03D-01AB-6DA50DCA9D2A}"/>
                </a:ext>
              </a:extLst>
            </p:cNvPr>
            <p:cNvSpPr/>
            <p:nvPr/>
          </p:nvSpPr>
          <p:spPr bwMode="gray">
            <a:xfrm>
              <a:off x="6529069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7" name="Forme libre : forme 6946">
              <a:extLst>
                <a:ext uri="{FF2B5EF4-FFF2-40B4-BE49-F238E27FC236}">
                  <a16:creationId xmlns:a16="http://schemas.microsoft.com/office/drawing/2014/main" id="{F0A087A2-721A-39A6-0D2B-2915D29A9FED}"/>
                </a:ext>
              </a:extLst>
            </p:cNvPr>
            <p:cNvSpPr/>
            <p:nvPr/>
          </p:nvSpPr>
          <p:spPr bwMode="gray">
            <a:xfrm>
              <a:off x="647954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8" name="Forme libre : forme 6947">
              <a:extLst>
                <a:ext uri="{FF2B5EF4-FFF2-40B4-BE49-F238E27FC236}">
                  <a16:creationId xmlns:a16="http://schemas.microsoft.com/office/drawing/2014/main" id="{0A69B632-59C5-EC7C-6DFB-8115B5F7062F}"/>
                </a:ext>
              </a:extLst>
            </p:cNvPr>
            <p:cNvSpPr/>
            <p:nvPr/>
          </p:nvSpPr>
          <p:spPr bwMode="gray">
            <a:xfrm>
              <a:off x="64300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49" name="Forme libre : forme 6948">
              <a:extLst>
                <a:ext uri="{FF2B5EF4-FFF2-40B4-BE49-F238E27FC236}">
                  <a16:creationId xmlns:a16="http://schemas.microsoft.com/office/drawing/2014/main" id="{F42C080E-BD8E-0858-AA98-B2BEBEFBE57B}"/>
                </a:ext>
              </a:extLst>
            </p:cNvPr>
            <p:cNvSpPr/>
            <p:nvPr/>
          </p:nvSpPr>
          <p:spPr bwMode="gray">
            <a:xfrm>
              <a:off x="63817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0" name="Forme libre : forme 6949">
              <a:extLst>
                <a:ext uri="{FF2B5EF4-FFF2-40B4-BE49-F238E27FC236}">
                  <a16:creationId xmlns:a16="http://schemas.microsoft.com/office/drawing/2014/main" id="{6377D77C-0F4E-1FE4-0568-841D0D47BFE9}"/>
                </a:ext>
              </a:extLst>
            </p:cNvPr>
            <p:cNvSpPr/>
            <p:nvPr/>
          </p:nvSpPr>
          <p:spPr bwMode="gray">
            <a:xfrm>
              <a:off x="63322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1" name="Forme libre : forme 6950">
              <a:extLst>
                <a:ext uri="{FF2B5EF4-FFF2-40B4-BE49-F238E27FC236}">
                  <a16:creationId xmlns:a16="http://schemas.microsoft.com/office/drawing/2014/main" id="{E240C366-BA4D-B628-A16F-EE3BF7F334CB}"/>
                </a:ext>
              </a:extLst>
            </p:cNvPr>
            <p:cNvSpPr/>
            <p:nvPr/>
          </p:nvSpPr>
          <p:spPr bwMode="gray">
            <a:xfrm>
              <a:off x="62839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2" name="Forme libre : forme 6951">
              <a:extLst>
                <a:ext uri="{FF2B5EF4-FFF2-40B4-BE49-F238E27FC236}">
                  <a16:creationId xmlns:a16="http://schemas.microsoft.com/office/drawing/2014/main" id="{BEFC8A9F-EBDE-045A-CCDA-6A91745C0423}"/>
                </a:ext>
              </a:extLst>
            </p:cNvPr>
            <p:cNvSpPr/>
            <p:nvPr/>
          </p:nvSpPr>
          <p:spPr bwMode="gray">
            <a:xfrm>
              <a:off x="62344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3" name="Forme libre : forme 6952">
              <a:extLst>
                <a:ext uri="{FF2B5EF4-FFF2-40B4-BE49-F238E27FC236}">
                  <a16:creationId xmlns:a16="http://schemas.microsoft.com/office/drawing/2014/main" id="{1AE4AFE1-AE53-2408-6CF1-C6A7027EECA9}"/>
                </a:ext>
              </a:extLst>
            </p:cNvPr>
            <p:cNvSpPr/>
            <p:nvPr/>
          </p:nvSpPr>
          <p:spPr bwMode="gray">
            <a:xfrm>
              <a:off x="61849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4" name="Forme libre : forme 6953">
              <a:extLst>
                <a:ext uri="{FF2B5EF4-FFF2-40B4-BE49-F238E27FC236}">
                  <a16:creationId xmlns:a16="http://schemas.microsoft.com/office/drawing/2014/main" id="{A758C3CF-7FB6-EF37-1557-71AC18A128BB}"/>
                </a:ext>
              </a:extLst>
            </p:cNvPr>
            <p:cNvSpPr/>
            <p:nvPr/>
          </p:nvSpPr>
          <p:spPr bwMode="gray">
            <a:xfrm>
              <a:off x="61366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5" name="Forme libre : forme 6954">
              <a:extLst>
                <a:ext uri="{FF2B5EF4-FFF2-40B4-BE49-F238E27FC236}">
                  <a16:creationId xmlns:a16="http://schemas.microsoft.com/office/drawing/2014/main" id="{AAA5A6DB-7E69-32F7-1BC7-2A3A92FE151B}"/>
                </a:ext>
              </a:extLst>
            </p:cNvPr>
            <p:cNvSpPr/>
            <p:nvPr/>
          </p:nvSpPr>
          <p:spPr bwMode="gray">
            <a:xfrm>
              <a:off x="60871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6" name="Forme libre : forme 6955">
              <a:extLst>
                <a:ext uri="{FF2B5EF4-FFF2-40B4-BE49-F238E27FC236}">
                  <a16:creationId xmlns:a16="http://schemas.microsoft.com/office/drawing/2014/main" id="{0450C4C7-0480-F391-E25F-9E7E158A0757}"/>
                </a:ext>
              </a:extLst>
            </p:cNvPr>
            <p:cNvSpPr/>
            <p:nvPr/>
          </p:nvSpPr>
          <p:spPr bwMode="gray">
            <a:xfrm>
              <a:off x="60388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7" name="Forme libre : forme 6956">
              <a:extLst>
                <a:ext uri="{FF2B5EF4-FFF2-40B4-BE49-F238E27FC236}">
                  <a16:creationId xmlns:a16="http://schemas.microsoft.com/office/drawing/2014/main" id="{2E9A8060-202F-798D-1E2B-21D2539CCBF3}"/>
                </a:ext>
              </a:extLst>
            </p:cNvPr>
            <p:cNvSpPr/>
            <p:nvPr/>
          </p:nvSpPr>
          <p:spPr bwMode="gray">
            <a:xfrm>
              <a:off x="59893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8" name="Forme libre : forme 6957">
              <a:extLst>
                <a:ext uri="{FF2B5EF4-FFF2-40B4-BE49-F238E27FC236}">
                  <a16:creationId xmlns:a16="http://schemas.microsoft.com/office/drawing/2014/main" id="{4F52AB35-B43F-92D3-144B-F52C6390DA00}"/>
                </a:ext>
              </a:extLst>
            </p:cNvPr>
            <p:cNvSpPr/>
            <p:nvPr/>
          </p:nvSpPr>
          <p:spPr bwMode="gray">
            <a:xfrm>
              <a:off x="59410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59" name="Forme libre : forme 6958">
              <a:extLst>
                <a:ext uri="{FF2B5EF4-FFF2-40B4-BE49-F238E27FC236}">
                  <a16:creationId xmlns:a16="http://schemas.microsoft.com/office/drawing/2014/main" id="{3B1421EB-257B-B46E-3CB2-758765B9A3A2}"/>
                </a:ext>
              </a:extLst>
            </p:cNvPr>
            <p:cNvSpPr/>
            <p:nvPr/>
          </p:nvSpPr>
          <p:spPr bwMode="gray">
            <a:xfrm>
              <a:off x="58915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0" name="Forme libre : forme 6959">
              <a:extLst>
                <a:ext uri="{FF2B5EF4-FFF2-40B4-BE49-F238E27FC236}">
                  <a16:creationId xmlns:a16="http://schemas.microsoft.com/office/drawing/2014/main" id="{CF51AD25-81B7-3754-4009-5BE46B5828A2}"/>
                </a:ext>
              </a:extLst>
            </p:cNvPr>
            <p:cNvSpPr/>
            <p:nvPr/>
          </p:nvSpPr>
          <p:spPr bwMode="gray">
            <a:xfrm>
              <a:off x="58420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1" name="Forme libre : forme 6960">
              <a:extLst>
                <a:ext uri="{FF2B5EF4-FFF2-40B4-BE49-F238E27FC236}">
                  <a16:creationId xmlns:a16="http://schemas.microsoft.com/office/drawing/2014/main" id="{AB78246E-4726-E8EE-2343-BFCB02FC7FBC}"/>
                </a:ext>
              </a:extLst>
            </p:cNvPr>
            <p:cNvSpPr/>
            <p:nvPr/>
          </p:nvSpPr>
          <p:spPr bwMode="gray">
            <a:xfrm>
              <a:off x="57937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2" name="Forme libre : forme 6961">
              <a:extLst>
                <a:ext uri="{FF2B5EF4-FFF2-40B4-BE49-F238E27FC236}">
                  <a16:creationId xmlns:a16="http://schemas.microsoft.com/office/drawing/2014/main" id="{5010A9E1-ADCE-BC87-2D69-0EFAE11C7797}"/>
                </a:ext>
              </a:extLst>
            </p:cNvPr>
            <p:cNvSpPr/>
            <p:nvPr/>
          </p:nvSpPr>
          <p:spPr bwMode="gray">
            <a:xfrm>
              <a:off x="57442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3" name="Forme libre : forme 6962">
              <a:extLst>
                <a:ext uri="{FF2B5EF4-FFF2-40B4-BE49-F238E27FC236}">
                  <a16:creationId xmlns:a16="http://schemas.microsoft.com/office/drawing/2014/main" id="{CE4D0FE0-30C1-D4A1-72ED-5B01958E63D6}"/>
                </a:ext>
              </a:extLst>
            </p:cNvPr>
            <p:cNvSpPr/>
            <p:nvPr/>
          </p:nvSpPr>
          <p:spPr bwMode="gray">
            <a:xfrm>
              <a:off x="56959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4" name="Forme libre : forme 6963">
              <a:extLst>
                <a:ext uri="{FF2B5EF4-FFF2-40B4-BE49-F238E27FC236}">
                  <a16:creationId xmlns:a16="http://schemas.microsoft.com/office/drawing/2014/main" id="{01495513-D8A2-A160-DC9E-1FCBDAFACFAC}"/>
                </a:ext>
              </a:extLst>
            </p:cNvPr>
            <p:cNvSpPr/>
            <p:nvPr/>
          </p:nvSpPr>
          <p:spPr bwMode="gray">
            <a:xfrm>
              <a:off x="56464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5" name="Forme libre : forme 6964">
              <a:extLst>
                <a:ext uri="{FF2B5EF4-FFF2-40B4-BE49-F238E27FC236}">
                  <a16:creationId xmlns:a16="http://schemas.microsoft.com/office/drawing/2014/main" id="{BE19DB94-85DE-468B-EB4A-E2B98F91D32D}"/>
                </a:ext>
              </a:extLst>
            </p:cNvPr>
            <p:cNvSpPr/>
            <p:nvPr/>
          </p:nvSpPr>
          <p:spPr bwMode="gray">
            <a:xfrm>
              <a:off x="55968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6" name="Forme libre : forme 6965">
              <a:extLst>
                <a:ext uri="{FF2B5EF4-FFF2-40B4-BE49-F238E27FC236}">
                  <a16:creationId xmlns:a16="http://schemas.microsoft.com/office/drawing/2014/main" id="{A19F8855-25DE-3644-6565-814A4F36EA15}"/>
                </a:ext>
              </a:extLst>
            </p:cNvPr>
            <p:cNvSpPr/>
            <p:nvPr/>
          </p:nvSpPr>
          <p:spPr bwMode="gray">
            <a:xfrm>
              <a:off x="55486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7" name="Forme libre : forme 6966">
              <a:extLst>
                <a:ext uri="{FF2B5EF4-FFF2-40B4-BE49-F238E27FC236}">
                  <a16:creationId xmlns:a16="http://schemas.microsoft.com/office/drawing/2014/main" id="{DC2F6E74-A3EA-8295-0416-815098929AB2}"/>
                </a:ext>
              </a:extLst>
            </p:cNvPr>
            <p:cNvSpPr/>
            <p:nvPr/>
          </p:nvSpPr>
          <p:spPr bwMode="gray">
            <a:xfrm>
              <a:off x="54991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8" name="Forme libre : forme 6967">
              <a:extLst>
                <a:ext uri="{FF2B5EF4-FFF2-40B4-BE49-F238E27FC236}">
                  <a16:creationId xmlns:a16="http://schemas.microsoft.com/office/drawing/2014/main" id="{11B76CFF-813B-5068-E993-6CE42434A0AB}"/>
                </a:ext>
              </a:extLst>
            </p:cNvPr>
            <p:cNvSpPr/>
            <p:nvPr/>
          </p:nvSpPr>
          <p:spPr bwMode="gray">
            <a:xfrm>
              <a:off x="54508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69" name="Forme libre : forme 6968">
              <a:extLst>
                <a:ext uri="{FF2B5EF4-FFF2-40B4-BE49-F238E27FC236}">
                  <a16:creationId xmlns:a16="http://schemas.microsoft.com/office/drawing/2014/main" id="{270361D3-A3CC-9077-E01E-7F4A224F5979}"/>
                </a:ext>
              </a:extLst>
            </p:cNvPr>
            <p:cNvSpPr/>
            <p:nvPr/>
          </p:nvSpPr>
          <p:spPr bwMode="gray">
            <a:xfrm>
              <a:off x="54013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0" name="Forme libre : forme 6969">
              <a:extLst>
                <a:ext uri="{FF2B5EF4-FFF2-40B4-BE49-F238E27FC236}">
                  <a16:creationId xmlns:a16="http://schemas.microsoft.com/office/drawing/2014/main" id="{13B83A70-8DBF-C035-A5F9-8D6C2F67FEB9}"/>
                </a:ext>
              </a:extLst>
            </p:cNvPr>
            <p:cNvSpPr/>
            <p:nvPr/>
          </p:nvSpPr>
          <p:spPr bwMode="gray">
            <a:xfrm>
              <a:off x="53517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1" name="Forme libre : forme 6970">
              <a:extLst>
                <a:ext uri="{FF2B5EF4-FFF2-40B4-BE49-F238E27FC236}">
                  <a16:creationId xmlns:a16="http://schemas.microsoft.com/office/drawing/2014/main" id="{C5D6283A-10EF-006F-A108-2C54DD58BF37}"/>
                </a:ext>
              </a:extLst>
            </p:cNvPr>
            <p:cNvSpPr/>
            <p:nvPr/>
          </p:nvSpPr>
          <p:spPr bwMode="gray">
            <a:xfrm>
              <a:off x="53035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2" name="Forme libre : forme 6971">
              <a:extLst>
                <a:ext uri="{FF2B5EF4-FFF2-40B4-BE49-F238E27FC236}">
                  <a16:creationId xmlns:a16="http://schemas.microsoft.com/office/drawing/2014/main" id="{8FD99609-54B2-B81D-C6FA-D2A304562917}"/>
                </a:ext>
              </a:extLst>
            </p:cNvPr>
            <p:cNvSpPr/>
            <p:nvPr/>
          </p:nvSpPr>
          <p:spPr bwMode="gray">
            <a:xfrm>
              <a:off x="52539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3" name="Forme libre : forme 6972">
              <a:extLst>
                <a:ext uri="{FF2B5EF4-FFF2-40B4-BE49-F238E27FC236}">
                  <a16:creationId xmlns:a16="http://schemas.microsoft.com/office/drawing/2014/main" id="{9002EEB7-B0FF-0534-2D8A-53B7CC5F2554}"/>
                </a:ext>
              </a:extLst>
            </p:cNvPr>
            <p:cNvSpPr/>
            <p:nvPr/>
          </p:nvSpPr>
          <p:spPr bwMode="gray">
            <a:xfrm>
              <a:off x="52057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4" name="Forme libre : forme 6973">
              <a:extLst>
                <a:ext uri="{FF2B5EF4-FFF2-40B4-BE49-F238E27FC236}">
                  <a16:creationId xmlns:a16="http://schemas.microsoft.com/office/drawing/2014/main" id="{32FDCE44-F8C7-AE8F-4C33-575FEBA018C6}"/>
                </a:ext>
              </a:extLst>
            </p:cNvPr>
            <p:cNvSpPr/>
            <p:nvPr/>
          </p:nvSpPr>
          <p:spPr bwMode="gray">
            <a:xfrm>
              <a:off x="51562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5" name="Forme libre : forme 6974">
              <a:extLst>
                <a:ext uri="{FF2B5EF4-FFF2-40B4-BE49-F238E27FC236}">
                  <a16:creationId xmlns:a16="http://schemas.microsoft.com/office/drawing/2014/main" id="{412A59A9-2B4A-999B-081A-B2FC475E45A6}"/>
                </a:ext>
              </a:extLst>
            </p:cNvPr>
            <p:cNvSpPr/>
            <p:nvPr/>
          </p:nvSpPr>
          <p:spPr bwMode="gray">
            <a:xfrm>
              <a:off x="51066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6" name="Forme libre : forme 6975">
              <a:extLst>
                <a:ext uri="{FF2B5EF4-FFF2-40B4-BE49-F238E27FC236}">
                  <a16:creationId xmlns:a16="http://schemas.microsoft.com/office/drawing/2014/main" id="{C5D97098-ADAC-BC69-B666-5FE3B02A5128}"/>
                </a:ext>
              </a:extLst>
            </p:cNvPr>
            <p:cNvSpPr/>
            <p:nvPr/>
          </p:nvSpPr>
          <p:spPr bwMode="gray">
            <a:xfrm>
              <a:off x="50584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7" name="Forme libre : forme 6976">
              <a:extLst>
                <a:ext uri="{FF2B5EF4-FFF2-40B4-BE49-F238E27FC236}">
                  <a16:creationId xmlns:a16="http://schemas.microsoft.com/office/drawing/2014/main" id="{0D867FA6-66DD-3977-4864-D2FEB9CFF309}"/>
                </a:ext>
              </a:extLst>
            </p:cNvPr>
            <p:cNvSpPr/>
            <p:nvPr/>
          </p:nvSpPr>
          <p:spPr bwMode="gray">
            <a:xfrm>
              <a:off x="50088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8" name="Forme libre : forme 6977">
              <a:extLst>
                <a:ext uri="{FF2B5EF4-FFF2-40B4-BE49-F238E27FC236}">
                  <a16:creationId xmlns:a16="http://schemas.microsoft.com/office/drawing/2014/main" id="{C4FC3E28-708B-D564-4310-EC039281FCEF}"/>
                </a:ext>
              </a:extLst>
            </p:cNvPr>
            <p:cNvSpPr/>
            <p:nvPr/>
          </p:nvSpPr>
          <p:spPr bwMode="gray">
            <a:xfrm>
              <a:off x="49606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79" name="Forme libre : forme 6978">
              <a:extLst>
                <a:ext uri="{FF2B5EF4-FFF2-40B4-BE49-F238E27FC236}">
                  <a16:creationId xmlns:a16="http://schemas.microsoft.com/office/drawing/2014/main" id="{5BEB8B89-DFBF-C881-547D-500B505C9131}"/>
                </a:ext>
              </a:extLst>
            </p:cNvPr>
            <p:cNvSpPr/>
            <p:nvPr/>
          </p:nvSpPr>
          <p:spPr bwMode="gray">
            <a:xfrm>
              <a:off x="49110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0" name="Forme libre : forme 6979">
              <a:extLst>
                <a:ext uri="{FF2B5EF4-FFF2-40B4-BE49-F238E27FC236}">
                  <a16:creationId xmlns:a16="http://schemas.microsoft.com/office/drawing/2014/main" id="{70A4008D-3EFC-5E1C-91BF-912D70CB81E5}"/>
                </a:ext>
              </a:extLst>
            </p:cNvPr>
            <p:cNvSpPr/>
            <p:nvPr/>
          </p:nvSpPr>
          <p:spPr bwMode="gray">
            <a:xfrm>
              <a:off x="48615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1" name="Forme libre : forme 6980">
              <a:extLst>
                <a:ext uri="{FF2B5EF4-FFF2-40B4-BE49-F238E27FC236}">
                  <a16:creationId xmlns:a16="http://schemas.microsoft.com/office/drawing/2014/main" id="{DA907623-DA8C-C43B-BA69-4B9B9FE07044}"/>
                </a:ext>
              </a:extLst>
            </p:cNvPr>
            <p:cNvSpPr/>
            <p:nvPr/>
          </p:nvSpPr>
          <p:spPr bwMode="gray">
            <a:xfrm>
              <a:off x="48133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2" name="Forme libre : forme 6981">
              <a:extLst>
                <a:ext uri="{FF2B5EF4-FFF2-40B4-BE49-F238E27FC236}">
                  <a16:creationId xmlns:a16="http://schemas.microsoft.com/office/drawing/2014/main" id="{124A732E-C1A8-286E-CE55-2A92FB3B0EB0}"/>
                </a:ext>
              </a:extLst>
            </p:cNvPr>
            <p:cNvSpPr/>
            <p:nvPr/>
          </p:nvSpPr>
          <p:spPr bwMode="gray">
            <a:xfrm>
              <a:off x="47637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3" name="Forme libre : forme 6982">
              <a:extLst>
                <a:ext uri="{FF2B5EF4-FFF2-40B4-BE49-F238E27FC236}">
                  <a16:creationId xmlns:a16="http://schemas.microsoft.com/office/drawing/2014/main" id="{78F29489-D090-FAA5-2465-1E99E5BF4D57}"/>
                </a:ext>
              </a:extLst>
            </p:cNvPr>
            <p:cNvSpPr/>
            <p:nvPr/>
          </p:nvSpPr>
          <p:spPr bwMode="gray">
            <a:xfrm>
              <a:off x="47155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4" name="Forme libre : forme 6983">
              <a:extLst>
                <a:ext uri="{FF2B5EF4-FFF2-40B4-BE49-F238E27FC236}">
                  <a16:creationId xmlns:a16="http://schemas.microsoft.com/office/drawing/2014/main" id="{5742CC1C-6BBB-BC22-7C0C-B5842293367A}"/>
                </a:ext>
              </a:extLst>
            </p:cNvPr>
            <p:cNvSpPr/>
            <p:nvPr/>
          </p:nvSpPr>
          <p:spPr bwMode="gray">
            <a:xfrm>
              <a:off x="46659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5" name="Forme libre : forme 6984">
              <a:extLst>
                <a:ext uri="{FF2B5EF4-FFF2-40B4-BE49-F238E27FC236}">
                  <a16:creationId xmlns:a16="http://schemas.microsoft.com/office/drawing/2014/main" id="{70D3FE58-B448-1EF7-38E5-FDDE7E0C2B67}"/>
                </a:ext>
              </a:extLst>
            </p:cNvPr>
            <p:cNvSpPr/>
            <p:nvPr/>
          </p:nvSpPr>
          <p:spPr bwMode="gray">
            <a:xfrm>
              <a:off x="46177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6" name="Forme libre : forme 6985">
              <a:extLst>
                <a:ext uri="{FF2B5EF4-FFF2-40B4-BE49-F238E27FC236}">
                  <a16:creationId xmlns:a16="http://schemas.microsoft.com/office/drawing/2014/main" id="{5F3839F6-B147-C501-61A7-D9CBDD600F33}"/>
                </a:ext>
              </a:extLst>
            </p:cNvPr>
            <p:cNvSpPr/>
            <p:nvPr/>
          </p:nvSpPr>
          <p:spPr bwMode="gray">
            <a:xfrm>
              <a:off x="45681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7" name="Forme libre : forme 6986">
              <a:extLst>
                <a:ext uri="{FF2B5EF4-FFF2-40B4-BE49-F238E27FC236}">
                  <a16:creationId xmlns:a16="http://schemas.microsoft.com/office/drawing/2014/main" id="{6DAFE33A-9B48-8EA3-612B-8E5099D89757}"/>
                </a:ext>
              </a:extLst>
            </p:cNvPr>
            <p:cNvSpPr/>
            <p:nvPr/>
          </p:nvSpPr>
          <p:spPr bwMode="gray">
            <a:xfrm>
              <a:off x="45186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8" name="Forme libre : forme 6987">
              <a:extLst>
                <a:ext uri="{FF2B5EF4-FFF2-40B4-BE49-F238E27FC236}">
                  <a16:creationId xmlns:a16="http://schemas.microsoft.com/office/drawing/2014/main" id="{B185AE4A-C230-9E8A-0BB5-2EBBF3BCEDB9}"/>
                </a:ext>
              </a:extLst>
            </p:cNvPr>
            <p:cNvSpPr/>
            <p:nvPr/>
          </p:nvSpPr>
          <p:spPr bwMode="gray">
            <a:xfrm>
              <a:off x="44704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89" name="Forme libre : forme 6988">
              <a:extLst>
                <a:ext uri="{FF2B5EF4-FFF2-40B4-BE49-F238E27FC236}">
                  <a16:creationId xmlns:a16="http://schemas.microsoft.com/office/drawing/2014/main" id="{97546CC2-E850-F63E-717C-4856E46241DA}"/>
                </a:ext>
              </a:extLst>
            </p:cNvPr>
            <p:cNvSpPr/>
            <p:nvPr/>
          </p:nvSpPr>
          <p:spPr bwMode="gray">
            <a:xfrm>
              <a:off x="44208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0" name="Forme libre : forme 6989">
              <a:extLst>
                <a:ext uri="{FF2B5EF4-FFF2-40B4-BE49-F238E27FC236}">
                  <a16:creationId xmlns:a16="http://schemas.microsoft.com/office/drawing/2014/main" id="{0D7D5E39-6728-E863-A700-28F2A1C37FE4}"/>
                </a:ext>
              </a:extLst>
            </p:cNvPr>
            <p:cNvSpPr/>
            <p:nvPr/>
          </p:nvSpPr>
          <p:spPr bwMode="gray">
            <a:xfrm>
              <a:off x="43726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1" name="Forme libre : forme 6990">
              <a:extLst>
                <a:ext uri="{FF2B5EF4-FFF2-40B4-BE49-F238E27FC236}">
                  <a16:creationId xmlns:a16="http://schemas.microsoft.com/office/drawing/2014/main" id="{5EA05E96-423A-60D3-FD66-4F6D7DA13BD0}"/>
                </a:ext>
              </a:extLst>
            </p:cNvPr>
            <p:cNvSpPr/>
            <p:nvPr/>
          </p:nvSpPr>
          <p:spPr bwMode="gray">
            <a:xfrm>
              <a:off x="43230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2" name="Forme libre : forme 6991">
              <a:extLst>
                <a:ext uri="{FF2B5EF4-FFF2-40B4-BE49-F238E27FC236}">
                  <a16:creationId xmlns:a16="http://schemas.microsoft.com/office/drawing/2014/main" id="{3E17FB4C-EE4F-CFC3-2FF1-1888251689FB}"/>
                </a:ext>
              </a:extLst>
            </p:cNvPr>
            <p:cNvSpPr/>
            <p:nvPr/>
          </p:nvSpPr>
          <p:spPr bwMode="gray">
            <a:xfrm>
              <a:off x="42735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3" name="Forme libre : forme 6992">
              <a:extLst>
                <a:ext uri="{FF2B5EF4-FFF2-40B4-BE49-F238E27FC236}">
                  <a16:creationId xmlns:a16="http://schemas.microsoft.com/office/drawing/2014/main" id="{06EF650B-B466-E847-7E78-43C02BDD5C63}"/>
                </a:ext>
              </a:extLst>
            </p:cNvPr>
            <p:cNvSpPr/>
            <p:nvPr/>
          </p:nvSpPr>
          <p:spPr bwMode="gray">
            <a:xfrm>
              <a:off x="42252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4" name="Forme libre : forme 6993">
              <a:extLst>
                <a:ext uri="{FF2B5EF4-FFF2-40B4-BE49-F238E27FC236}">
                  <a16:creationId xmlns:a16="http://schemas.microsoft.com/office/drawing/2014/main" id="{C3F08B9B-BEA9-F14C-212E-ECAE60CDFEDC}"/>
                </a:ext>
              </a:extLst>
            </p:cNvPr>
            <p:cNvSpPr/>
            <p:nvPr/>
          </p:nvSpPr>
          <p:spPr bwMode="gray">
            <a:xfrm>
              <a:off x="41757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5" name="Forme libre : forme 6994">
              <a:extLst>
                <a:ext uri="{FF2B5EF4-FFF2-40B4-BE49-F238E27FC236}">
                  <a16:creationId xmlns:a16="http://schemas.microsoft.com/office/drawing/2014/main" id="{169F6EEE-CBCC-7A09-E805-488A7AADA01A}"/>
                </a:ext>
              </a:extLst>
            </p:cNvPr>
            <p:cNvSpPr/>
            <p:nvPr/>
          </p:nvSpPr>
          <p:spPr bwMode="gray">
            <a:xfrm>
              <a:off x="41275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6" name="Forme libre : forme 6995">
              <a:extLst>
                <a:ext uri="{FF2B5EF4-FFF2-40B4-BE49-F238E27FC236}">
                  <a16:creationId xmlns:a16="http://schemas.microsoft.com/office/drawing/2014/main" id="{010CB55F-DA79-EBF9-6223-358676D52F85}"/>
                </a:ext>
              </a:extLst>
            </p:cNvPr>
            <p:cNvSpPr/>
            <p:nvPr/>
          </p:nvSpPr>
          <p:spPr bwMode="gray">
            <a:xfrm>
              <a:off x="40779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7" name="Forme libre : forme 6996">
              <a:extLst>
                <a:ext uri="{FF2B5EF4-FFF2-40B4-BE49-F238E27FC236}">
                  <a16:creationId xmlns:a16="http://schemas.microsoft.com/office/drawing/2014/main" id="{CFF87DA4-D062-3E4F-E788-AD075D5479AF}"/>
                </a:ext>
              </a:extLst>
            </p:cNvPr>
            <p:cNvSpPr/>
            <p:nvPr/>
          </p:nvSpPr>
          <p:spPr bwMode="gray">
            <a:xfrm>
              <a:off x="40284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8" name="Forme libre : forme 6997">
              <a:extLst>
                <a:ext uri="{FF2B5EF4-FFF2-40B4-BE49-F238E27FC236}">
                  <a16:creationId xmlns:a16="http://schemas.microsoft.com/office/drawing/2014/main" id="{A8E8CB8C-BC3A-281A-F637-1D74E4AA5A69}"/>
                </a:ext>
              </a:extLst>
            </p:cNvPr>
            <p:cNvSpPr/>
            <p:nvPr/>
          </p:nvSpPr>
          <p:spPr bwMode="gray">
            <a:xfrm>
              <a:off x="39801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99" name="Forme libre : forme 6998">
              <a:extLst>
                <a:ext uri="{FF2B5EF4-FFF2-40B4-BE49-F238E27FC236}">
                  <a16:creationId xmlns:a16="http://schemas.microsoft.com/office/drawing/2014/main" id="{2EEC0CFC-7164-8B3E-66B8-078611A0B5F7}"/>
                </a:ext>
              </a:extLst>
            </p:cNvPr>
            <p:cNvSpPr/>
            <p:nvPr/>
          </p:nvSpPr>
          <p:spPr bwMode="gray">
            <a:xfrm>
              <a:off x="39306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0" name="Forme libre : forme 6999">
              <a:extLst>
                <a:ext uri="{FF2B5EF4-FFF2-40B4-BE49-F238E27FC236}">
                  <a16:creationId xmlns:a16="http://schemas.microsoft.com/office/drawing/2014/main" id="{37E93408-A49F-79F7-7D91-788CE973A4E7}"/>
                </a:ext>
              </a:extLst>
            </p:cNvPr>
            <p:cNvSpPr/>
            <p:nvPr/>
          </p:nvSpPr>
          <p:spPr bwMode="gray">
            <a:xfrm>
              <a:off x="38823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1" name="Forme libre : forme 7000">
              <a:extLst>
                <a:ext uri="{FF2B5EF4-FFF2-40B4-BE49-F238E27FC236}">
                  <a16:creationId xmlns:a16="http://schemas.microsoft.com/office/drawing/2014/main" id="{78F9040C-3F2A-D40B-51A5-79351A632CE8}"/>
                </a:ext>
              </a:extLst>
            </p:cNvPr>
            <p:cNvSpPr/>
            <p:nvPr/>
          </p:nvSpPr>
          <p:spPr bwMode="gray">
            <a:xfrm>
              <a:off x="383286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2" name="Forme libre : forme 7001">
              <a:extLst>
                <a:ext uri="{FF2B5EF4-FFF2-40B4-BE49-F238E27FC236}">
                  <a16:creationId xmlns:a16="http://schemas.microsoft.com/office/drawing/2014/main" id="{16C51F74-4ECA-3FA6-2B53-ECDEEA8AB756}"/>
                </a:ext>
              </a:extLst>
            </p:cNvPr>
            <p:cNvSpPr/>
            <p:nvPr/>
          </p:nvSpPr>
          <p:spPr bwMode="gray">
            <a:xfrm>
              <a:off x="37833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3" name="Forme libre : forme 7002">
              <a:extLst>
                <a:ext uri="{FF2B5EF4-FFF2-40B4-BE49-F238E27FC236}">
                  <a16:creationId xmlns:a16="http://schemas.microsoft.com/office/drawing/2014/main" id="{26AFC1EC-98F7-C4D2-9958-C4E837C595B1}"/>
                </a:ext>
              </a:extLst>
            </p:cNvPr>
            <p:cNvSpPr/>
            <p:nvPr/>
          </p:nvSpPr>
          <p:spPr bwMode="gray">
            <a:xfrm>
              <a:off x="26568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4" name="Forme libre : forme 7003">
              <a:extLst>
                <a:ext uri="{FF2B5EF4-FFF2-40B4-BE49-F238E27FC236}">
                  <a16:creationId xmlns:a16="http://schemas.microsoft.com/office/drawing/2014/main" id="{25935B5E-38A1-F761-B691-615F4870D4D3}"/>
                </a:ext>
              </a:extLst>
            </p:cNvPr>
            <p:cNvSpPr/>
            <p:nvPr/>
          </p:nvSpPr>
          <p:spPr bwMode="gray">
            <a:xfrm>
              <a:off x="26073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5" name="Forme libre : forme 7004">
              <a:extLst>
                <a:ext uri="{FF2B5EF4-FFF2-40B4-BE49-F238E27FC236}">
                  <a16:creationId xmlns:a16="http://schemas.microsoft.com/office/drawing/2014/main" id="{6853BDAA-EB4F-9504-FDE5-7048AA4C83B2}"/>
                </a:ext>
              </a:extLst>
            </p:cNvPr>
            <p:cNvSpPr/>
            <p:nvPr/>
          </p:nvSpPr>
          <p:spPr bwMode="gray">
            <a:xfrm>
              <a:off x="255905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6" name="Forme libre : forme 7005">
              <a:extLst>
                <a:ext uri="{FF2B5EF4-FFF2-40B4-BE49-F238E27FC236}">
                  <a16:creationId xmlns:a16="http://schemas.microsoft.com/office/drawing/2014/main" id="{F7361763-42FC-39E8-1389-990B92B45A1D}"/>
                </a:ext>
              </a:extLst>
            </p:cNvPr>
            <p:cNvSpPr/>
            <p:nvPr/>
          </p:nvSpPr>
          <p:spPr bwMode="gray">
            <a:xfrm>
              <a:off x="24599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7" name="Forme libre : forme 7006">
              <a:extLst>
                <a:ext uri="{FF2B5EF4-FFF2-40B4-BE49-F238E27FC236}">
                  <a16:creationId xmlns:a16="http://schemas.microsoft.com/office/drawing/2014/main" id="{00DBE705-64B7-03BD-9E9A-4ED0EF104962}"/>
                </a:ext>
              </a:extLst>
            </p:cNvPr>
            <p:cNvSpPr/>
            <p:nvPr/>
          </p:nvSpPr>
          <p:spPr bwMode="gray">
            <a:xfrm>
              <a:off x="24117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8" name="Forme libre : forme 7007">
              <a:extLst>
                <a:ext uri="{FF2B5EF4-FFF2-40B4-BE49-F238E27FC236}">
                  <a16:creationId xmlns:a16="http://schemas.microsoft.com/office/drawing/2014/main" id="{1E97882E-2B82-3B67-9696-B58E54E5A47C}"/>
                </a:ext>
              </a:extLst>
            </p:cNvPr>
            <p:cNvSpPr/>
            <p:nvPr/>
          </p:nvSpPr>
          <p:spPr bwMode="gray">
            <a:xfrm>
              <a:off x="23622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09" name="Forme libre : forme 7008">
              <a:extLst>
                <a:ext uri="{FF2B5EF4-FFF2-40B4-BE49-F238E27FC236}">
                  <a16:creationId xmlns:a16="http://schemas.microsoft.com/office/drawing/2014/main" id="{C3399EAA-0E8A-3E5B-FE6D-ED0C0C3A45C6}"/>
                </a:ext>
              </a:extLst>
            </p:cNvPr>
            <p:cNvSpPr/>
            <p:nvPr/>
          </p:nvSpPr>
          <p:spPr bwMode="gray">
            <a:xfrm>
              <a:off x="231394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0" name="Forme libre : forme 7009">
              <a:extLst>
                <a:ext uri="{FF2B5EF4-FFF2-40B4-BE49-F238E27FC236}">
                  <a16:creationId xmlns:a16="http://schemas.microsoft.com/office/drawing/2014/main" id="{715B56DB-8008-FEE8-FA09-A388B7D1A7D7}"/>
                </a:ext>
              </a:extLst>
            </p:cNvPr>
            <p:cNvSpPr/>
            <p:nvPr/>
          </p:nvSpPr>
          <p:spPr bwMode="gray">
            <a:xfrm>
              <a:off x="22644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1" name="Forme libre : forme 7010">
              <a:extLst>
                <a:ext uri="{FF2B5EF4-FFF2-40B4-BE49-F238E27FC236}">
                  <a16:creationId xmlns:a16="http://schemas.microsoft.com/office/drawing/2014/main" id="{DACC952D-7598-7E63-32A9-F49295C437F5}"/>
                </a:ext>
              </a:extLst>
            </p:cNvPr>
            <p:cNvSpPr/>
            <p:nvPr/>
          </p:nvSpPr>
          <p:spPr bwMode="gray">
            <a:xfrm>
              <a:off x="22148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2" name="Forme libre : forme 7011">
              <a:extLst>
                <a:ext uri="{FF2B5EF4-FFF2-40B4-BE49-F238E27FC236}">
                  <a16:creationId xmlns:a16="http://schemas.microsoft.com/office/drawing/2014/main" id="{A94D97ED-CC60-E600-9E54-ECE32310789F}"/>
                </a:ext>
              </a:extLst>
            </p:cNvPr>
            <p:cNvSpPr/>
            <p:nvPr/>
          </p:nvSpPr>
          <p:spPr bwMode="gray">
            <a:xfrm>
              <a:off x="21666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3" name="Forme libre : forme 7012">
              <a:extLst>
                <a:ext uri="{FF2B5EF4-FFF2-40B4-BE49-F238E27FC236}">
                  <a16:creationId xmlns:a16="http://schemas.microsoft.com/office/drawing/2014/main" id="{9F785566-61B6-3600-1549-A4B8DE36F6DF}"/>
                </a:ext>
              </a:extLst>
            </p:cNvPr>
            <p:cNvSpPr/>
            <p:nvPr/>
          </p:nvSpPr>
          <p:spPr bwMode="gray">
            <a:xfrm>
              <a:off x="21170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4" name="Forme libre : forme 7013">
              <a:extLst>
                <a:ext uri="{FF2B5EF4-FFF2-40B4-BE49-F238E27FC236}">
                  <a16:creationId xmlns:a16="http://schemas.microsoft.com/office/drawing/2014/main" id="{EBA4A566-6EAD-6C98-B401-F8A49BCE7480}"/>
                </a:ext>
              </a:extLst>
            </p:cNvPr>
            <p:cNvSpPr/>
            <p:nvPr/>
          </p:nvSpPr>
          <p:spPr bwMode="gray">
            <a:xfrm>
              <a:off x="20688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5" name="Forme libre : forme 7014">
              <a:extLst>
                <a:ext uri="{FF2B5EF4-FFF2-40B4-BE49-F238E27FC236}">
                  <a16:creationId xmlns:a16="http://schemas.microsoft.com/office/drawing/2014/main" id="{D91F70C5-CFE5-3EC4-89CE-B7779703138A}"/>
                </a:ext>
              </a:extLst>
            </p:cNvPr>
            <p:cNvSpPr/>
            <p:nvPr/>
          </p:nvSpPr>
          <p:spPr bwMode="gray">
            <a:xfrm>
              <a:off x="20193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6" name="Forme libre : forme 7015">
              <a:extLst>
                <a:ext uri="{FF2B5EF4-FFF2-40B4-BE49-F238E27FC236}">
                  <a16:creationId xmlns:a16="http://schemas.microsoft.com/office/drawing/2014/main" id="{2ED91199-1FB7-5C7A-D52E-6ABA93D3BF74}"/>
                </a:ext>
              </a:extLst>
            </p:cNvPr>
            <p:cNvSpPr/>
            <p:nvPr/>
          </p:nvSpPr>
          <p:spPr bwMode="gray">
            <a:xfrm>
              <a:off x="19697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7" name="Forme libre : forme 7016">
              <a:extLst>
                <a:ext uri="{FF2B5EF4-FFF2-40B4-BE49-F238E27FC236}">
                  <a16:creationId xmlns:a16="http://schemas.microsoft.com/office/drawing/2014/main" id="{1FDDC2AE-6C44-116B-7DA5-53B0FC04A79B}"/>
                </a:ext>
              </a:extLst>
            </p:cNvPr>
            <p:cNvSpPr/>
            <p:nvPr/>
          </p:nvSpPr>
          <p:spPr bwMode="gray">
            <a:xfrm>
              <a:off x="192151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8" name="Forme libre : forme 7017">
              <a:extLst>
                <a:ext uri="{FF2B5EF4-FFF2-40B4-BE49-F238E27FC236}">
                  <a16:creationId xmlns:a16="http://schemas.microsoft.com/office/drawing/2014/main" id="{2646ED30-6487-9C86-062E-6AC9C842433E}"/>
                </a:ext>
              </a:extLst>
            </p:cNvPr>
            <p:cNvSpPr/>
            <p:nvPr/>
          </p:nvSpPr>
          <p:spPr bwMode="gray">
            <a:xfrm>
              <a:off x="187198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19" name="Forme libre : forme 7018">
              <a:extLst>
                <a:ext uri="{FF2B5EF4-FFF2-40B4-BE49-F238E27FC236}">
                  <a16:creationId xmlns:a16="http://schemas.microsoft.com/office/drawing/2014/main" id="{AFE80166-D6C3-4782-1586-0AA8A3FF76E5}"/>
                </a:ext>
              </a:extLst>
            </p:cNvPr>
            <p:cNvSpPr/>
            <p:nvPr/>
          </p:nvSpPr>
          <p:spPr bwMode="gray">
            <a:xfrm>
              <a:off x="182372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0" name="Forme libre : forme 7019">
              <a:extLst>
                <a:ext uri="{FF2B5EF4-FFF2-40B4-BE49-F238E27FC236}">
                  <a16:creationId xmlns:a16="http://schemas.microsoft.com/office/drawing/2014/main" id="{2FAE9C91-D97E-72A3-D57B-913339AC2A54}"/>
                </a:ext>
              </a:extLst>
            </p:cNvPr>
            <p:cNvSpPr/>
            <p:nvPr/>
          </p:nvSpPr>
          <p:spPr bwMode="gray">
            <a:xfrm>
              <a:off x="177419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1" name="Forme libre : forme 7020">
              <a:extLst>
                <a:ext uri="{FF2B5EF4-FFF2-40B4-BE49-F238E27FC236}">
                  <a16:creationId xmlns:a16="http://schemas.microsoft.com/office/drawing/2014/main" id="{341C0FDC-E4AC-ABFD-2771-66F44A9C3077}"/>
                </a:ext>
              </a:extLst>
            </p:cNvPr>
            <p:cNvSpPr/>
            <p:nvPr/>
          </p:nvSpPr>
          <p:spPr bwMode="gray">
            <a:xfrm>
              <a:off x="172593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2" name="Forme libre : forme 7021">
              <a:extLst>
                <a:ext uri="{FF2B5EF4-FFF2-40B4-BE49-F238E27FC236}">
                  <a16:creationId xmlns:a16="http://schemas.microsoft.com/office/drawing/2014/main" id="{14BFBD98-3E9F-B3C3-8C4F-8E3E8DAC36C6}"/>
                </a:ext>
              </a:extLst>
            </p:cNvPr>
            <p:cNvSpPr/>
            <p:nvPr/>
          </p:nvSpPr>
          <p:spPr bwMode="gray">
            <a:xfrm>
              <a:off x="167640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3" name="Forme libre : forme 7022">
              <a:extLst>
                <a:ext uri="{FF2B5EF4-FFF2-40B4-BE49-F238E27FC236}">
                  <a16:creationId xmlns:a16="http://schemas.microsoft.com/office/drawing/2014/main" id="{427B23A5-BC71-F29A-46BB-B75BDC3AD2B3}"/>
                </a:ext>
              </a:extLst>
            </p:cNvPr>
            <p:cNvSpPr/>
            <p:nvPr/>
          </p:nvSpPr>
          <p:spPr bwMode="gray">
            <a:xfrm>
              <a:off x="1626870" y="27254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4" name="Forme libre : forme 7023">
              <a:extLst>
                <a:ext uri="{FF2B5EF4-FFF2-40B4-BE49-F238E27FC236}">
                  <a16:creationId xmlns:a16="http://schemas.microsoft.com/office/drawing/2014/main" id="{06395C7B-BBDA-152F-295A-AB0A68279B5F}"/>
                </a:ext>
              </a:extLst>
            </p:cNvPr>
            <p:cNvSpPr/>
            <p:nvPr/>
          </p:nvSpPr>
          <p:spPr bwMode="gray">
            <a:xfrm>
              <a:off x="157861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5" name="Forme libre : forme 7024">
              <a:extLst>
                <a:ext uri="{FF2B5EF4-FFF2-40B4-BE49-F238E27FC236}">
                  <a16:creationId xmlns:a16="http://schemas.microsoft.com/office/drawing/2014/main" id="{FB2E43F7-8748-8C0B-93A1-B33EE7286EC9}"/>
                </a:ext>
              </a:extLst>
            </p:cNvPr>
            <p:cNvSpPr/>
            <p:nvPr/>
          </p:nvSpPr>
          <p:spPr bwMode="gray">
            <a:xfrm>
              <a:off x="152908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6" name="Forme libre : forme 7025">
              <a:extLst>
                <a:ext uri="{FF2B5EF4-FFF2-40B4-BE49-F238E27FC236}">
                  <a16:creationId xmlns:a16="http://schemas.microsoft.com/office/drawing/2014/main" id="{EC7C45B7-67C9-3853-523D-75BC66973014}"/>
                </a:ext>
              </a:extLst>
            </p:cNvPr>
            <p:cNvSpPr/>
            <p:nvPr/>
          </p:nvSpPr>
          <p:spPr bwMode="gray">
            <a:xfrm>
              <a:off x="148082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7" name="Forme libre : forme 7026">
              <a:extLst>
                <a:ext uri="{FF2B5EF4-FFF2-40B4-BE49-F238E27FC236}">
                  <a16:creationId xmlns:a16="http://schemas.microsoft.com/office/drawing/2014/main" id="{450E4CA9-02DA-728B-9113-B2FBD53542C8}"/>
                </a:ext>
              </a:extLst>
            </p:cNvPr>
            <p:cNvSpPr/>
            <p:nvPr/>
          </p:nvSpPr>
          <p:spPr bwMode="gray">
            <a:xfrm>
              <a:off x="143129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8" name="Forme libre : forme 7027">
              <a:extLst>
                <a:ext uri="{FF2B5EF4-FFF2-40B4-BE49-F238E27FC236}">
                  <a16:creationId xmlns:a16="http://schemas.microsoft.com/office/drawing/2014/main" id="{DC105BEC-9A05-A583-2907-1D93BA986B32}"/>
                </a:ext>
              </a:extLst>
            </p:cNvPr>
            <p:cNvSpPr/>
            <p:nvPr/>
          </p:nvSpPr>
          <p:spPr bwMode="gray">
            <a:xfrm>
              <a:off x="138176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29" name="Forme libre : forme 7028">
              <a:extLst>
                <a:ext uri="{FF2B5EF4-FFF2-40B4-BE49-F238E27FC236}">
                  <a16:creationId xmlns:a16="http://schemas.microsoft.com/office/drawing/2014/main" id="{CEA8E4C7-7ADF-48CA-BDA6-BBF9F4E6CB20}"/>
                </a:ext>
              </a:extLst>
            </p:cNvPr>
            <p:cNvSpPr/>
            <p:nvPr/>
          </p:nvSpPr>
          <p:spPr bwMode="gray">
            <a:xfrm>
              <a:off x="133350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0" name="Forme libre : forme 7029">
              <a:extLst>
                <a:ext uri="{FF2B5EF4-FFF2-40B4-BE49-F238E27FC236}">
                  <a16:creationId xmlns:a16="http://schemas.microsoft.com/office/drawing/2014/main" id="{8BF671A3-DCC5-4DDA-DF39-B71B5B0F4879}"/>
                </a:ext>
              </a:extLst>
            </p:cNvPr>
            <p:cNvSpPr/>
            <p:nvPr/>
          </p:nvSpPr>
          <p:spPr bwMode="gray">
            <a:xfrm>
              <a:off x="128397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1" name="Forme libre : forme 7030">
              <a:extLst>
                <a:ext uri="{FF2B5EF4-FFF2-40B4-BE49-F238E27FC236}">
                  <a16:creationId xmlns:a16="http://schemas.microsoft.com/office/drawing/2014/main" id="{F8244EA0-D7C8-F1BC-7691-9BBC58542985}"/>
                </a:ext>
              </a:extLst>
            </p:cNvPr>
            <p:cNvSpPr/>
            <p:nvPr/>
          </p:nvSpPr>
          <p:spPr bwMode="gray">
            <a:xfrm>
              <a:off x="123571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2" name="Forme libre : forme 7031">
              <a:extLst>
                <a:ext uri="{FF2B5EF4-FFF2-40B4-BE49-F238E27FC236}">
                  <a16:creationId xmlns:a16="http://schemas.microsoft.com/office/drawing/2014/main" id="{251B1360-BC5E-7F80-7BE4-F767E5C767CE}"/>
                </a:ext>
              </a:extLst>
            </p:cNvPr>
            <p:cNvSpPr/>
            <p:nvPr/>
          </p:nvSpPr>
          <p:spPr bwMode="gray">
            <a:xfrm>
              <a:off x="118618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3" name="Forme libre : forme 7032">
              <a:extLst>
                <a:ext uri="{FF2B5EF4-FFF2-40B4-BE49-F238E27FC236}">
                  <a16:creationId xmlns:a16="http://schemas.microsoft.com/office/drawing/2014/main" id="{A509D889-F3BF-5411-AA57-07BCBF6792CC}"/>
                </a:ext>
              </a:extLst>
            </p:cNvPr>
            <p:cNvSpPr/>
            <p:nvPr/>
          </p:nvSpPr>
          <p:spPr bwMode="gray">
            <a:xfrm>
              <a:off x="1136650" y="27254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4" name="Forme libre : forme 7033">
              <a:extLst>
                <a:ext uri="{FF2B5EF4-FFF2-40B4-BE49-F238E27FC236}">
                  <a16:creationId xmlns:a16="http://schemas.microsoft.com/office/drawing/2014/main" id="{FEA3FEE9-80CC-F99C-9FDC-4EEDFFB3BAA5}"/>
                </a:ext>
              </a:extLst>
            </p:cNvPr>
            <p:cNvSpPr/>
            <p:nvPr/>
          </p:nvSpPr>
          <p:spPr bwMode="gray">
            <a:xfrm>
              <a:off x="716533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5" name="Forme libre : forme 7034">
              <a:extLst>
                <a:ext uri="{FF2B5EF4-FFF2-40B4-BE49-F238E27FC236}">
                  <a16:creationId xmlns:a16="http://schemas.microsoft.com/office/drawing/2014/main" id="{3A4F7789-A609-B8F4-D5CC-EBE0EF91941C}"/>
                </a:ext>
              </a:extLst>
            </p:cNvPr>
            <p:cNvSpPr/>
            <p:nvPr/>
          </p:nvSpPr>
          <p:spPr bwMode="gray">
            <a:xfrm>
              <a:off x="687196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6" name="Forme libre : forme 7035">
              <a:extLst>
                <a:ext uri="{FF2B5EF4-FFF2-40B4-BE49-F238E27FC236}">
                  <a16:creationId xmlns:a16="http://schemas.microsoft.com/office/drawing/2014/main" id="{7DA3A008-2019-BF45-9ED5-C92B18BFB1E7}"/>
                </a:ext>
              </a:extLst>
            </p:cNvPr>
            <p:cNvSpPr/>
            <p:nvPr/>
          </p:nvSpPr>
          <p:spPr bwMode="gray">
            <a:xfrm>
              <a:off x="682243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7" name="Forme libre : forme 7036">
              <a:extLst>
                <a:ext uri="{FF2B5EF4-FFF2-40B4-BE49-F238E27FC236}">
                  <a16:creationId xmlns:a16="http://schemas.microsoft.com/office/drawing/2014/main" id="{418900AD-8953-F073-1051-DDF39608D3BF}"/>
                </a:ext>
              </a:extLst>
            </p:cNvPr>
            <p:cNvSpPr/>
            <p:nvPr/>
          </p:nvSpPr>
          <p:spPr bwMode="gray">
            <a:xfrm>
              <a:off x="677418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8" name="Forme libre : forme 7037">
              <a:extLst>
                <a:ext uri="{FF2B5EF4-FFF2-40B4-BE49-F238E27FC236}">
                  <a16:creationId xmlns:a16="http://schemas.microsoft.com/office/drawing/2014/main" id="{C66A6B93-92D6-0EE1-BEBF-64AD2AAA6919}"/>
                </a:ext>
              </a:extLst>
            </p:cNvPr>
            <p:cNvSpPr/>
            <p:nvPr/>
          </p:nvSpPr>
          <p:spPr bwMode="gray">
            <a:xfrm>
              <a:off x="672465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39" name="Forme libre : forme 7038">
              <a:extLst>
                <a:ext uri="{FF2B5EF4-FFF2-40B4-BE49-F238E27FC236}">
                  <a16:creationId xmlns:a16="http://schemas.microsoft.com/office/drawing/2014/main" id="{E192FFA5-7578-8715-3304-374730CE72A4}"/>
                </a:ext>
              </a:extLst>
            </p:cNvPr>
            <p:cNvSpPr/>
            <p:nvPr/>
          </p:nvSpPr>
          <p:spPr bwMode="gray">
            <a:xfrm>
              <a:off x="667511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0" name="Forme libre : forme 7039">
              <a:extLst>
                <a:ext uri="{FF2B5EF4-FFF2-40B4-BE49-F238E27FC236}">
                  <a16:creationId xmlns:a16="http://schemas.microsoft.com/office/drawing/2014/main" id="{F8060C55-5F6D-3FFE-2FF3-7C876436B3F6}"/>
                </a:ext>
              </a:extLst>
            </p:cNvPr>
            <p:cNvSpPr/>
            <p:nvPr/>
          </p:nvSpPr>
          <p:spPr bwMode="gray">
            <a:xfrm>
              <a:off x="662685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1" name="Forme libre : forme 7040">
              <a:extLst>
                <a:ext uri="{FF2B5EF4-FFF2-40B4-BE49-F238E27FC236}">
                  <a16:creationId xmlns:a16="http://schemas.microsoft.com/office/drawing/2014/main" id="{3208A303-0D79-1AEF-0B71-DB6A45CA0DC5}"/>
                </a:ext>
              </a:extLst>
            </p:cNvPr>
            <p:cNvSpPr/>
            <p:nvPr/>
          </p:nvSpPr>
          <p:spPr bwMode="gray">
            <a:xfrm>
              <a:off x="657733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2" name="Forme libre : forme 7041">
              <a:extLst>
                <a:ext uri="{FF2B5EF4-FFF2-40B4-BE49-F238E27FC236}">
                  <a16:creationId xmlns:a16="http://schemas.microsoft.com/office/drawing/2014/main" id="{831A3100-0D75-CC31-566A-B4CE783C0FFD}"/>
                </a:ext>
              </a:extLst>
            </p:cNvPr>
            <p:cNvSpPr/>
            <p:nvPr/>
          </p:nvSpPr>
          <p:spPr bwMode="gray">
            <a:xfrm>
              <a:off x="6529069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3" name="Forme libre : forme 7042">
              <a:extLst>
                <a:ext uri="{FF2B5EF4-FFF2-40B4-BE49-F238E27FC236}">
                  <a16:creationId xmlns:a16="http://schemas.microsoft.com/office/drawing/2014/main" id="{D663C601-6348-B90C-4C03-32B2CAFD2B60}"/>
                </a:ext>
              </a:extLst>
            </p:cNvPr>
            <p:cNvSpPr/>
            <p:nvPr/>
          </p:nvSpPr>
          <p:spPr bwMode="gray">
            <a:xfrm>
              <a:off x="647954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4" name="Forme libre : forme 7043">
              <a:extLst>
                <a:ext uri="{FF2B5EF4-FFF2-40B4-BE49-F238E27FC236}">
                  <a16:creationId xmlns:a16="http://schemas.microsoft.com/office/drawing/2014/main" id="{2F6FAE0D-B741-817C-1A02-A4BBC2FDC06A}"/>
                </a:ext>
              </a:extLst>
            </p:cNvPr>
            <p:cNvSpPr/>
            <p:nvPr/>
          </p:nvSpPr>
          <p:spPr bwMode="gray">
            <a:xfrm>
              <a:off x="64300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5" name="Forme libre : forme 7044">
              <a:extLst>
                <a:ext uri="{FF2B5EF4-FFF2-40B4-BE49-F238E27FC236}">
                  <a16:creationId xmlns:a16="http://schemas.microsoft.com/office/drawing/2014/main" id="{834B5454-A54B-FD63-B009-C389563878DA}"/>
                </a:ext>
              </a:extLst>
            </p:cNvPr>
            <p:cNvSpPr/>
            <p:nvPr/>
          </p:nvSpPr>
          <p:spPr bwMode="gray">
            <a:xfrm>
              <a:off x="63817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6" name="Forme libre : forme 7045">
              <a:extLst>
                <a:ext uri="{FF2B5EF4-FFF2-40B4-BE49-F238E27FC236}">
                  <a16:creationId xmlns:a16="http://schemas.microsoft.com/office/drawing/2014/main" id="{533494E8-2268-0A8B-77D7-423B2001C005}"/>
                </a:ext>
              </a:extLst>
            </p:cNvPr>
            <p:cNvSpPr/>
            <p:nvPr/>
          </p:nvSpPr>
          <p:spPr bwMode="gray">
            <a:xfrm>
              <a:off x="63322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7" name="Forme libre : forme 7046">
              <a:extLst>
                <a:ext uri="{FF2B5EF4-FFF2-40B4-BE49-F238E27FC236}">
                  <a16:creationId xmlns:a16="http://schemas.microsoft.com/office/drawing/2014/main" id="{8121E081-0D03-FC07-2E95-AAE510C78151}"/>
                </a:ext>
              </a:extLst>
            </p:cNvPr>
            <p:cNvSpPr/>
            <p:nvPr/>
          </p:nvSpPr>
          <p:spPr bwMode="gray">
            <a:xfrm>
              <a:off x="62839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8" name="Forme libre : forme 7047">
              <a:extLst>
                <a:ext uri="{FF2B5EF4-FFF2-40B4-BE49-F238E27FC236}">
                  <a16:creationId xmlns:a16="http://schemas.microsoft.com/office/drawing/2014/main" id="{D4E6AC93-886A-AE3B-762D-862BB803B990}"/>
                </a:ext>
              </a:extLst>
            </p:cNvPr>
            <p:cNvSpPr/>
            <p:nvPr/>
          </p:nvSpPr>
          <p:spPr bwMode="gray">
            <a:xfrm>
              <a:off x="62344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49" name="Forme libre : forme 7048">
              <a:extLst>
                <a:ext uri="{FF2B5EF4-FFF2-40B4-BE49-F238E27FC236}">
                  <a16:creationId xmlns:a16="http://schemas.microsoft.com/office/drawing/2014/main" id="{662718D4-EF16-60A2-D739-4D583D0E1635}"/>
                </a:ext>
              </a:extLst>
            </p:cNvPr>
            <p:cNvSpPr/>
            <p:nvPr/>
          </p:nvSpPr>
          <p:spPr bwMode="gray">
            <a:xfrm>
              <a:off x="61849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0" name="Forme libre : forme 7049">
              <a:extLst>
                <a:ext uri="{FF2B5EF4-FFF2-40B4-BE49-F238E27FC236}">
                  <a16:creationId xmlns:a16="http://schemas.microsoft.com/office/drawing/2014/main" id="{CDD38F98-4229-778A-9C1F-4A2314D39805}"/>
                </a:ext>
              </a:extLst>
            </p:cNvPr>
            <p:cNvSpPr/>
            <p:nvPr/>
          </p:nvSpPr>
          <p:spPr bwMode="gray">
            <a:xfrm>
              <a:off x="61366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1" name="Forme libre : forme 7050">
              <a:extLst>
                <a:ext uri="{FF2B5EF4-FFF2-40B4-BE49-F238E27FC236}">
                  <a16:creationId xmlns:a16="http://schemas.microsoft.com/office/drawing/2014/main" id="{FBDEC6DD-139C-3853-2BF7-068A27C5A9F2}"/>
                </a:ext>
              </a:extLst>
            </p:cNvPr>
            <p:cNvSpPr/>
            <p:nvPr/>
          </p:nvSpPr>
          <p:spPr bwMode="gray">
            <a:xfrm>
              <a:off x="60871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2" name="Forme libre : forme 7051">
              <a:extLst>
                <a:ext uri="{FF2B5EF4-FFF2-40B4-BE49-F238E27FC236}">
                  <a16:creationId xmlns:a16="http://schemas.microsoft.com/office/drawing/2014/main" id="{8683AA78-AFA2-2C87-10CD-0A59B62894EF}"/>
                </a:ext>
              </a:extLst>
            </p:cNvPr>
            <p:cNvSpPr/>
            <p:nvPr/>
          </p:nvSpPr>
          <p:spPr bwMode="gray">
            <a:xfrm>
              <a:off x="60388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3" name="Forme libre : forme 7052">
              <a:extLst>
                <a:ext uri="{FF2B5EF4-FFF2-40B4-BE49-F238E27FC236}">
                  <a16:creationId xmlns:a16="http://schemas.microsoft.com/office/drawing/2014/main" id="{16236A32-CC8E-CA82-84B9-3F0FDA3C3C8C}"/>
                </a:ext>
              </a:extLst>
            </p:cNvPr>
            <p:cNvSpPr/>
            <p:nvPr/>
          </p:nvSpPr>
          <p:spPr bwMode="gray">
            <a:xfrm>
              <a:off x="59893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4" name="Forme libre : forme 7053">
              <a:extLst>
                <a:ext uri="{FF2B5EF4-FFF2-40B4-BE49-F238E27FC236}">
                  <a16:creationId xmlns:a16="http://schemas.microsoft.com/office/drawing/2014/main" id="{D283AFF2-EB71-4BA9-CB00-3DAA825BB3EC}"/>
                </a:ext>
              </a:extLst>
            </p:cNvPr>
            <p:cNvSpPr/>
            <p:nvPr/>
          </p:nvSpPr>
          <p:spPr bwMode="gray">
            <a:xfrm>
              <a:off x="59410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5" name="Forme libre : forme 7054">
              <a:extLst>
                <a:ext uri="{FF2B5EF4-FFF2-40B4-BE49-F238E27FC236}">
                  <a16:creationId xmlns:a16="http://schemas.microsoft.com/office/drawing/2014/main" id="{CD7EC6E5-94D5-D211-6834-05A12624CB24}"/>
                </a:ext>
              </a:extLst>
            </p:cNvPr>
            <p:cNvSpPr/>
            <p:nvPr/>
          </p:nvSpPr>
          <p:spPr bwMode="gray">
            <a:xfrm>
              <a:off x="58915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6" name="Forme libre : forme 7055">
              <a:extLst>
                <a:ext uri="{FF2B5EF4-FFF2-40B4-BE49-F238E27FC236}">
                  <a16:creationId xmlns:a16="http://schemas.microsoft.com/office/drawing/2014/main" id="{004E9A40-3A1A-9148-3AF6-6C78C1F70FED}"/>
                </a:ext>
              </a:extLst>
            </p:cNvPr>
            <p:cNvSpPr/>
            <p:nvPr/>
          </p:nvSpPr>
          <p:spPr bwMode="gray">
            <a:xfrm>
              <a:off x="58420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7" name="Forme libre : forme 7056">
              <a:extLst>
                <a:ext uri="{FF2B5EF4-FFF2-40B4-BE49-F238E27FC236}">
                  <a16:creationId xmlns:a16="http://schemas.microsoft.com/office/drawing/2014/main" id="{21CAB66F-4E29-C21E-42BE-C2186C5E186D}"/>
                </a:ext>
              </a:extLst>
            </p:cNvPr>
            <p:cNvSpPr/>
            <p:nvPr/>
          </p:nvSpPr>
          <p:spPr bwMode="gray">
            <a:xfrm>
              <a:off x="57937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8" name="Forme libre : forme 7057">
              <a:extLst>
                <a:ext uri="{FF2B5EF4-FFF2-40B4-BE49-F238E27FC236}">
                  <a16:creationId xmlns:a16="http://schemas.microsoft.com/office/drawing/2014/main" id="{32FC9024-D60F-4369-0160-6D205628D733}"/>
                </a:ext>
              </a:extLst>
            </p:cNvPr>
            <p:cNvSpPr/>
            <p:nvPr/>
          </p:nvSpPr>
          <p:spPr bwMode="gray">
            <a:xfrm>
              <a:off x="57442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59" name="Forme libre : forme 7058">
              <a:extLst>
                <a:ext uri="{FF2B5EF4-FFF2-40B4-BE49-F238E27FC236}">
                  <a16:creationId xmlns:a16="http://schemas.microsoft.com/office/drawing/2014/main" id="{46DE7181-BCFD-228B-BDA2-2F6A86D44BC1}"/>
                </a:ext>
              </a:extLst>
            </p:cNvPr>
            <p:cNvSpPr/>
            <p:nvPr/>
          </p:nvSpPr>
          <p:spPr bwMode="gray">
            <a:xfrm>
              <a:off x="56959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0" name="Forme libre : forme 7059">
              <a:extLst>
                <a:ext uri="{FF2B5EF4-FFF2-40B4-BE49-F238E27FC236}">
                  <a16:creationId xmlns:a16="http://schemas.microsoft.com/office/drawing/2014/main" id="{7B4FDAC4-E6DB-46FD-62DA-DC5B4048DB2F}"/>
                </a:ext>
              </a:extLst>
            </p:cNvPr>
            <p:cNvSpPr/>
            <p:nvPr/>
          </p:nvSpPr>
          <p:spPr bwMode="gray">
            <a:xfrm>
              <a:off x="56464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1" name="Forme libre : forme 7060">
              <a:extLst>
                <a:ext uri="{FF2B5EF4-FFF2-40B4-BE49-F238E27FC236}">
                  <a16:creationId xmlns:a16="http://schemas.microsoft.com/office/drawing/2014/main" id="{C4F6F987-8A37-9DC3-BCC9-161C398C12F3}"/>
                </a:ext>
              </a:extLst>
            </p:cNvPr>
            <p:cNvSpPr/>
            <p:nvPr/>
          </p:nvSpPr>
          <p:spPr bwMode="gray">
            <a:xfrm>
              <a:off x="55968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2" name="Forme libre : forme 7061">
              <a:extLst>
                <a:ext uri="{FF2B5EF4-FFF2-40B4-BE49-F238E27FC236}">
                  <a16:creationId xmlns:a16="http://schemas.microsoft.com/office/drawing/2014/main" id="{725DDD92-8B5C-B5DC-A469-686B7B72DD4C}"/>
                </a:ext>
              </a:extLst>
            </p:cNvPr>
            <p:cNvSpPr/>
            <p:nvPr/>
          </p:nvSpPr>
          <p:spPr bwMode="gray">
            <a:xfrm>
              <a:off x="55486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3" name="Forme libre : forme 7062">
              <a:extLst>
                <a:ext uri="{FF2B5EF4-FFF2-40B4-BE49-F238E27FC236}">
                  <a16:creationId xmlns:a16="http://schemas.microsoft.com/office/drawing/2014/main" id="{B13FCDCA-1F73-AC01-9FD4-C4FC105FF354}"/>
                </a:ext>
              </a:extLst>
            </p:cNvPr>
            <p:cNvSpPr/>
            <p:nvPr/>
          </p:nvSpPr>
          <p:spPr bwMode="gray">
            <a:xfrm>
              <a:off x="54991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4" name="Forme libre : forme 7063">
              <a:extLst>
                <a:ext uri="{FF2B5EF4-FFF2-40B4-BE49-F238E27FC236}">
                  <a16:creationId xmlns:a16="http://schemas.microsoft.com/office/drawing/2014/main" id="{3F5D4F79-EFCA-45A5-5FE0-5B29B7302DCC}"/>
                </a:ext>
              </a:extLst>
            </p:cNvPr>
            <p:cNvSpPr/>
            <p:nvPr/>
          </p:nvSpPr>
          <p:spPr bwMode="gray">
            <a:xfrm>
              <a:off x="54508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5" name="Forme libre : forme 7064">
              <a:extLst>
                <a:ext uri="{FF2B5EF4-FFF2-40B4-BE49-F238E27FC236}">
                  <a16:creationId xmlns:a16="http://schemas.microsoft.com/office/drawing/2014/main" id="{805090A8-5B85-5E8C-0F76-9F6F74FB8B90}"/>
                </a:ext>
              </a:extLst>
            </p:cNvPr>
            <p:cNvSpPr/>
            <p:nvPr/>
          </p:nvSpPr>
          <p:spPr bwMode="gray">
            <a:xfrm>
              <a:off x="54013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6" name="Forme libre : forme 7065">
              <a:extLst>
                <a:ext uri="{FF2B5EF4-FFF2-40B4-BE49-F238E27FC236}">
                  <a16:creationId xmlns:a16="http://schemas.microsoft.com/office/drawing/2014/main" id="{A7B1D99E-F3DB-1230-5C26-57EA675CE1A5}"/>
                </a:ext>
              </a:extLst>
            </p:cNvPr>
            <p:cNvSpPr/>
            <p:nvPr/>
          </p:nvSpPr>
          <p:spPr bwMode="gray">
            <a:xfrm>
              <a:off x="53517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7" name="Forme libre : forme 7066">
              <a:extLst>
                <a:ext uri="{FF2B5EF4-FFF2-40B4-BE49-F238E27FC236}">
                  <a16:creationId xmlns:a16="http://schemas.microsoft.com/office/drawing/2014/main" id="{C90AD251-AB13-4D88-07C5-2CED9250853F}"/>
                </a:ext>
              </a:extLst>
            </p:cNvPr>
            <p:cNvSpPr/>
            <p:nvPr/>
          </p:nvSpPr>
          <p:spPr bwMode="gray">
            <a:xfrm>
              <a:off x="53035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8" name="Forme libre : forme 7067">
              <a:extLst>
                <a:ext uri="{FF2B5EF4-FFF2-40B4-BE49-F238E27FC236}">
                  <a16:creationId xmlns:a16="http://schemas.microsoft.com/office/drawing/2014/main" id="{DCEDF5AC-0849-00FD-D126-1D260960A784}"/>
                </a:ext>
              </a:extLst>
            </p:cNvPr>
            <p:cNvSpPr/>
            <p:nvPr/>
          </p:nvSpPr>
          <p:spPr bwMode="gray">
            <a:xfrm>
              <a:off x="52539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69" name="Forme libre : forme 7068">
              <a:extLst>
                <a:ext uri="{FF2B5EF4-FFF2-40B4-BE49-F238E27FC236}">
                  <a16:creationId xmlns:a16="http://schemas.microsoft.com/office/drawing/2014/main" id="{F50C474D-AE1B-C81D-1FFA-EC8E3B6CE49D}"/>
                </a:ext>
              </a:extLst>
            </p:cNvPr>
            <p:cNvSpPr/>
            <p:nvPr/>
          </p:nvSpPr>
          <p:spPr bwMode="gray">
            <a:xfrm>
              <a:off x="52057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0" name="Forme libre : forme 7069">
              <a:extLst>
                <a:ext uri="{FF2B5EF4-FFF2-40B4-BE49-F238E27FC236}">
                  <a16:creationId xmlns:a16="http://schemas.microsoft.com/office/drawing/2014/main" id="{33015B83-8FDE-55E3-D26B-326F29D1E2B3}"/>
                </a:ext>
              </a:extLst>
            </p:cNvPr>
            <p:cNvSpPr/>
            <p:nvPr/>
          </p:nvSpPr>
          <p:spPr bwMode="gray">
            <a:xfrm>
              <a:off x="51562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1" name="Forme libre : forme 7070">
              <a:extLst>
                <a:ext uri="{FF2B5EF4-FFF2-40B4-BE49-F238E27FC236}">
                  <a16:creationId xmlns:a16="http://schemas.microsoft.com/office/drawing/2014/main" id="{3F4C88BC-CAA6-AE54-24A9-6C1BA6F5609F}"/>
                </a:ext>
              </a:extLst>
            </p:cNvPr>
            <p:cNvSpPr/>
            <p:nvPr/>
          </p:nvSpPr>
          <p:spPr bwMode="gray">
            <a:xfrm>
              <a:off x="51066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2" name="Forme libre : forme 7071">
              <a:extLst>
                <a:ext uri="{FF2B5EF4-FFF2-40B4-BE49-F238E27FC236}">
                  <a16:creationId xmlns:a16="http://schemas.microsoft.com/office/drawing/2014/main" id="{B9834696-52A4-9033-DEBB-71BCD47BE0B0}"/>
                </a:ext>
              </a:extLst>
            </p:cNvPr>
            <p:cNvSpPr/>
            <p:nvPr/>
          </p:nvSpPr>
          <p:spPr bwMode="gray">
            <a:xfrm>
              <a:off x="50584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3" name="Forme libre : forme 7072">
              <a:extLst>
                <a:ext uri="{FF2B5EF4-FFF2-40B4-BE49-F238E27FC236}">
                  <a16:creationId xmlns:a16="http://schemas.microsoft.com/office/drawing/2014/main" id="{EA8230E9-3DA4-21BC-08FC-5A804C36DAB0}"/>
                </a:ext>
              </a:extLst>
            </p:cNvPr>
            <p:cNvSpPr/>
            <p:nvPr/>
          </p:nvSpPr>
          <p:spPr bwMode="gray">
            <a:xfrm>
              <a:off x="50088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4" name="Forme libre : forme 7073">
              <a:extLst>
                <a:ext uri="{FF2B5EF4-FFF2-40B4-BE49-F238E27FC236}">
                  <a16:creationId xmlns:a16="http://schemas.microsoft.com/office/drawing/2014/main" id="{45040A6A-34F7-2A20-8343-B578E5CC8F30}"/>
                </a:ext>
              </a:extLst>
            </p:cNvPr>
            <p:cNvSpPr/>
            <p:nvPr/>
          </p:nvSpPr>
          <p:spPr bwMode="gray">
            <a:xfrm>
              <a:off x="49606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5" name="Forme libre : forme 7074">
              <a:extLst>
                <a:ext uri="{FF2B5EF4-FFF2-40B4-BE49-F238E27FC236}">
                  <a16:creationId xmlns:a16="http://schemas.microsoft.com/office/drawing/2014/main" id="{2ECFC79E-745A-AB01-FE26-F010CF921B12}"/>
                </a:ext>
              </a:extLst>
            </p:cNvPr>
            <p:cNvSpPr/>
            <p:nvPr/>
          </p:nvSpPr>
          <p:spPr bwMode="gray">
            <a:xfrm>
              <a:off x="49110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6" name="Forme libre : forme 7075">
              <a:extLst>
                <a:ext uri="{FF2B5EF4-FFF2-40B4-BE49-F238E27FC236}">
                  <a16:creationId xmlns:a16="http://schemas.microsoft.com/office/drawing/2014/main" id="{C5E8DB51-7990-0A4F-1E53-408DDC5EE185}"/>
                </a:ext>
              </a:extLst>
            </p:cNvPr>
            <p:cNvSpPr/>
            <p:nvPr/>
          </p:nvSpPr>
          <p:spPr bwMode="gray">
            <a:xfrm>
              <a:off x="48615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7" name="Forme libre : forme 7076">
              <a:extLst>
                <a:ext uri="{FF2B5EF4-FFF2-40B4-BE49-F238E27FC236}">
                  <a16:creationId xmlns:a16="http://schemas.microsoft.com/office/drawing/2014/main" id="{1B790713-731D-1090-5FC4-481EAFC01360}"/>
                </a:ext>
              </a:extLst>
            </p:cNvPr>
            <p:cNvSpPr/>
            <p:nvPr/>
          </p:nvSpPr>
          <p:spPr bwMode="gray">
            <a:xfrm>
              <a:off x="48133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8" name="Forme libre : forme 7077">
              <a:extLst>
                <a:ext uri="{FF2B5EF4-FFF2-40B4-BE49-F238E27FC236}">
                  <a16:creationId xmlns:a16="http://schemas.microsoft.com/office/drawing/2014/main" id="{FE058F86-8822-DA03-0AC5-E8F8169A2012}"/>
                </a:ext>
              </a:extLst>
            </p:cNvPr>
            <p:cNvSpPr/>
            <p:nvPr/>
          </p:nvSpPr>
          <p:spPr bwMode="gray">
            <a:xfrm>
              <a:off x="47637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79" name="Forme libre : forme 7078">
              <a:extLst>
                <a:ext uri="{FF2B5EF4-FFF2-40B4-BE49-F238E27FC236}">
                  <a16:creationId xmlns:a16="http://schemas.microsoft.com/office/drawing/2014/main" id="{725FD23E-B0C4-33B9-3156-A074CDBF3D22}"/>
                </a:ext>
              </a:extLst>
            </p:cNvPr>
            <p:cNvSpPr/>
            <p:nvPr/>
          </p:nvSpPr>
          <p:spPr bwMode="gray">
            <a:xfrm>
              <a:off x="47155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0" name="Forme libre : forme 7079">
              <a:extLst>
                <a:ext uri="{FF2B5EF4-FFF2-40B4-BE49-F238E27FC236}">
                  <a16:creationId xmlns:a16="http://schemas.microsoft.com/office/drawing/2014/main" id="{D267D2BF-B269-0BD0-0098-DBAC2FE646E1}"/>
                </a:ext>
              </a:extLst>
            </p:cNvPr>
            <p:cNvSpPr/>
            <p:nvPr/>
          </p:nvSpPr>
          <p:spPr bwMode="gray">
            <a:xfrm>
              <a:off x="46659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1" name="Forme libre : forme 7080">
              <a:extLst>
                <a:ext uri="{FF2B5EF4-FFF2-40B4-BE49-F238E27FC236}">
                  <a16:creationId xmlns:a16="http://schemas.microsoft.com/office/drawing/2014/main" id="{142E1F8D-6190-4C28-89A1-2F13E026980F}"/>
                </a:ext>
              </a:extLst>
            </p:cNvPr>
            <p:cNvSpPr/>
            <p:nvPr/>
          </p:nvSpPr>
          <p:spPr bwMode="gray">
            <a:xfrm>
              <a:off x="46177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2" name="Forme libre : forme 7081">
              <a:extLst>
                <a:ext uri="{FF2B5EF4-FFF2-40B4-BE49-F238E27FC236}">
                  <a16:creationId xmlns:a16="http://schemas.microsoft.com/office/drawing/2014/main" id="{DBCC50B9-B7C2-D0D4-88F4-66B1542361FC}"/>
                </a:ext>
              </a:extLst>
            </p:cNvPr>
            <p:cNvSpPr/>
            <p:nvPr/>
          </p:nvSpPr>
          <p:spPr bwMode="gray">
            <a:xfrm>
              <a:off x="45681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3" name="Forme libre : forme 7082">
              <a:extLst>
                <a:ext uri="{FF2B5EF4-FFF2-40B4-BE49-F238E27FC236}">
                  <a16:creationId xmlns:a16="http://schemas.microsoft.com/office/drawing/2014/main" id="{3E9DFCCA-E2F0-65DC-9389-F69D623F7232}"/>
                </a:ext>
              </a:extLst>
            </p:cNvPr>
            <p:cNvSpPr/>
            <p:nvPr/>
          </p:nvSpPr>
          <p:spPr bwMode="gray">
            <a:xfrm>
              <a:off x="45186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4" name="Forme libre : forme 7083">
              <a:extLst>
                <a:ext uri="{FF2B5EF4-FFF2-40B4-BE49-F238E27FC236}">
                  <a16:creationId xmlns:a16="http://schemas.microsoft.com/office/drawing/2014/main" id="{12963481-A991-195F-BC08-5D9C74A26EE7}"/>
                </a:ext>
              </a:extLst>
            </p:cNvPr>
            <p:cNvSpPr/>
            <p:nvPr/>
          </p:nvSpPr>
          <p:spPr bwMode="gray">
            <a:xfrm>
              <a:off x="44704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5" name="Forme libre : forme 7084">
              <a:extLst>
                <a:ext uri="{FF2B5EF4-FFF2-40B4-BE49-F238E27FC236}">
                  <a16:creationId xmlns:a16="http://schemas.microsoft.com/office/drawing/2014/main" id="{D6AF19B2-E834-ABCE-1A59-46DDE5F88CCB}"/>
                </a:ext>
              </a:extLst>
            </p:cNvPr>
            <p:cNvSpPr/>
            <p:nvPr/>
          </p:nvSpPr>
          <p:spPr bwMode="gray">
            <a:xfrm>
              <a:off x="44208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6" name="Forme libre : forme 7085">
              <a:extLst>
                <a:ext uri="{FF2B5EF4-FFF2-40B4-BE49-F238E27FC236}">
                  <a16:creationId xmlns:a16="http://schemas.microsoft.com/office/drawing/2014/main" id="{373657BE-4FF6-0E48-9949-26EFF1D6FD12}"/>
                </a:ext>
              </a:extLst>
            </p:cNvPr>
            <p:cNvSpPr/>
            <p:nvPr/>
          </p:nvSpPr>
          <p:spPr bwMode="gray">
            <a:xfrm>
              <a:off x="43726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7" name="Forme libre : forme 7086">
              <a:extLst>
                <a:ext uri="{FF2B5EF4-FFF2-40B4-BE49-F238E27FC236}">
                  <a16:creationId xmlns:a16="http://schemas.microsoft.com/office/drawing/2014/main" id="{EAF02B83-6D9B-045E-0D27-E852CE30F039}"/>
                </a:ext>
              </a:extLst>
            </p:cNvPr>
            <p:cNvSpPr/>
            <p:nvPr/>
          </p:nvSpPr>
          <p:spPr bwMode="gray">
            <a:xfrm>
              <a:off x="43230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8" name="Forme libre : forme 7087">
              <a:extLst>
                <a:ext uri="{FF2B5EF4-FFF2-40B4-BE49-F238E27FC236}">
                  <a16:creationId xmlns:a16="http://schemas.microsoft.com/office/drawing/2014/main" id="{8DC8A0D6-4198-84A8-E9A7-701B006D9FF5}"/>
                </a:ext>
              </a:extLst>
            </p:cNvPr>
            <p:cNvSpPr/>
            <p:nvPr/>
          </p:nvSpPr>
          <p:spPr bwMode="gray">
            <a:xfrm>
              <a:off x="42735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89" name="Forme libre : forme 7088">
              <a:extLst>
                <a:ext uri="{FF2B5EF4-FFF2-40B4-BE49-F238E27FC236}">
                  <a16:creationId xmlns:a16="http://schemas.microsoft.com/office/drawing/2014/main" id="{C405CC6F-D64A-8498-441D-16B88A2FC30A}"/>
                </a:ext>
              </a:extLst>
            </p:cNvPr>
            <p:cNvSpPr/>
            <p:nvPr/>
          </p:nvSpPr>
          <p:spPr bwMode="gray">
            <a:xfrm>
              <a:off x="42252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0" name="Forme libre : forme 7089">
              <a:extLst>
                <a:ext uri="{FF2B5EF4-FFF2-40B4-BE49-F238E27FC236}">
                  <a16:creationId xmlns:a16="http://schemas.microsoft.com/office/drawing/2014/main" id="{0BF76C71-52B1-383E-08D0-D96BDF1CBB8B}"/>
                </a:ext>
              </a:extLst>
            </p:cNvPr>
            <p:cNvSpPr/>
            <p:nvPr/>
          </p:nvSpPr>
          <p:spPr bwMode="gray">
            <a:xfrm>
              <a:off x="41757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1" name="Forme libre : forme 7090">
              <a:extLst>
                <a:ext uri="{FF2B5EF4-FFF2-40B4-BE49-F238E27FC236}">
                  <a16:creationId xmlns:a16="http://schemas.microsoft.com/office/drawing/2014/main" id="{F02B8B19-F5EB-D799-C5AA-B20FDC35B854}"/>
                </a:ext>
              </a:extLst>
            </p:cNvPr>
            <p:cNvSpPr/>
            <p:nvPr/>
          </p:nvSpPr>
          <p:spPr bwMode="gray">
            <a:xfrm>
              <a:off x="41275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2" name="Forme libre : forme 7091">
              <a:extLst>
                <a:ext uri="{FF2B5EF4-FFF2-40B4-BE49-F238E27FC236}">
                  <a16:creationId xmlns:a16="http://schemas.microsoft.com/office/drawing/2014/main" id="{01F9BD81-75F2-7A68-1403-8E2B9105B259}"/>
                </a:ext>
              </a:extLst>
            </p:cNvPr>
            <p:cNvSpPr/>
            <p:nvPr/>
          </p:nvSpPr>
          <p:spPr bwMode="gray">
            <a:xfrm>
              <a:off x="40779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3" name="Forme libre : forme 7092">
              <a:extLst>
                <a:ext uri="{FF2B5EF4-FFF2-40B4-BE49-F238E27FC236}">
                  <a16:creationId xmlns:a16="http://schemas.microsoft.com/office/drawing/2014/main" id="{D38B5767-AD42-7CA9-8FC9-75CA341872B0}"/>
                </a:ext>
              </a:extLst>
            </p:cNvPr>
            <p:cNvSpPr/>
            <p:nvPr/>
          </p:nvSpPr>
          <p:spPr bwMode="gray">
            <a:xfrm>
              <a:off x="40284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4" name="Forme libre : forme 7093">
              <a:extLst>
                <a:ext uri="{FF2B5EF4-FFF2-40B4-BE49-F238E27FC236}">
                  <a16:creationId xmlns:a16="http://schemas.microsoft.com/office/drawing/2014/main" id="{960C9A6A-3B06-E63B-42EA-764ACD6BEC33}"/>
                </a:ext>
              </a:extLst>
            </p:cNvPr>
            <p:cNvSpPr/>
            <p:nvPr/>
          </p:nvSpPr>
          <p:spPr bwMode="gray">
            <a:xfrm>
              <a:off x="39801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5" name="Forme libre : forme 7094">
              <a:extLst>
                <a:ext uri="{FF2B5EF4-FFF2-40B4-BE49-F238E27FC236}">
                  <a16:creationId xmlns:a16="http://schemas.microsoft.com/office/drawing/2014/main" id="{576047E7-666B-03B7-247C-0D40F9234DD1}"/>
                </a:ext>
              </a:extLst>
            </p:cNvPr>
            <p:cNvSpPr/>
            <p:nvPr/>
          </p:nvSpPr>
          <p:spPr bwMode="gray">
            <a:xfrm>
              <a:off x="39306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6" name="Forme libre : forme 7095">
              <a:extLst>
                <a:ext uri="{FF2B5EF4-FFF2-40B4-BE49-F238E27FC236}">
                  <a16:creationId xmlns:a16="http://schemas.microsoft.com/office/drawing/2014/main" id="{77674776-36EF-DD9B-D723-2876698BDBF7}"/>
                </a:ext>
              </a:extLst>
            </p:cNvPr>
            <p:cNvSpPr/>
            <p:nvPr/>
          </p:nvSpPr>
          <p:spPr bwMode="gray">
            <a:xfrm>
              <a:off x="38823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7" name="Forme libre : forme 7096">
              <a:extLst>
                <a:ext uri="{FF2B5EF4-FFF2-40B4-BE49-F238E27FC236}">
                  <a16:creationId xmlns:a16="http://schemas.microsoft.com/office/drawing/2014/main" id="{47088651-F34F-AB38-CB3C-6D0205D6EB23}"/>
                </a:ext>
              </a:extLst>
            </p:cNvPr>
            <p:cNvSpPr/>
            <p:nvPr/>
          </p:nvSpPr>
          <p:spPr bwMode="gray">
            <a:xfrm>
              <a:off x="383286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8" name="Forme libre : forme 7097">
              <a:extLst>
                <a:ext uri="{FF2B5EF4-FFF2-40B4-BE49-F238E27FC236}">
                  <a16:creationId xmlns:a16="http://schemas.microsoft.com/office/drawing/2014/main" id="{CFA1D478-DD6B-3970-C52B-26AF58DF67E4}"/>
                </a:ext>
              </a:extLst>
            </p:cNvPr>
            <p:cNvSpPr/>
            <p:nvPr/>
          </p:nvSpPr>
          <p:spPr bwMode="gray">
            <a:xfrm>
              <a:off x="37833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99" name="Forme libre : forme 7098">
              <a:extLst>
                <a:ext uri="{FF2B5EF4-FFF2-40B4-BE49-F238E27FC236}">
                  <a16:creationId xmlns:a16="http://schemas.microsoft.com/office/drawing/2014/main" id="{E4DEA22C-FD8C-861B-B3DD-B0439F4F19D4}"/>
                </a:ext>
              </a:extLst>
            </p:cNvPr>
            <p:cNvSpPr/>
            <p:nvPr/>
          </p:nvSpPr>
          <p:spPr bwMode="gray">
            <a:xfrm>
              <a:off x="36855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0" name="Forme libre : forme 7099">
              <a:extLst>
                <a:ext uri="{FF2B5EF4-FFF2-40B4-BE49-F238E27FC236}">
                  <a16:creationId xmlns:a16="http://schemas.microsoft.com/office/drawing/2014/main" id="{9DD58492-5401-FB21-B4AA-943D32E3D4FC}"/>
                </a:ext>
              </a:extLst>
            </p:cNvPr>
            <p:cNvSpPr/>
            <p:nvPr/>
          </p:nvSpPr>
          <p:spPr bwMode="gray">
            <a:xfrm>
              <a:off x="36372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1" name="Forme libre : forme 7100">
              <a:extLst>
                <a:ext uri="{FF2B5EF4-FFF2-40B4-BE49-F238E27FC236}">
                  <a16:creationId xmlns:a16="http://schemas.microsoft.com/office/drawing/2014/main" id="{DAF8D908-5C5A-5D66-C240-C9C0EAE58F93}"/>
                </a:ext>
              </a:extLst>
            </p:cNvPr>
            <p:cNvSpPr/>
            <p:nvPr/>
          </p:nvSpPr>
          <p:spPr bwMode="gray">
            <a:xfrm>
              <a:off x="27051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2" name="Forme libre : forme 7101">
              <a:extLst>
                <a:ext uri="{FF2B5EF4-FFF2-40B4-BE49-F238E27FC236}">
                  <a16:creationId xmlns:a16="http://schemas.microsoft.com/office/drawing/2014/main" id="{B40B2CCB-D1BC-48D8-3A4B-881283361FB1}"/>
                </a:ext>
              </a:extLst>
            </p:cNvPr>
            <p:cNvSpPr/>
            <p:nvPr/>
          </p:nvSpPr>
          <p:spPr bwMode="gray">
            <a:xfrm>
              <a:off x="26568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3" name="Forme libre : forme 7102">
              <a:extLst>
                <a:ext uri="{FF2B5EF4-FFF2-40B4-BE49-F238E27FC236}">
                  <a16:creationId xmlns:a16="http://schemas.microsoft.com/office/drawing/2014/main" id="{048A6E63-6B8B-17CB-8FB2-83ADA2B7E216}"/>
                </a:ext>
              </a:extLst>
            </p:cNvPr>
            <p:cNvSpPr/>
            <p:nvPr/>
          </p:nvSpPr>
          <p:spPr bwMode="gray">
            <a:xfrm>
              <a:off x="26073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4" name="Forme libre : forme 7103">
              <a:extLst>
                <a:ext uri="{FF2B5EF4-FFF2-40B4-BE49-F238E27FC236}">
                  <a16:creationId xmlns:a16="http://schemas.microsoft.com/office/drawing/2014/main" id="{3F90326B-FB94-BF44-A61E-3E3FC01C44F6}"/>
                </a:ext>
              </a:extLst>
            </p:cNvPr>
            <p:cNvSpPr/>
            <p:nvPr/>
          </p:nvSpPr>
          <p:spPr bwMode="gray">
            <a:xfrm>
              <a:off x="255905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5" name="Forme libre : forme 7104">
              <a:extLst>
                <a:ext uri="{FF2B5EF4-FFF2-40B4-BE49-F238E27FC236}">
                  <a16:creationId xmlns:a16="http://schemas.microsoft.com/office/drawing/2014/main" id="{C49459CB-B068-999E-E4B0-EA847E7A5E42}"/>
                </a:ext>
              </a:extLst>
            </p:cNvPr>
            <p:cNvSpPr/>
            <p:nvPr/>
          </p:nvSpPr>
          <p:spPr bwMode="gray">
            <a:xfrm>
              <a:off x="25095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6" name="Forme libre : forme 7105">
              <a:extLst>
                <a:ext uri="{FF2B5EF4-FFF2-40B4-BE49-F238E27FC236}">
                  <a16:creationId xmlns:a16="http://schemas.microsoft.com/office/drawing/2014/main" id="{A3B96FEB-4D9D-AF0A-9F20-34DBF22FE6F4}"/>
                </a:ext>
              </a:extLst>
            </p:cNvPr>
            <p:cNvSpPr/>
            <p:nvPr/>
          </p:nvSpPr>
          <p:spPr bwMode="gray">
            <a:xfrm>
              <a:off x="24599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7" name="Forme libre : forme 7106">
              <a:extLst>
                <a:ext uri="{FF2B5EF4-FFF2-40B4-BE49-F238E27FC236}">
                  <a16:creationId xmlns:a16="http://schemas.microsoft.com/office/drawing/2014/main" id="{BDC437C8-AF00-B45B-5D72-320ACE03F66A}"/>
                </a:ext>
              </a:extLst>
            </p:cNvPr>
            <p:cNvSpPr/>
            <p:nvPr/>
          </p:nvSpPr>
          <p:spPr bwMode="gray">
            <a:xfrm>
              <a:off x="24117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8" name="Forme libre : forme 7107">
              <a:extLst>
                <a:ext uri="{FF2B5EF4-FFF2-40B4-BE49-F238E27FC236}">
                  <a16:creationId xmlns:a16="http://schemas.microsoft.com/office/drawing/2014/main" id="{16329471-EEA4-72B4-1F02-792F44E9F594}"/>
                </a:ext>
              </a:extLst>
            </p:cNvPr>
            <p:cNvSpPr/>
            <p:nvPr/>
          </p:nvSpPr>
          <p:spPr bwMode="gray">
            <a:xfrm>
              <a:off x="23622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09" name="Forme libre : forme 7108">
              <a:extLst>
                <a:ext uri="{FF2B5EF4-FFF2-40B4-BE49-F238E27FC236}">
                  <a16:creationId xmlns:a16="http://schemas.microsoft.com/office/drawing/2014/main" id="{A80CBB29-9810-F1C2-FB88-E20B35E24D4D}"/>
                </a:ext>
              </a:extLst>
            </p:cNvPr>
            <p:cNvSpPr/>
            <p:nvPr/>
          </p:nvSpPr>
          <p:spPr bwMode="gray">
            <a:xfrm>
              <a:off x="231394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0" name="Forme libre : forme 7109">
              <a:extLst>
                <a:ext uri="{FF2B5EF4-FFF2-40B4-BE49-F238E27FC236}">
                  <a16:creationId xmlns:a16="http://schemas.microsoft.com/office/drawing/2014/main" id="{B5F710F2-AFA6-887C-FCD0-74DD5525C826}"/>
                </a:ext>
              </a:extLst>
            </p:cNvPr>
            <p:cNvSpPr/>
            <p:nvPr/>
          </p:nvSpPr>
          <p:spPr bwMode="gray">
            <a:xfrm>
              <a:off x="22644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1" name="Forme libre : forme 7110">
              <a:extLst>
                <a:ext uri="{FF2B5EF4-FFF2-40B4-BE49-F238E27FC236}">
                  <a16:creationId xmlns:a16="http://schemas.microsoft.com/office/drawing/2014/main" id="{601308C5-5B11-B044-D9B6-6FB77E6B5AC7}"/>
                </a:ext>
              </a:extLst>
            </p:cNvPr>
            <p:cNvSpPr/>
            <p:nvPr/>
          </p:nvSpPr>
          <p:spPr bwMode="gray">
            <a:xfrm>
              <a:off x="22148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2" name="Forme libre : forme 7111">
              <a:extLst>
                <a:ext uri="{FF2B5EF4-FFF2-40B4-BE49-F238E27FC236}">
                  <a16:creationId xmlns:a16="http://schemas.microsoft.com/office/drawing/2014/main" id="{153F879A-6BAF-5408-839F-EAB980EFD6D1}"/>
                </a:ext>
              </a:extLst>
            </p:cNvPr>
            <p:cNvSpPr/>
            <p:nvPr/>
          </p:nvSpPr>
          <p:spPr bwMode="gray">
            <a:xfrm>
              <a:off x="21666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3" name="Forme libre : forme 7112">
              <a:extLst>
                <a:ext uri="{FF2B5EF4-FFF2-40B4-BE49-F238E27FC236}">
                  <a16:creationId xmlns:a16="http://schemas.microsoft.com/office/drawing/2014/main" id="{F02B75B6-C4E7-11A5-57BB-AE0BF61E8DED}"/>
                </a:ext>
              </a:extLst>
            </p:cNvPr>
            <p:cNvSpPr/>
            <p:nvPr/>
          </p:nvSpPr>
          <p:spPr bwMode="gray">
            <a:xfrm>
              <a:off x="21170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4" name="Forme libre : forme 7113">
              <a:extLst>
                <a:ext uri="{FF2B5EF4-FFF2-40B4-BE49-F238E27FC236}">
                  <a16:creationId xmlns:a16="http://schemas.microsoft.com/office/drawing/2014/main" id="{059E35FC-59B6-1FF9-F872-326FFFC320BD}"/>
                </a:ext>
              </a:extLst>
            </p:cNvPr>
            <p:cNvSpPr/>
            <p:nvPr/>
          </p:nvSpPr>
          <p:spPr bwMode="gray">
            <a:xfrm>
              <a:off x="20688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5" name="Forme libre : forme 7114">
              <a:extLst>
                <a:ext uri="{FF2B5EF4-FFF2-40B4-BE49-F238E27FC236}">
                  <a16:creationId xmlns:a16="http://schemas.microsoft.com/office/drawing/2014/main" id="{19BD36A6-E5E6-F145-A9CD-48724E228E85}"/>
                </a:ext>
              </a:extLst>
            </p:cNvPr>
            <p:cNvSpPr/>
            <p:nvPr/>
          </p:nvSpPr>
          <p:spPr bwMode="gray">
            <a:xfrm>
              <a:off x="20193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6" name="Forme libre : forme 7115">
              <a:extLst>
                <a:ext uri="{FF2B5EF4-FFF2-40B4-BE49-F238E27FC236}">
                  <a16:creationId xmlns:a16="http://schemas.microsoft.com/office/drawing/2014/main" id="{952CC974-D534-46C5-02CC-C78C960D2999}"/>
                </a:ext>
              </a:extLst>
            </p:cNvPr>
            <p:cNvSpPr/>
            <p:nvPr/>
          </p:nvSpPr>
          <p:spPr bwMode="gray">
            <a:xfrm>
              <a:off x="19697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7" name="Forme libre : forme 7116">
              <a:extLst>
                <a:ext uri="{FF2B5EF4-FFF2-40B4-BE49-F238E27FC236}">
                  <a16:creationId xmlns:a16="http://schemas.microsoft.com/office/drawing/2014/main" id="{BDD1655B-0464-744F-0272-E703D3964EA1}"/>
                </a:ext>
              </a:extLst>
            </p:cNvPr>
            <p:cNvSpPr/>
            <p:nvPr/>
          </p:nvSpPr>
          <p:spPr bwMode="gray">
            <a:xfrm>
              <a:off x="192151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8" name="Forme libre : forme 7117">
              <a:extLst>
                <a:ext uri="{FF2B5EF4-FFF2-40B4-BE49-F238E27FC236}">
                  <a16:creationId xmlns:a16="http://schemas.microsoft.com/office/drawing/2014/main" id="{BD1C32BE-937D-D854-0261-92B46EA0A94B}"/>
                </a:ext>
              </a:extLst>
            </p:cNvPr>
            <p:cNvSpPr/>
            <p:nvPr/>
          </p:nvSpPr>
          <p:spPr bwMode="gray">
            <a:xfrm>
              <a:off x="187198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19" name="Forme libre : forme 7118">
              <a:extLst>
                <a:ext uri="{FF2B5EF4-FFF2-40B4-BE49-F238E27FC236}">
                  <a16:creationId xmlns:a16="http://schemas.microsoft.com/office/drawing/2014/main" id="{4C136A67-5F08-0A92-1EA4-273123DEE614}"/>
                </a:ext>
              </a:extLst>
            </p:cNvPr>
            <p:cNvSpPr/>
            <p:nvPr/>
          </p:nvSpPr>
          <p:spPr bwMode="gray">
            <a:xfrm>
              <a:off x="182372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0" name="Forme libre : forme 7119">
              <a:extLst>
                <a:ext uri="{FF2B5EF4-FFF2-40B4-BE49-F238E27FC236}">
                  <a16:creationId xmlns:a16="http://schemas.microsoft.com/office/drawing/2014/main" id="{30CB4DD6-9130-71CA-05F4-B02D02DEE943}"/>
                </a:ext>
              </a:extLst>
            </p:cNvPr>
            <p:cNvSpPr/>
            <p:nvPr/>
          </p:nvSpPr>
          <p:spPr bwMode="gray">
            <a:xfrm>
              <a:off x="177419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1" name="Forme libre : forme 7120">
              <a:extLst>
                <a:ext uri="{FF2B5EF4-FFF2-40B4-BE49-F238E27FC236}">
                  <a16:creationId xmlns:a16="http://schemas.microsoft.com/office/drawing/2014/main" id="{D30690E8-8B70-CD62-208F-6F790D3A96D0}"/>
                </a:ext>
              </a:extLst>
            </p:cNvPr>
            <p:cNvSpPr/>
            <p:nvPr/>
          </p:nvSpPr>
          <p:spPr bwMode="gray">
            <a:xfrm>
              <a:off x="172593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2" name="Forme libre : forme 7121">
              <a:extLst>
                <a:ext uri="{FF2B5EF4-FFF2-40B4-BE49-F238E27FC236}">
                  <a16:creationId xmlns:a16="http://schemas.microsoft.com/office/drawing/2014/main" id="{3669DE2B-D244-7CC0-48A9-BAF7FCFDE3D8}"/>
                </a:ext>
              </a:extLst>
            </p:cNvPr>
            <p:cNvSpPr/>
            <p:nvPr/>
          </p:nvSpPr>
          <p:spPr bwMode="gray">
            <a:xfrm>
              <a:off x="167640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3" name="Forme libre : forme 7122">
              <a:extLst>
                <a:ext uri="{FF2B5EF4-FFF2-40B4-BE49-F238E27FC236}">
                  <a16:creationId xmlns:a16="http://schemas.microsoft.com/office/drawing/2014/main" id="{C4ABB227-8C52-13A5-DB78-AF5169E3D45C}"/>
                </a:ext>
              </a:extLst>
            </p:cNvPr>
            <p:cNvSpPr/>
            <p:nvPr/>
          </p:nvSpPr>
          <p:spPr bwMode="gray">
            <a:xfrm>
              <a:off x="1626870" y="26758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4" name="Forme libre : forme 7123">
              <a:extLst>
                <a:ext uri="{FF2B5EF4-FFF2-40B4-BE49-F238E27FC236}">
                  <a16:creationId xmlns:a16="http://schemas.microsoft.com/office/drawing/2014/main" id="{EADF81D8-382A-C4B2-9CC2-53308A058686}"/>
                </a:ext>
              </a:extLst>
            </p:cNvPr>
            <p:cNvSpPr/>
            <p:nvPr/>
          </p:nvSpPr>
          <p:spPr bwMode="gray">
            <a:xfrm>
              <a:off x="157861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5" name="Forme libre : forme 7124">
              <a:extLst>
                <a:ext uri="{FF2B5EF4-FFF2-40B4-BE49-F238E27FC236}">
                  <a16:creationId xmlns:a16="http://schemas.microsoft.com/office/drawing/2014/main" id="{CC8A025C-A418-F001-7677-B4ED4031B747}"/>
                </a:ext>
              </a:extLst>
            </p:cNvPr>
            <p:cNvSpPr/>
            <p:nvPr/>
          </p:nvSpPr>
          <p:spPr bwMode="gray">
            <a:xfrm>
              <a:off x="152908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6" name="Forme libre : forme 7125">
              <a:extLst>
                <a:ext uri="{FF2B5EF4-FFF2-40B4-BE49-F238E27FC236}">
                  <a16:creationId xmlns:a16="http://schemas.microsoft.com/office/drawing/2014/main" id="{451A13D4-53BF-3C13-2E9B-9EA9FFA83B2C}"/>
                </a:ext>
              </a:extLst>
            </p:cNvPr>
            <p:cNvSpPr/>
            <p:nvPr/>
          </p:nvSpPr>
          <p:spPr bwMode="gray">
            <a:xfrm>
              <a:off x="148082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7" name="Forme libre : forme 7126">
              <a:extLst>
                <a:ext uri="{FF2B5EF4-FFF2-40B4-BE49-F238E27FC236}">
                  <a16:creationId xmlns:a16="http://schemas.microsoft.com/office/drawing/2014/main" id="{94C18F56-645D-E988-0EEB-3BF8CEE97530}"/>
                </a:ext>
              </a:extLst>
            </p:cNvPr>
            <p:cNvSpPr/>
            <p:nvPr/>
          </p:nvSpPr>
          <p:spPr bwMode="gray">
            <a:xfrm>
              <a:off x="143129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8" name="Forme libre : forme 7127">
              <a:extLst>
                <a:ext uri="{FF2B5EF4-FFF2-40B4-BE49-F238E27FC236}">
                  <a16:creationId xmlns:a16="http://schemas.microsoft.com/office/drawing/2014/main" id="{3D539F49-62E2-DA80-31F9-D206EDAD7A38}"/>
                </a:ext>
              </a:extLst>
            </p:cNvPr>
            <p:cNvSpPr/>
            <p:nvPr/>
          </p:nvSpPr>
          <p:spPr bwMode="gray">
            <a:xfrm>
              <a:off x="138176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29" name="Forme libre : forme 7128">
              <a:extLst>
                <a:ext uri="{FF2B5EF4-FFF2-40B4-BE49-F238E27FC236}">
                  <a16:creationId xmlns:a16="http://schemas.microsoft.com/office/drawing/2014/main" id="{07373F8B-9575-2ECF-391E-EFD42EC8E22E}"/>
                </a:ext>
              </a:extLst>
            </p:cNvPr>
            <p:cNvSpPr/>
            <p:nvPr/>
          </p:nvSpPr>
          <p:spPr bwMode="gray">
            <a:xfrm>
              <a:off x="133350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0" name="Forme libre : forme 7129">
              <a:extLst>
                <a:ext uri="{FF2B5EF4-FFF2-40B4-BE49-F238E27FC236}">
                  <a16:creationId xmlns:a16="http://schemas.microsoft.com/office/drawing/2014/main" id="{0527BF8F-301A-1655-3FBF-441846118C2B}"/>
                </a:ext>
              </a:extLst>
            </p:cNvPr>
            <p:cNvSpPr/>
            <p:nvPr/>
          </p:nvSpPr>
          <p:spPr bwMode="gray">
            <a:xfrm>
              <a:off x="128397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1" name="Forme libre : forme 7130">
              <a:extLst>
                <a:ext uri="{FF2B5EF4-FFF2-40B4-BE49-F238E27FC236}">
                  <a16:creationId xmlns:a16="http://schemas.microsoft.com/office/drawing/2014/main" id="{DEE9264A-3E70-8380-169D-97435726F428}"/>
                </a:ext>
              </a:extLst>
            </p:cNvPr>
            <p:cNvSpPr/>
            <p:nvPr/>
          </p:nvSpPr>
          <p:spPr bwMode="gray">
            <a:xfrm>
              <a:off x="123571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2" name="Forme libre : forme 7131">
              <a:extLst>
                <a:ext uri="{FF2B5EF4-FFF2-40B4-BE49-F238E27FC236}">
                  <a16:creationId xmlns:a16="http://schemas.microsoft.com/office/drawing/2014/main" id="{57779228-4FF0-9010-4F4F-B64EE9D7D8CA}"/>
                </a:ext>
              </a:extLst>
            </p:cNvPr>
            <p:cNvSpPr/>
            <p:nvPr/>
          </p:nvSpPr>
          <p:spPr bwMode="gray">
            <a:xfrm>
              <a:off x="1186180" y="26758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3" name="Forme libre : forme 7132">
              <a:extLst>
                <a:ext uri="{FF2B5EF4-FFF2-40B4-BE49-F238E27FC236}">
                  <a16:creationId xmlns:a16="http://schemas.microsoft.com/office/drawing/2014/main" id="{5113AFE9-B051-1DCA-AD05-89266F8DB83C}"/>
                </a:ext>
              </a:extLst>
            </p:cNvPr>
            <p:cNvSpPr/>
            <p:nvPr/>
          </p:nvSpPr>
          <p:spPr bwMode="gray">
            <a:xfrm>
              <a:off x="7165339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4" name="Forme libre : forme 7133">
              <a:extLst>
                <a:ext uri="{FF2B5EF4-FFF2-40B4-BE49-F238E27FC236}">
                  <a16:creationId xmlns:a16="http://schemas.microsoft.com/office/drawing/2014/main" id="{79765EFD-2A06-205E-617D-DC2252BEAEF7}"/>
                </a:ext>
              </a:extLst>
            </p:cNvPr>
            <p:cNvSpPr/>
            <p:nvPr/>
          </p:nvSpPr>
          <p:spPr bwMode="gray">
            <a:xfrm>
              <a:off x="711708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5" name="Forme libre : forme 7134">
              <a:extLst>
                <a:ext uri="{FF2B5EF4-FFF2-40B4-BE49-F238E27FC236}">
                  <a16:creationId xmlns:a16="http://schemas.microsoft.com/office/drawing/2014/main" id="{11E80D7D-E36E-5358-7BAA-9D321A54881C}"/>
                </a:ext>
              </a:extLst>
            </p:cNvPr>
            <p:cNvSpPr/>
            <p:nvPr/>
          </p:nvSpPr>
          <p:spPr bwMode="gray">
            <a:xfrm>
              <a:off x="6822439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6" name="Forme libre : forme 7135">
              <a:extLst>
                <a:ext uri="{FF2B5EF4-FFF2-40B4-BE49-F238E27FC236}">
                  <a16:creationId xmlns:a16="http://schemas.microsoft.com/office/drawing/2014/main" id="{36D3BCF0-FE06-6014-27A3-01DE0D21CCB4}"/>
                </a:ext>
              </a:extLst>
            </p:cNvPr>
            <p:cNvSpPr/>
            <p:nvPr/>
          </p:nvSpPr>
          <p:spPr bwMode="gray">
            <a:xfrm>
              <a:off x="677418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7" name="Forme libre : forme 7136">
              <a:extLst>
                <a:ext uri="{FF2B5EF4-FFF2-40B4-BE49-F238E27FC236}">
                  <a16:creationId xmlns:a16="http://schemas.microsoft.com/office/drawing/2014/main" id="{7E82035A-4451-F48D-FEF6-23E18B08B3AB}"/>
                </a:ext>
              </a:extLst>
            </p:cNvPr>
            <p:cNvSpPr/>
            <p:nvPr/>
          </p:nvSpPr>
          <p:spPr bwMode="gray">
            <a:xfrm>
              <a:off x="672465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8" name="Forme libre : forme 7137">
              <a:extLst>
                <a:ext uri="{FF2B5EF4-FFF2-40B4-BE49-F238E27FC236}">
                  <a16:creationId xmlns:a16="http://schemas.microsoft.com/office/drawing/2014/main" id="{072E24D2-4805-8AB9-0CDD-E751335101FF}"/>
                </a:ext>
              </a:extLst>
            </p:cNvPr>
            <p:cNvSpPr/>
            <p:nvPr/>
          </p:nvSpPr>
          <p:spPr bwMode="gray">
            <a:xfrm>
              <a:off x="6675119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39" name="Forme libre : forme 7138">
              <a:extLst>
                <a:ext uri="{FF2B5EF4-FFF2-40B4-BE49-F238E27FC236}">
                  <a16:creationId xmlns:a16="http://schemas.microsoft.com/office/drawing/2014/main" id="{8C24C56E-61AA-0FD1-EE76-999F4ABE0A9B}"/>
                </a:ext>
              </a:extLst>
            </p:cNvPr>
            <p:cNvSpPr/>
            <p:nvPr/>
          </p:nvSpPr>
          <p:spPr bwMode="gray">
            <a:xfrm>
              <a:off x="6626859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0" name="Forme libre : forme 7139">
              <a:extLst>
                <a:ext uri="{FF2B5EF4-FFF2-40B4-BE49-F238E27FC236}">
                  <a16:creationId xmlns:a16="http://schemas.microsoft.com/office/drawing/2014/main" id="{35689B9A-442B-F61B-AAFB-5B743F8D96C0}"/>
                </a:ext>
              </a:extLst>
            </p:cNvPr>
            <p:cNvSpPr/>
            <p:nvPr/>
          </p:nvSpPr>
          <p:spPr bwMode="gray">
            <a:xfrm>
              <a:off x="657733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1" name="Forme libre : forme 7140">
              <a:extLst>
                <a:ext uri="{FF2B5EF4-FFF2-40B4-BE49-F238E27FC236}">
                  <a16:creationId xmlns:a16="http://schemas.microsoft.com/office/drawing/2014/main" id="{3ECFA142-25A2-5311-2FAB-154B0E2CBA80}"/>
                </a:ext>
              </a:extLst>
            </p:cNvPr>
            <p:cNvSpPr/>
            <p:nvPr/>
          </p:nvSpPr>
          <p:spPr bwMode="gray">
            <a:xfrm>
              <a:off x="6529069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2" name="Forme libre : forme 7141">
              <a:extLst>
                <a:ext uri="{FF2B5EF4-FFF2-40B4-BE49-F238E27FC236}">
                  <a16:creationId xmlns:a16="http://schemas.microsoft.com/office/drawing/2014/main" id="{249267B4-F608-2B25-EFA5-70039A2D8240}"/>
                </a:ext>
              </a:extLst>
            </p:cNvPr>
            <p:cNvSpPr/>
            <p:nvPr/>
          </p:nvSpPr>
          <p:spPr bwMode="gray">
            <a:xfrm>
              <a:off x="647954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3" name="Forme libre : forme 7142">
              <a:extLst>
                <a:ext uri="{FF2B5EF4-FFF2-40B4-BE49-F238E27FC236}">
                  <a16:creationId xmlns:a16="http://schemas.microsoft.com/office/drawing/2014/main" id="{CBC3B9F4-5B5E-2884-68A1-D4D4768320D5}"/>
                </a:ext>
              </a:extLst>
            </p:cNvPr>
            <p:cNvSpPr/>
            <p:nvPr/>
          </p:nvSpPr>
          <p:spPr bwMode="gray">
            <a:xfrm>
              <a:off x="64300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4" name="Forme libre : forme 7143">
              <a:extLst>
                <a:ext uri="{FF2B5EF4-FFF2-40B4-BE49-F238E27FC236}">
                  <a16:creationId xmlns:a16="http://schemas.microsoft.com/office/drawing/2014/main" id="{0BCBB9FE-FC2E-2629-E979-1837E4AF01F3}"/>
                </a:ext>
              </a:extLst>
            </p:cNvPr>
            <p:cNvSpPr/>
            <p:nvPr/>
          </p:nvSpPr>
          <p:spPr bwMode="gray">
            <a:xfrm>
              <a:off x="638175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5" name="Forme libre : forme 7144">
              <a:extLst>
                <a:ext uri="{FF2B5EF4-FFF2-40B4-BE49-F238E27FC236}">
                  <a16:creationId xmlns:a16="http://schemas.microsoft.com/office/drawing/2014/main" id="{BE2D6BFF-14C8-B4FD-F478-9F571CD855DC}"/>
                </a:ext>
              </a:extLst>
            </p:cNvPr>
            <p:cNvSpPr/>
            <p:nvPr/>
          </p:nvSpPr>
          <p:spPr bwMode="gray">
            <a:xfrm>
              <a:off x="63322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6" name="Forme libre : forme 7145">
              <a:extLst>
                <a:ext uri="{FF2B5EF4-FFF2-40B4-BE49-F238E27FC236}">
                  <a16:creationId xmlns:a16="http://schemas.microsoft.com/office/drawing/2014/main" id="{5118E163-9F6A-5630-B8FA-6A9AB695D1E6}"/>
                </a:ext>
              </a:extLst>
            </p:cNvPr>
            <p:cNvSpPr/>
            <p:nvPr/>
          </p:nvSpPr>
          <p:spPr bwMode="gray">
            <a:xfrm>
              <a:off x="62839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7" name="Forme libre : forme 7146">
              <a:extLst>
                <a:ext uri="{FF2B5EF4-FFF2-40B4-BE49-F238E27FC236}">
                  <a16:creationId xmlns:a16="http://schemas.microsoft.com/office/drawing/2014/main" id="{40D066A9-C625-998F-57E4-FDA1B29C8344}"/>
                </a:ext>
              </a:extLst>
            </p:cNvPr>
            <p:cNvSpPr/>
            <p:nvPr/>
          </p:nvSpPr>
          <p:spPr bwMode="gray">
            <a:xfrm>
              <a:off x="62344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8" name="Forme libre : forme 7147">
              <a:extLst>
                <a:ext uri="{FF2B5EF4-FFF2-40B4-BE49-F238E27FC236}">
                  <a16:creationId xmlns:a16="http://schemas.microsoft.com/office/drawing/2014/main" id="{FCBBAE23-69BE-B127-2994-3464A6478766}"/>
                </a:ext>
              </a:extLst>
            </p:cNvPr>
            <p:cNvSpPr/>
            <p:nvPr/>
          </p:nvSpPr>
          <p:spPr bwMode="gray">
            <a:xfrm>
              <a:off x="61849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49" name="Forme libre : forme 7148">
              <a:extLst>
                <a:ext uri="{FF2B5EF4-FFF2-40B4-BE49-F238E27FC236}">
                  <a16:creationId xmlns:a16="http://schemas.microsoft.com/office/drawing/2014/main" id="{C3145034-D175-6815-7E07-B4E7DB62ADDF}"/>
                </a:ext>
              </a:extLst>
            </p:cNvPr>
            <p:cNvSpPr/>
            <p:nvPr/>
          </p:nvSpPr>
          <p:spPr bwMode="gray">
            <a:xfrm>
              <a:off x="61366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0" name="Forme libre : forme 7149">
              <a:extLst>
                <a:ext uri="{FF2B5EF4-FFF2-40B4-BE49-F238E27FC236}">
                  <a16:creationId xmlns:a16="http://schemas.microsoft.com/office/drawing/2014/main" id="{17F26DAF-CE97-70F0-1555-5D099718197C}"/>
                </a:ext>
              </a:extLst>
            </p:cNvPr>
            <p:cNvSpPr/>
            <p:nvPr/>
          </p:nvSpPr>
          <p:spPr bwMode="gray">
            <a:xfrm>
              <a:off x="60871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1" name="Forme libre : forme 7150">
              <a:extLst>
                <a:ext uri="{FF2B5EF4-FFF2-40B4-BE49-F238E27FC236}">
                  <a16:creationId xmlns:a16="http://schemas.microsoft.com/office/drawing/2014/main" id="{F34D13CE-2A5F-EC59-C134-66591EE6FA08}"/>
                </a:ext>
              </a:extLst>
            </p:cNvPr>
            <p:cNvSpPr/>
            <p:nvPr/>
          </p:nvSpPr>
          <p:spPr bwMode="gray">
            <a:xfrm>
              <a:off x="603885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2" name="Forme libre : forme 7151">
              <a:extLst>
                <a:ext uri="{FF2B5EF4-FFF2-40B4-BE49-F238E27FC236}">
                  <a16:creationId xmlns:a16="http://schemas.microsoft.com/office/drawing/2014/main" id="{CEF953C4-5B14-5794-D106-22502CF118FA}"/>
                </a:ext>
              </a:extLst>
            </p:cNvPr>
            <p:cNvSpPr/>
            <p:nvPr/>
          </p:nvSpPr>
          <p:spPr bwMode="gray">
            <a:xfrm>
              <a:off x="59893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3" name="Forme libre : forme 7152">
              <a:extLst>
                <a:ext uri="{FF2B5EF4-FFF2-40B4-BE49-F238E27FC236}">
                  <a16:creationId xmlns:a16="http://schemas.microsoft.com/office/drawing/2014/main" id="{0B7F8A0D-FB16-27E8-6DD8-64BC4F855229}"/>
                </a:ext>
              </a:extLst>
            </p:cNvPr>
            <p:cNvSpPr/>
            <p:nvPr/>
          </p:nvSpPr>
          <p:spPr bwMode="gray">
            <a:xfrm>
              <a:off x="59410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4" name="Forme libre : forme 7153">
              <a:extLst>
                <a:ext uri="{FF2B5EF4-FFF2-40B4-BE49-F238E27FC236}">
                  <a16:creationId xmlns:a16="http://schemas.microsoft.com/office/drawing/2014/main" id="{54593444-D8F3-44A6-E2EF-AC6DAD9F0B02}"/>
                </a:ext>
              </a:extLst>
            </p:cNvPr>
            <p:cNvSpPr/>
            <p:nvPr/>
          </p:nvSpPr>
          <p:spPr bwMode="gray">
            <a:xfrm>
              <a:off x="58915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5" name="Forme libre : forme 7154">
              <a:extLst>
                <a:ext uri="{FF2B5EF4-FFF2-40B4-BE49-F238E27FC236}">
                  <a16:creationId xmlns:a16="http://schemas.microsoft.com/office/drawing/2014/main" id="{2A750A2A-39F9-0705-FFA5-F61E6531C702}"/>
                </a:ext>
              </a:extLst>
            </p:cNvPr>
            <p:cNvSpPr/>
            <p:nvPr/>
          </p:nvSpPr>
          <p:spPr bwMode="gray">
            <a:xfrm>
              <a:off x="58420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6" name="Forme libre : forme 7155">
              <a:extLst>
                <a:ext uri="{FF2B5EF4-FFF2-40B4-BE49-F238E27FC236}">
                  <a16:creationId xmlns:a16="http://schemas.microsoft.com/office/drawing/2014/main" id="{9387839A-0743-A060-05C5-3335FE1ED784}"/>
                </a:ext>
              </a:extLst>
            </p:cNvPr>
            <p:cNvSpPr/>
            <p:nvPr/>
          </p:nvSpPr>
          <p:spPr bwMode="gray">
            <a:xfrm>
              <a:off x="57937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7" name="Forme libre : forme 7156">
              <a:extLst>
                <a:ext uri="{FF2B5EF4-FFF2-40B4-BE49-F238E27FC236}">
                  <a16:creationId xmlns:a16="http://schemas.microsoft.com/office/drawing/2014/main" id="{4C78A8B6-E888-194B-CE16-BA6F9A85A3E4}"/>
                </a:ext>
              </a:extLst>
            </p:cNvPr>
            <p:cNvSpPr/>
            <p:nvPr/>
          </p:nvSpPr>
          <p:spPr bwMode="gray">
            <a:xfrm>
              <a:off x="57442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8" name="Forme libre : forme 7157">
              <a:extLst>
                <a:ext uri="{FF2B5EF4-FFF2-40B4-BE49-F238E27FC236}">
                  <a16:creationId xmlns:a16="http://schemas.microsoft.com/office/drawing/2014/main" id="{BC3D75AA-C3D4-B021-0F0F-A4B1C5A76C6A}"/>
                </a:ext>
              </a:extLst>
            </p:cNvPr>
            <p:cNvSpPr/>
            <p:nvPr/>
          </p:nvSpPr>
          <p:spPr bwMode="gray">
            <a:xfrm>
              <a:off x="569595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59" name="Forme libre : forme 7158">
              <a:extLst>
                <a:ext uri="{FF2B5EF4-FFF2-40B4-BE49-F238E27FC236}">
                  <a16:creationId xmlns:a16="http://schemas.microsoft.com/office/drawing/2014/main" id="{23362DEC-DE6A-CE17-BBFC-9D2708FEE60A}"/>
                </a:ext>
              </a:extLst>
            </p:cNvPr>
            <p:cNvSpPr/>
            <p:nvPr/>
          </p:nvSpPr>
          <p:spPr bwMode="gray">
            <a:xfrm>
              <a:off x="56464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0" name="Forme libre : forme 7159">
              <a:extLst>
                <a:ext uri="{FF2B5EF4-FFF2-40B4-BE49-F238E27FC236}">
                  <a16:creationId xmlns:a16="http://schemas.microsoft.com/office/drawing/2014/main" id="{8BC566F3-FB41-DFFA-C1ED-7CCC0D61F4C5}"/>
                </a:ext>
              </a:extLst>
            </p:cNvPr>
            <p:cNvSpPr/>
            <p:nvPr/>
          </p:nvSpPr>
          <p:spPr bwMode="gray">
            <a:xfrm>
              <a:off x="55968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1" name="Forme libre : forme 7160">
              <a:extLst>
                <a:ext uri="{FF2B5EF4-FFF2-40B4-BE49-F238E27FC236}">
                  <a16:creationId xmlns:a16="http://schemas.microsoft.com/office/drawing/2014/main" id="{849791FE-CEB9-4DC9-F783-201A65D1A90C}"/>
                </a:ext>
              </a:extLst>
            </p:cNvPr>
            <p:cNvSpPr/>
            <p:nvPr/>
          </p:nvSpPr>
          <p:spPr bwMode="gray">
            <a:xfrm>
              <a:off x="55486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2" name="Forme libre : forme 7161">
              <a:extLst>
                <a:ext uri="{FF2B5EF4-FFF2-40B4-BE49-F238E27FC236}">
                  <a16:creationId xmlns:a16="http://schemas.microsoft.com/office/drawing/2014/main" id="{5D1992D6-21C2-A387-00F6-CC4B87A86DEB}"/>
                </a:ext>
              </a:extLst>
            </p:cNvPr>
            <p:cNvSpPr/>
            <p:nvPr/>
          </p:nvSpPr>
          <p:spPr bwMode="gray">
            <a:xfrm>
              <a:off x="54991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3" name="Forme libre : forme 7162">
              <a:extLst>
                <a:ext uri="{FF2B5EF4-FFF2-40B4-BE49-F238E27FC236}">
                  <a16:creationId xmlns:a16="http://schemas.microsoft.com/office/drawing/2014/main" id="{439ABD31-88C9-9726-D29B-D1B1324000D5}"/>
                </a:ext>
              </a:extLst>
            </p:cNvPr>
            <p:cNvSpPr/>
            <p:nvPr/>
          </p:nvSpPr>
          <p:spPr bwMode="gray">
            <a:xfrm>
              <a:off x="54508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4" name="Forme libre : forme 7163">
              <a:extLst>
                <a:ext uri="{FF2B5EF4-FFF2-40B4-BE49-F238E27FC236}">
                  <a16:creationId xmlns:a16="http://schemas.microsoft.com/office/drawing/2014/main" id="{F5FAB979-10E7-22D2-C1FF-FE4B88C6D201}"/>
                </a:ext>
              </a:extLst>
            </p:cNvPr>
            <p:cNvSpPr/>
            <p:nvPr/>
          </p:nvSpPr>
          <p:spPr bwMode="gray">
            <a:xfrm>
              <a:off x="54013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5" name="Forme libre : forme 7164">
              <a:extLst>
                <a:ext uri="{FF2B5EF4-FFF2-40B4-BE49-F238E27FC236}">
                  <a16:creationId xmlns:a16="http://schemas.microsoft.com/office/drawing/2014/main" id="{EFFD7532-1AF6-C5AE-A02D-9E37FA27BFE3}"/>
                </a:ext>
              </a:extLst>
            </p:cNvPr>
            <p:cNvSpPr/>
            <p:nvPr/>
          </p:nvSpPr>
          <p:spPr bwMode="gray">
            <a:xfrm>
              <a:off x="53517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6" name="Forme libre : forme 7165">
              <a:extLst>
                <a:ext uri="{FF2B5EF4-FFF2-40B4-BE49-F238E27FC236}">
                  <a16:creationId xmlns:a16="http://schemas.microsoft.com/office/drawing/2014/main" id="{F064EF38-5117-D4F8-FA97-4ACD8169976C}"/>
                </a:ext>
              </a:extLst>
            </p:cNvPr>
            <p:cNvSpPr/>
            <p:nvPr/>
          </p:nvSpPr>
          <p:spPr bwMode="gray">
            <a:xfrm>
              <a:off x="53035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7" name="Forme libre : forme 7166">
              <a:extLst>
                <a:ext uri="{FF2B5EF4-FFF2-40B4-BE49-F238E27FC236}">
                  <a16:creationId xmlns:a16="http://schemas.microsoft.com/office/drawing/2014/main" id="{A918F4E7-32BB-E7F6-2342-BA59E7CF0FE5}"/>
                </a:ext>
              </a:extLst>
            </p:cNvPr>
            <p:cNvSpPr/>
            <p:nvPr/>
          </p:nvSpPr>
          <p:spPr bwMode="gray">
            <a:xfrm>
              <a:off x="52539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8" name="Forme libre : forme 7167">
              <a:extLst>
                <a:ext uri="{FF2B5EF4-FFF2-40B4-BE49-F238E27FC236}">
                  <a16:creationId xmlns:a16="http://schemas.microsoft.com/office/drawing/2014/main" id="{8D3E5B7B-3E99-2C31-8F8A-DFADB871EADD}"/>
                </a:ext>
              </a:extLst>
            </p:cNvPr>
            <p:cNvSpPr/>
            <p:nvPr/>
          </p:nvSpPr>
          <p:spPr bwMode="gray">
            <a:xfrm>
              <a:off x="52057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69" name="Forme libre : forme 7168">
              <a:extLst>
                <a:ext uri="{FF2B5EF4-FFF2-40B4-BE49-F238E27FC236}">
                  <a16:creationId xmlns:a16="http://schemas.microsoft.com/office/drawing/2014/main" id="{DCADAF02-3572-1410-A646-35AC05DD2D69}"/>
                </a:ext>
              </a:extLst>
            </p:cNvPr>
            <p:cNvSpPr/>
            <p:nvPr/>
          </p:nvSpPr>
          <p:spPr bwMode="gray">
            <a:xfrm>
              <a:off x="51562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0" name="Forme libre : forme 7169">
              <a:extLst>
                <a:ext uri="{FF2B5EF4-FFF2-40B4-BE49-F238E27FC236}">
                  <a16:creationId xmlns:a16="http://schemas.microsoft.com/office/drawing/2014/main" id="{105DFF7B-2817-AC2B-ED2E-44DED45E1A24}"/>
                </a:ext>
              </a:extLst>
            </p:cNvPr>
            <p:cNvSpPr/>
            <p:nvPr/>
          </p:nvSpPr>
          <p:spPr bwMode="gray">
            <a:xfrm>
              <a:off x="51066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1" name="Forme libre : forme 7170">
              <a:extLst>
                <a:ext uri="{FF2B5EF4-FFF2-40B4-BE49-F238E27FC236}">
                  <a16:creationId xmlns:a16="http://schemas.microsoft.com/office/drawing/2014/main" id="{D8850B52-BAB8-905B-1413-AB2F462A39D0}"/>
                </a:ext>
              </a:extLst>
            </p:cNvPr>
            <p:cNvSpPr/>
            <p:nvPr/>
          </p:nvSpPr>
          <p:spPr bwMode="gray">
            <a:xfrm>
              <a:off x="50584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2" name="Forme libre : forme 7171">
              <a:extLst>
                <a:ext uri="{FF2B5EF4-FFF2-40B4-BE49-F238E27FC236}">
                  <a16:creationId xmlns:a16="http://schemas.microsoft.com/office/drawing/2014/main" id="{819D5A5C-9A35-0C0C-6B68-4A63EA4D1E0C}"/>
                </a:ext>
              </a:extLst>
            </p:cNvPr>
            <p:cNvSpPr/>
            <p:nvPr/>
          </p:nvSpPr>
          <p:spPr bwMode="gray">
            <a:xfrm>
              <a:off x="50088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3" name="Forme libre : forme 7172">
              <a:extLst>
                <a:ext uri="{FF2B5EF4-FFF2-40B4-BE49-F238E27FC236}">
                  <a16:creationId xmlns:a16="http://schemas.microsoft.com/office/drawing/2014/main" id="{779FAB2D-3827-CBC9-38FD-4B4E3631C656}"/>
                </a:ext>
              </a:extLst>
            </p:cNvPr>
            <p:cNvSpPr/>
            <p:nvPr/>
          </p:nvSpPr>
          <p:spPr bwMode="gray">
            <a:xfrm>
              <a:off x="49606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4" name="Forme libre : forme 7173">
              <a:extLst>
                <a:ext uri="{FF2B5EF4-FFF2-40B4-BE49-F238E27FC236}">
                  <a16:creationId xmlns:a16="http://schemas.microsoft.com/office/drawing/2014/main" id="{79DC7D3E-8A26-565A-6755-0C118116490D}"/>
                </a:ext>
              </a:extLst>
            </p:cNvPr>
            <p:cNvSpPr/>
            <p:nvPr/>
          </p:nvSpPr>
          <p:spPr bwMode="gray">
            <a:xfrm>
              <a:off x="49110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5" name="Forme libre : forme 7174">
              <a:extLst>
                <a:ext uri="{FF2B5EF4-FFF2-40B4-BE49-F238E27FC236}">
                  <a16:creationId xmlns:a16="http://schemas.microsoft.com/office/drawing/2014/main" id="{9317DE0B-E4F9-11FF-6178-7F8087C4C318}"/>
                </a:ext>
              </a:extLst>
            </p:cNvPr>
            <p:cNvSpPr/>
            <p:nvPr/>
          </p:nvSpPr>
          <p:spPr bwMode="gray">
            <a:xfrm>
              <a:off x="48615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6" name="Forme libre : forme 7175">
              <a:extLst>
                <a:ext uri="{FF2B5EF4-FFF2-40B4-BE49-F238E27FC236}">
                  <a16:creationId xmlns:a16="http://schemas.microsoft.com/office/drawing/2014/main" id="{CB084817-AAB1-0D6F-E32D-9FD09F406F06}"/>
                </a:ext>
              </a:extLst>
            </p:cNvPr>
            <p:cNvSpPr/>
            <p:nvPr/>
          </p:nvSpPr>
          <p:spPr bwMode="gray">
            <a:xfrm>
              <a:off x="48133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7" name="Forme libre : forme 7176">
              <a:extLst>
                <a:ext uri="{FF2B5EF4-FFF2-40B4-BE49-F238E27FC236}">
                  <a16:creationId xmlns:a16="http://schemas.microsoft.com/office/drawing/2014/main" id="{0F34585B-9C44-B338-C5F2-E90DBB706F2E}"/>
                </a:ext>
              </a:extLst>
            </p:cNvPr>
            <p:cNvSpPr/>
            <p:nvPr/>
          </p:nvSpPr>
          <p:spPr bwMode="gray">
            <a:xfrm>
              <a:off x="47637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8" name="Forme libre : forme 7177">
              <a:extLst>
                <a:ext uri="{FF2B5EF4-FFF2-40B4-BE49-F238E27FC236}">
                  <a16:creationId xmlns:a16="http://schemas.microsoft.com/office/drawing/2014/main" id="{E1F0761C-648C-C1CA-184F-05B5DDB99DF8}"/>
                </a:ext>
              </a:extLst>
            </p:cNvPr>
            <p:cNvSpPr/>
            <p:nvPr/>
          </p:nvSpPr>
          <p:spPr bwMode="gray">
            <a:xfrm>
              <a:off x="47155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79" name="Forme libre : forme 7178">
              <a:extLst>
                <a:ext uri="{FF2B5EF4-FFF2-40B4-BE49-F238E27FC236}">
                  <a16:creationId xmlns:a16="http://schemas.microsoft.com/office/drawing/2014/main" id="{E45E66C1-F121-ADBA-9CD6-27B44FB43219}"/>
                </a:ext>
              </a:extLst>
            </p:cNvPr>
            <p:cNvSpPr/>
            <p:nvPr/>
          </p:nvSpPr>
          <p:spPr bwMode="gray">
            <a:xfrm>
              <a:off x="46659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0" name="Forme libre : forme 7179">
              <a:extLst>
                <a:ext uri="{FF2B5EF4-FFF2-40B4-BE49-F238E27FC236}">
                  <a16:creationId xmlns:a16="http://schemas.microsoft.com/office/drawing/2014/main" id="{8B7ED8D6-E21C-670A-94C4-863AAE6272D2}"/>
                </a:ext>
              </a:extLst>
            </p:cNvPr>
            <p:cNvSpPr/>
            <p:nvPr/>
          </p:nvSpPr>
          <p:spPr bwMode="gray">
            <a:xfrm>
              <a:off x="46177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1" name="Forme libre : forme 7180">
              <a:extLst>
                <a:ext uri="{FF2B5EF4-FFF2-40B4-BE49-F238E27FC236}">
                  <a16:creationId xmlns:a16="http://schemas.microsoft.com/office/drawing/2014/main" id="{E44103FF-33A8-C613-BE0F-8E9D30E6816A}"/>
                </a:ext>
              </a:extLst>
            </p:cNvPr>
            <p:cNvSpPr/>
            <p:nvPr/>
          </p:nvSpPr>
          <p:spPr bwMode="gray">
            <a:xfrm>
              <a:off x="45681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2" name="Forme libre : forme 7181">
              <a:extLst>
                <a:ext uri="{FF2B5EF4-FFF2-40B4-BE49-F238E27FC236}">
                  <a16:creationId xmlns:a16="http://schemas.microsoft.com/office/drawing/2014/main" id="{E692F918-D25C-0B82-B3FE-9970F67810A3}"/>
                </a:ext>
              </a:extLst>
            </p:cNvPr>
            <p:cNvSpPr/>
            <p:nvPr/>
          </p:nvSpPr>
          <p:spPr bwMode="gray">
            <a:xfrm>
              <a:off x="45186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3" name="Forme libre : forme 7182">
              <a:extLst>
                <a:ext uri="{FF2B5EF4-FFF2-40B4-BE49-F238E27FC236}">
                  <a16:creationId xmlns:a16="http://schemas.microsoft.com/office/drawing/2014/main" id="{D3E5F873-63B3-324D-9104-209BBE47499D}"/>
                </a:ext>
              </a:extLst>
            </p:cNvPr>
            <p:cNvSpPr/>
            <p:nvPr/>
          </p:nvSpPr>
          <p:spPr bwMode="gray">
            <a:xfrm>
              <a:off x="44704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4" name="Forme libre : forme 7183">
              <a:extLst>
                <a:ext uri="{FF2B5EF4-FFF2-40B4-BE49-F238E27FC236}">
                  <a16:creationId xmlns:a16="http://schemas.microsoft.com/office/drawing/2014/main" id="{7E16C3F8-820D-11CA-A150-8A35A72769E6}"/>
                </a:ext>
              </a:extLst>
            </p:cNvPr>
            <p:cNvSpPr/>
            <p:nvPr/>
          </p:nvSpPr>
          <p:spPr bwMode="gray">
            <a:xfrm>
              <a:off x="44208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5" name="Forme libre : forme 7184">
              <a:extLst>
                <a:ext uri="{FF2B5EF4-FFF2-40B4-BE49-F238E27FC236}">
                  <a16:creationId xmlns:a16="http://schemas.microsoft.com/office/drawing/2014/main" id="{EA8A9D16-4915-CB47-352C-C600F0251DBC}"/>
                </a:ext>
              </a:extLst>
            </p:cNvPr>
            <p:cNvSpPr/>
            <p:nvPr/>
          </p:nvSpPr>
          <p:spPr bwMode="gray">
            <a:xfrm>
              <a:off x="43726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6" name="Forme libre : forme 7185">
              <a:extLst>
                <a:ext uri="{FF2B5EF4-FFF2-40B4-BE49-F238E27FC236}">
                  <a16:creationId xmlns:a16="http://schemas.microsoft.com/office/drawing/2014/main" id="{D09683F8-D2A8-6CD2-3569-C4FF44FE93A3}"/>
                </a:ext>
              </a:extLst>
            </p:cNvPr>
            <p:cNvSpPr/>
            <p:nvPr/>
          </p:nvSpPr>
          <p:spPr bwMode="gray">
            <a:xfrm>
              <a:off x="43230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7" name="Forme libre : forme 7186">
              <a:extLst>
                <a:ext uri="{FF2B5EF4-FFF2-40B4-BE49-F238E27FC236}">
                  <a16:creationId xmlns:a16="http://schemas.microsoft.com/office/drawing/2014/main" id="{2A1940AE-3939-33C6-2D8D-0530BF23C18E}"/>
                </a:ext>
              </a:extLst>
            </p:cNvPr>
            <p:cNvSpPr/>
            <p:nvPr/>
          </p:nvSpPr>
          <p:spPr bwMode="gray">
            <a:xfrm>
              <a:off x="427355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8" name="Forme libre : forme 7187">
              <a:extLst>
                <a:ext uri="{FF2B5EF4-FFF2-40B4-BE49-F238E27FC236}">
                  <a16:creationId xmlns:a16="http://schemas.microsoft.com/office/drawing/2014/main" id="{54B94966-D27B-FBE7-14F3-05C8044A7C34}"/>
                </a:ext>
              </a:extLst>
            </p:cNvPr>
            <p:cNvSpPr/>
            <p:nvPr/>
          </p:nvSpPr>
          <p:spPr bwMode="gray">
            <a:xfrm>
              <a:off x="42252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89" name="Forme libre : forme 7188">
              <a:extLst>
                <a:ext uri="{FF2B5EF4-FFF2-40B4-BE49-F238E27FC236}">
                  <a16:creationId xmlns:a16="http://schemas.microsoft.com/office/drawing/2014/main" id="{866A7BB9-51C8-1659-3ACA-0D87211852FE}"/>
                </a:ext>
              </a:extLst>
            </p:cNvPr>
            <p:cNvSpPr/>
            <p:nvPr/>
          </p:nvSpPr>
          <p:spPr bwMode="gray">
            <a:xfrm>
              <a:off x="41757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0" name="Forme libre : forme 7189">
              <a:extLst>
                <a:ext uri="{FF2B5EF4-FFF2-40B4-BE49-F238E27FC236}">
                  <a16:creationId xmlns:a16="http://schemas.microsoft.com/office/drawing/2014/main" id="{C8AD1718-A8F3-5D0B-DAE4-B83CD443B990}"/>
                </a:ext>
              </a:extLst>
            </p:cNvPr>
            <p:cNvSpPr/>
            <p:nvPr/>
          </p:nvSpPr>
          <p:spPr bwMode="gray">
            <a:xfrm>
              <a:off x="41275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1" name="Forme libre : forme 7190">
              <a:extLst>
                <a:ext uri="{FF2B5EF4-FFF2-40B4-BE49-F238E27FC236}">
                  <a16:creationId xmlns:a16="http://schemas.microsoft.com/office/drawing/2014/main" id="{8C2D8A59-B68F-F5B5-AC45-0FD67E38EECA}"/>
                </a:ext>
              </a:extLst>
            </p:cNvPr>
            <p:cNvSpPr/>
            <p:nvPr/>
          </p:nvSpPr>
          <p:spPr bwMode="gray">
            <a:xfrm>
              <a:off x="40779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2" name="Forme libre : forme 7191">
              <a:extLst>
                <a:ext uri="{FF2B5EF4-FFF2-40B4-BE49-F238E27FC236}">
                  <a16:creationId xmlns:a16="http://schemas.microsoft.com/office/drawing/2014/main" id="{CF87EF68-A017-07C3-B9BA-1DB5F6BFC947}"/>
                </a:ext>
              </a:extLst>
            </p:cNvPr>
            <p:cNvSpPr/>
            <p:nvPr/>
          </p:nvSpPr>
          <p:spPr bwMode="gray">
            <a:xfrm>
              <a:off x="40284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3" name="Forme libre : forme 7192">
              <a:extLst>
                <a:ext uri="{FF2B5EF4-FFF2-40B4-BE49-F238E27FC236}">
                  <a16:creationId xmlns:a16="http://schemas.microsoft.com/office/drawing/2014/main" id="{E185328C-5D29-74D7-9A6D-07213301EA4D}"/>
                </a:ext>
              </a:extLst>
            </p:cNvPr>
            <p:cNvSpPr/>
            <p:nvPr/>
          </p:nvSpPr>
          <p:spPr bwMode="gray">
            <a:xfrm>
              <a:off x="39801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4" name="Forme libre : forme 7193">
              <a:extLst>
                <a:ext uri="{FF2B5EF4-FFF2-40B4-BE49-F238E27FC236}">
                  <a16:creationId xmlns:a16="http://schemas.microsoft.com/office/drawing/2014/main" id="{8C635C8F-2B07-572A-A185-0164A6F90F9C}"/>
                </a:ext>
              </a:extLst>
            </p:cNvPr>
            <p:cNvSpPr/>
            <p:nvPr/>
          </p:nvSpPr>
          <p:spPr bwMode="gray">
            <a:xfrm>
              <a:off x="38823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5" name="Forme libre : forme 7194">
              <a:extLst>
                <a:ext uri="{FF2B5EF4-FFF2-40B4-BE49-F238E27FC236}">
                  <a16:creationId xmlns:a16="http://schemas.microsoft.com/office/drawing/2014/main" id="{09C8CF50-6845-D11C-FADC-884A77DEEE81}"/>
                </a:ext>
              </a:extLst>
            </p:cNvPr>
            <p:cNvSpPr/>
            <p:nvPr/>
          </p:nvSpPr>
          <p:spPr bwMode="gray">
            <a:xfrm>
              <a:off x="383286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6" name="Forme libre : forme 7195">
              <a:extLst>
                <a:ext uri="{FF2B5EF4-FFF2-40B4-BE49-F238E27FC236}">
                  <a16:creationId xmlns:a16="http://schemas.microsoft.com/office/drawing/2014/main" id="{6302BBC4-96C9-B9F1-F0BE-CFBEAC6B011F}"/>
                </a:ext>
              </a:extLst>
            </p:cNvPr>
            <p:cNvSpPr/>
            <p:nvPr/>
          </p:nvSpPr>
          <p:spPr bwMode="gray">
            <a:xfrm>
              <a:off x="37833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7" name="Forme libre : forme 7196">
              <a:extLst>
                <a:ext uri="{FF2B5EF4-FFF2-40B4-BE49-F238E27FC236}">
                  <a16:creationId xmlns:a16="http://schemas.microsoft.com/office/drawing/2014/main" id="{F44AADD8-0060-1F92-AA28-91B42C337DEF}"/>
                </a:ext>
              </a:extLst>
            </p:cNvPr>
            <p:cNvSpPr/>
            <p:nvPr/>
          </p:nvSpPr>
          <p:spPr bwMode="gray">
            <a:xfrm>
              <a:off x="37350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8" name="Forme libre : forme 7197">
              <a:extLst>
                <a:ext uri="{FF2B5EF4-FFF2-40B4-BE49-F238E27FC236}">
                  <a16:creationId xmlns:a16="http://schemas.microsoft.com/office/drawing/2014/main" id="{FED6A6D8-B294-9023-289A-18C727D2FFAE}"/>
                </a:ext>
              </a:extLst>
            </p:cNvPr>
            <p:cNvSpPr/>
            <p:nvPr/>
          </p:nvSpPr>
          <p:spPr bwMode="gray">
            <a:xfrm>
              <a:off x="36855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99" name="Forme libre : forme 7198">
              <a:extLst>
                <a:ext uri="{FF2B5EF4-FFF2-40B4-BE49-F238E27FC236}">
                  <a16:creationId xmlns:a16="http://schemas.microsoft.com/office/drawing/2014/main" id="{0987595E-2033-70FD-82B8-B2C573066D30}"/>
                </a:ext>
              </a:extLst>
            </p:cNvPr>
            <p:cNvSpPr/>
            <p:nvPr/>
          </p:nvSpPr>
          <p:spPr bwMode="gray">
            <a:xfrm>
              <a:off x="27051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0" name="Forme libre : forme 7199">
              <a:extLst>
                <a:ext uri="{FF2B5EF4-FFF2-40B4-BE49-F238E27FC236}">
                  <a16:creationId xmlns:a16="http://schemas.microsoft.com/office/drawing/2014/main" id="{63D11DC8-83B0-569E-6B3E-8191DC1ED71C}"/>
                </a:ext>
              </a:extLst>
            </p:cNvPr>
            <p:cNvSpPr/>
            <p:nvPr/>
          </p:nvSpPr>
          <p:spPr bwMode="gray">
            <a:xfrm>
              <a:off x="26568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1" name="Forme libre : forme 7200">
              <a:extLst>
                <a:ext uri="{FF2B5EF4-FFF2-40B4-BE49-F238E27FC236}">
                  <a16:creationId xmlns:a16="http://schemas.microsoft.com/office/drawing/2014/main" id="{12A530CB-B0E4-E752-68E8-9B4D9E173F24}"/>
                </a:ext>
              </a:extLst>
            </p:cNvPr>
            <p:cNvSpPr/>
            <p:nvPr/>
          </p:nvSpPr>
          <p:spPr bwMode="gray">
            <a:xfrm>
              <a:off x="26073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2" name="Forme libre : forme 7201">
              <a:extLst>
                <a:ext uri="{FF2B5EF4-FFF2-40B4-BE49-F238E27FC236}">
                  <a16:creationId xmlns:a16="http://schemas.microsoft.com/office/drawing/2014/main" id="{9F5693E7-9ADE-65B2-6A68-0F2A826C5FB6}"/>
                </a:ext>
              </a:extLst>
            </p:cNvPr>
            <p:cNvSpPr/>
            <p:nvPr/>
          </p:nvSpPr>
          <p:spPr bwMode="gray">
            <a:xfrm>
              <a:off x="255905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3" name="Forme libre : forme 7202">
              <a:extLst>
                <a:ext uri="{FF2B5EF4-FFF2-40B4-BE49-F238E27FC236}">
                  <a16:creationId xmlns:a16="http://schemas.microsoft.com/office/drawing/2014/main" id="{B3B2ECC0-3BCB-5AEB-9F75-5012B81A6083}"/>
                </a:ext>
              </a:extLst>
            </p:cNvPr>
            <p:cNvSpPr/>
            <p:nvPr/>
          </p:nvSpPr>
          <p:spPr bwMode="gray">
            <a:xfrm>
              <a:off x="25095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4" name="Forme libre : forme 7203">
              <a:extLst>
                <a:ext uri="{FF2B5EF4-FFF2-40B4-BE49-F238E27FC236}">
                  <a16:creationId xmlns:a16="http://schemas.microsoft.com/office/drawing/2014/main" id="{B95EF75F-8B18-A7C5-5F32-38EC711F3048}"/>
                </a:ext>
              </a:extLst>
            </p:cNvPr>
            <p:cNvSpPr/>
            <p:nvPr/>
          </p:nvSpPr>
          <p:spPr bwMode="gray">
            <a:xfrm>
              <a:off x="24599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5" name="Forme libre : forme 7204">
              <a:extLst>
                <a:ext uri="{FF2B5EF4-FFF2-40B4-BE49-F238E27FC236}">
                  <a16:creationId xmlns:a16="http://schemas.microsoft.com/office/drawing/2014/main" id="{85A2783E-B719-60BE-21CF-AE5B993454E3}"/>
                </a:ext>
              </a:extLst>
            </p:cNvPr>
            <p:cNvSpPr/>
            <p:nvPr/>
          </p:nvSpPr>
          <p:spPr bwMode="gray">
            <a:xfrm>
              <a:off x="24117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6" name="Forme libre : forme 7205">
              <a:extLst>
                <a:ext uri="{FF2B5EF4-FFF2-40B4-BE49-F238E27FC236}">
                  <a16:creationId xmlns:a16="http://schemas.microsoft.com/office/drawing/2014/main" id="{99E32039-EABF-7280-FA94-A4F2343E132A}"/>
                </a:ext>
              </a:extLst>
            </p:cNvPr>
            <p:cNvSpPr/>
            <p:nvPr/>
          </p:nvSpPr>
          <p:spPr bwMode="gray">
            <a:xfrm>
              <a:off x="23622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7" name="Forme libre : forme 7206">
              <a:extLst>
                <a:ext uri="{FF2B5EF4-FFF2-40B4-BE49-F238E27FC236}">
                  <a16:creationId xmlns:a16="http://schemas.microsoft.com/office/drawing/2014/main" id="{7012C52D-4696-26A0-7C6A-E4798DE66F9A}"/>
                </a:ext>
              </a:extLst>
            </p:cNvPr>
            <p:cNvSpPr/>
            <p:nvPr/>
          </p:nvSpPr>
          <p:spPr bwMode="gray">
            <a:xfrm>
              <a:off x="231394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8" name="Forme libre : forme 7207">
              <a:extLst>
                <a:ext uri="{FF2B5EF4-FFF2-40B4-BE49-F238E27FC236}">
                  <a16:creationId xmlns:a16="http://schemas.microsoft.com/office/drawing/2014/main" id="{7001306B-1833-4168-FEA0-33B3B5D078CF}"/>
                </a:ext>
              </a:extLst>
            </p:cNvPr>
            <p:cNvSpPr/>
            <p:nvPr/>
          </p:nvSpPr>
          <p:spPr bwMode="gray">
            <a:xfrm>
              <a:off x="22644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09" name="Forme libre : forme 7208">
              <a:extLst>
                <a:ext uri="{FF2B5EF4-FFF2-40B4-BE49-F238E27FC236}">
                  <a16:creationId xmlns:a16="http://schemas.microsoft.com/office/drawing/2014/main" id="{A1FF22C2-E5B1-ED04-8C04-0D42E5BE6BB2}"/>
                </a:ext>
              </a:extLst>
            </p:cNvPr>
            <p:cNvSpPr/>
            <p:nvPr/>
          </p:nvSpPr>
          <p:spPr bwMode="gray">
            <a:xfrm>
              <a:off x="22148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0" name="Forme libre : forme 7209">
              <a:extLst>
                <a:ext uri="{FF2B5EF4-FFF2-40B4-BE49-F238E27FC236}">
                  <a16:creationId xmlns:a16="http://schemas.microsoft.com/office/drawing/2014/main" id="{F4276A1F-BD7A-0E40-CED1-5892FA7E7B04}"/>
                </a:ext>
              </a:extLst>
            </p:cNvPr>
            <p:cNvSpPr/>
            <p:nvPr/>
          </p:nvSpPr>
          <p:spPr bwMode="gray">
            <a:xfrm>
              <a:off x="21666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1" name="Forme libre : forme 7210">
              <a:extLst>
                <a:ext uri="{FF2B5EF4-FFF2-40B4-BE49-F238E27FC236}">
                  <a16:creationId xmlns:a16="http://schemas.microsoft.com/office/drawing/2014/main" id="{A2F03E50-3D7C-53FB-A3C9-8C84E3617F6B}"/>
                </a:ext>
              </a:extLst>
            </p:cNvPr>
            <p:cNvSpPr/>
            <p:nvPr/>
          </p:nvSpPr>
          <p:spPr bwMode="gray">
            <a:xfrm>
              <a:off x="21170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2" name="Forme libre : forme 7211">
              <a:extLst>
                <a:ext uri="{FF2B5EF4-FFF2-40B4-BE49-F238E27FC236}">
                  <a16:creationId xmlns:a16="http://schemas.microsoft.com/office/drawing/2014/main" id="{7F67B50B-EE2E-E768-9792-532C9364ED4E}"/>
                </a:ext>
              </a:extLst>
            </p:cNvPr>
            <p:cNvSpPr/>
            <p:nvPr/>
          </p:nvSpPr>
          <p:spPr bwMode="gray">
            <a:xfrm>
              <a:off x="20688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3" name="Forme libre : forme 7212">
              <a:extLst>
                <a:ext uri="{FF2B5EF4-FFF2-40B4-BE49-F238E27FC236}">
                  <a16:creationId xmlns:a16="http://schemas.microsoft.com/office/drawing/2014/main" id="{BD01CE66-915F-76F3-8B58-80F50FA3F2B8}"/>
                </a:ext>
              </a:extLst>
            </p:cNvPr>
            <p:cNvSpPr/>
            <p:nvPr/>
          </p:nvSpPr>
          <p:spPr bwMode="gray">
            <a:xfrm>
              <a:off x="20193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4" name="Forme libre : forme 7213">
              <a:extLst>
                <a:ext uri="{FF2B5EF4-FFF2-40B4-BE49-F238E27FC236}">
                  <a16:creationId xmlns:a16="http://schemas.microsoft.com/office/drawing/2014/main" id="{0EC64ABA-B732-4A57-6182-98D3535D24B4}"/>
                </a:ext>
              </a:extLst>
            </p:cNvPr>
            <p:cNvSpPr/>
            <p:nvPr/>
          </p:nvSpPr>
          <p:spPr bwMode="gray">
            <a:xfrm>
              <a:off x="19697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5" name="Forme libre : forme 7214">
              <a:extLst>
                <a:ext uri="{FF2B5EF4-FFF2-40B4-BE49-F238E27FC236}">
                  <a16:creationId xmlns:a16="http://schemas.microsoft.com/office/drawing/2014/main" id="{FFFFED75-C583-323E-8201-26BB5CE6C911}"/>
                </a:ext>
              </a:extLst>
            </p:cNvPr>
            <p:cNvSpPr/>
            <p:nvPr/>
          </p:nvSpPr>
          <p:spPr bwMode="gray">
            <a:xfrm>
              <a:off x="192151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6" name="Forme libre : forme 7215">
              <a:extLst>
                <a:ext uri="{FF2B5EF4-FFF2-40B4-BE49-F238E27FC236}">
                  <a16:creationId xmlns:a16="http://schemas.microsoft.com/office/drawing/2014/main" id="{2904C716-569F-ABB1-0079-37A27A1CC510}"/>
                </a:ext>
              </a:extLst>
            </p:cNvPr>
            <p:cNvSpPr/>
            <p:nvPr/>
          </p:nvSpPr>
          <p:spPr bwMode="gray">
            <a:xfrm>
              <a:off x="187198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7" name="Forme libre : forme 7216">
              <a:extLst>
                <a:ext uri="{FF2B5EF4-FFF2-40B4-BE49-F238E27FC236}">
                  <a16:creationId xmlns:a16="http://schemas.microsoft.com/office/drawing/2014/main" id="{0F13B517-6984-D93A-9A39-ED304AA4AE80}"/>
                </a:ext>
              </a:extLst>
            </p:cNvPr>
            <p:cNvSpPr/>
            <p:nvPr/>
          </p:nvSpPr>
          <p:spPr bwMode="gray">
            <a:xfrm>
              <a:off x="182372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8" name="Forme libre : forme 7217">
              <a:extLst>
                <a:ext uri="{FF2B5EF4-FFF2-40B4-BE49-F238E27FC236}">
                  <a16:creationId xmlns:a16="http://schemas.microsoft.com/office/drawing/2014/main" id="{941BFC97-ACD7-55BC-F2D9-71B17D6F7B33}"/>
                </a:ext>
              </a:extLst>
            </p:cNvPr>
            <p:cNvSpPr/>
            <p:nvPr/>
          </p:nvSpPr>
          <p:spPr bwMode="gray">
            <a:xfrm>
              <a:off x="177419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19" name="Forme libre : forme 7218">
              <a:extLst>
                <a:ext uri="{FF2B5EF4-FFF2-40B4-BE49-F238E27FC236}">
                  <a16:creationId xmlns:a16="http://schemas.microsoft.com/office/drawing/2014/main" id="{D9176C30-5DDF-FD1D-262A-5EE7850A8750}"/>
                </a:ext>
              </a:extLst>
            </p:cNvPr>
            <p:cNvSpPr/>
            <p:nvPr/>
          </p:nvSpPr>
          <p:spPr bwMode="gray">
            <a:xfrm>
              <a:off x="172593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0" name="Forme libre : forme 7219">
              <a:extLst>
                <a:ext uri="{FF2B5EF4-FFF2-40B4-BE49-F238E27FC236}">
                  <a16:creationId xmlns:a16="http://schemas.microsoft.com/office/drawing/2014/main" id="{EEB5C72E-3EB9-7731-49CF-68D63A2AAA19}"/>
                </a:ext>
              </a:extLst>
            </p:cNvPr>
            <p:cNvSpPr/>
            <p:nvPr/>
          </p:nvSpPr>
          <p:spPr bwMode="gray">
            <a:xfrm>
              <a:off x="167640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1" name="Forme libre : forme 7220">
              <a:extLst>
                <a:ext uri="{FF2B5EF4-FFF2-40B4-BE49-F238E27FC236}">
                  <a16:creationId xmlns:a16="http://schemas.microsoft.com/office/drawing/2014/main" id="{EF9FFA8E-CB10-0726-C8BF-D702F6BAB4F8}"/>
                </a:ext>
              </a:extLst>
            </p:cNvPr>
            <p:cNvSpPr/>
            <p:nvPr/>
          </p:nvSpPr>
          <p:spPr bwMode="gray">
            <a:xfrm>
              <a:off x="1626870" y="262636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2" name="Forme libre : forme 7221">
              <a:extLst>
                <a:ext uri="{FF2B5EF4-FFF2-40B4-BE49-F238E27FC236}">
                  <a16:creationId xmlns:a16="http://schemas.microsoft.com/office/drawing/2014/main" id="{0D3E3E00-614C-C1F3-360E-7981BF2814DA}"/>
                </a:ext>
              </a:extLst>
            </p:cNvPr>
            <p:cNvSpPr/>
            <p:nvPr/>
          </p:nvSpPr>
          <p:spPr bwMode="gray">
            <a:xfrm>
              <a:off x="157861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3" name="Forme libre : forme 7222">
              <a:extLst>
                <a:ext uri="{FF2B5EF4-FFF2-40B4-BE49-F238E27FC236}">
                  <a16:creationId xmlns:a16="http://schemas.microsoft.com/office/drawing/2014/main" id="{2C5FD77A-191C-2BA6-2A39-ECC1AF8B1F8B}"/>
                </a:ext>
              </a:extLst>
            </p:cNvPr>
            <p:cNvSpPr/>
            <p:nvPr/>
          </p:nvSpPr>
          <p:spPr bwMode="gray">
            <a:xfrm>
              <a:off x="152908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4" name="Forme libre : forme 7223">
              <a:extLst>
                <a:ext uri="{FF2B5EF4-FFF2-40B4-BE49-F238E27FC236}">
                  <a16:creationId xmlns:a16="http://schemas.microsoft.com/office/drawing/2014/main" id="{6AD85C1C-74AE-6619-3385-3CC233530F1D}"/>
                </a:ext>
              </a:extLst>
            </p:cNvPr>
            <p:cNvSpPr/>
            <p:nvPr/>
          </p:nvSpPr>
          <p:spPr bwMode="gray">
            <a:xfrm>
              <a:off x="148082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5" name="Forme libre : forme 7224">
              <a:extLst>
                <a:ext uri="{FF2B5EF4-FFF2-40B4-BE49-F238E27FC236}">
                  <a16:creationId xmlns:a16="http://schemas.microsoft.com/office/drawing/2014/main" id="{59AE251C-B8F9-006A-18E8-9257ABE3D44F}"/>
                </a:ext>
              </a:extLst>
            </p:cNvPr>
            <p:cNvSpPr/>
            <p:nvPr/>
          </p:nvSpPr>
          <p:spPr bwMode="gray">
            <a:xfrm>
              <a:off x="143129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6" name="Forme libre : forme 7225">
              <a:extLst>
                <a:ext uri="{FF2B5EF4-FFF2-40B4-BE49-F238E27FC236}">
                  <a16:creationId xmlns:a16="http://schemas.microsoft.com/office/drawing/2014/main" id="{8E57C662-630A-B9C7-2012-98B53B7891C1}"/>
                </a:ext>
              </a:extLst>
            </p:cNvPr>
            <p:cNvSpPr/>
            <p:nvPr/>
          </p:nvSpPr>
          <p:spPr bwMode="gray">
            <a:xfrm>
              <a:off x="138176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7" name="Forme libre : forme 7226">
              <a:extLst>
                <a:ext uri="{FF2B5EF4-FFF2-40B4-BE49-F238E27FC236}">
                  <a16:creationId xmlns:a16="http://schemas.microsoft.com/office/drawing/2014/main" id="{D12BE846-5162-0E2B-21F4-E11B99581CEF}"/>
                </a:ext>
              </a:extLst>
            </p:cNvPr>
            <p:cNvSpPr/>
            <p:nvPr/>
          </p:nvSpPr>
          <p:spPr bwMode="gray">
            <a:xfrm>
              <a:off x="133350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8" name="Forme libre : forme 7227">
              <a:extLst>
                <a:ext uri="{FF2B5EF4-FFF2-40B4-BE49-F238E27FC236}">
                  <a16:creationId xmlns:a16="http://schemas.microsoft.com/office/drawing/2014/main" id="{9E4153EF-75B6-4651-27A3-177F5930DCC1}"/>
                </a:ext>
              </a:extLst>
            </p:cNvPr>
            <p:cNvSpPr/>
            <p:nvPr/>
          </p:nvSpPr>
          <p:spPr bwMode="gray">
            <a:xfrm>
              <a:off x="128397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29" name="Forme libre : forme 7228">
              <a:extLst>
                <a:ext uri="{FF2B5EF4-FFF2-40B4-BE49-F238E27FC236}">
                  <a16:creationId xmlns:a16="http://schemas.microsoft.com/office/drawing/2014/main" id="{7945CE84-BA14-E269-665D-94030C08B217}"/>
                </a:ext>
              </a:extLst>
            </p:cNvPr>
            <p:cNvSpPr/>
            <p:nvPr/>
          </p:nvSpPr>
          <p:spPr bwMode="gray">
            <a:xfrm>
              <a:off x="123571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0" name="Forme libre : forme 7229">
              <a:extLst>
                <a:ext uri="{FF2B5EF4-FFF2-40B4-BE49-F238E27FC236}">
                  <a16:creationId xmlns:a16="http://schemas.microsoft.com/office/drawing/2014/main" id="{45AFF461-77DB-7C98-73A1-59844108F306}"/>
                </a:ext>
              </a:extLst>
            </p:cNvPr>
            <p:cNvSpPr/>
            <p:nvPr/>
          </p:nvSpPr>
          <p:spPr bwMode="gray">
            <a:xfrm>
              <a:off x="1186180" y="262636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1" name="Forme libre : forme 7230">
              <a:extLst>
                <a:ext uri="{FF2B5EF4-FFF2-40B4-BE49-F238E27FC236}">
                  <a16:creationId xmlns:a16="http://schemas.microsoft.com/office/drawing/2014/main" id="{0940A8B1-F710-8D38-30E6-54FC39FB042C}"/>
                </a:ext>
              </a:extLst>
            </p:cNvPr>
            <p:cNvSpPr/>
            <p:nvPr/>
          </p:nvSpPr>
          <p:spPr bwMode="gray">
            <a:xfrm>
              <a:off x="7165339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2" name="Forme libre : forme 7231">
              <a:extLst>
                <a:ext uri="{FF2B5EF4-FFF2-40B4-BE49-F238E27FC236}">
                  <a16:creationId xmlns:a16="http://schemas.microsoft.com/office/drawing/2014/main" id="{22AF7A04-3C19-EAA6-7E89-3C3EB49755D7}"/>
                </a:ext>
              </a:extLst>
            </p:cNvPr>
            <p:cNvSpPr/>
            <p:nvPr/>
          </p:nvSpPr>
          <p:spPr bwMode="gray">
            <a:xfrm>
              <a:off x="711708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3" name="Forme libre : forme 7232">
              <a:extLst>
                <a:ext uri="{FF2B5EF4-FFF2-40B4-BE49-F238E27FC236}">
                  <a16:creationId xmlns:a16="http://schemas.microsoft.com/office/drawing/2014/main" id="{536DEB91-AFC5-4173-9476-1BDF56B71D0C}"/>
                </a:ext>
              </a:extLst>
            </p:cNvPr>
            <p:cNvSpPr/>
            <p:nvPr/>
          </p:nvSpPr>
          <p:spPr bwMode="gray">
            <a:xfrm>
              <a:off x="706755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4" name="Forme libre : forme 7233">
              <a:extLst>
                <a:ext uri="{FF2B5EF4-FFF2-40B4-BE49-F238E27FC236}">
                  <a16:creationId xmlns:a16="http://schemas.microsoft.com/office/drawing/2014/main" id="{B29197A9-5906-78E0-DF63-0D9FCF18B2B2}"/>
                </a:ext>
              </a:extLst>
            </p:cNvPr>
            <p:cNvSpPr/>
            <p:nvPr/>
          </p:nvSpPr>
          <p:spPr bwMode="gray">
            <a:xfrm>
              <a:off x="6626859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5" name="Forme libre : forme 7234">
              <a:extLst>
                <a:ext uri="{FF2B5EF4-FFF2-40B4-BE49-F238E27FC236}">
                  <a16:creationId xmlns:a16="http://schemas.microsoft.com/office/drawing/2014/main" id="{589B500D-2B92-20B2-96B7-D6D407AB7304}"/>
                </a:ext>
              </a:extLst>
            </p:cNvPr>
            <p:cNvSpPr/>
            <p:nvPr/>
          </p:nvSpPr>
          <p:spPr bwMode="gray">
            <a:xfrm>
              <a:off x="657733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6" name="Forme libre : forme 7235">
              <a:extLst>
                <a:ext uri="{FF2B5EF4-FFF2-40B4-BE49-F238E27FC236}">
                  <a16:creationId xmlns:a16="http://schemas.microsoft.com/office/drawing/2014/main" id="{F6D109E0-E405-736B-0C40-065531A11E8A}"/>
                </a:ext>
              </a:extLst>
            </p:cNvPr>
            <p:cNvSpPr/>
            <p:nvPr/>
          </p:nvSpPr>
          <p:spPr bwMode="gray">
            <a:xfrm>
              <a:off x="6529069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7" name="Forme libre : forme 7236">
              <a:extLst>
                <a:ext uri="{FF2B5EF4-FFF2-40B4-BE49-F238E27FC236}">
                  <a16:creationId xmlns:a16="http://schemas.microsoft.com/office/drawing/2014/main" id="{91E8D5A1-2762-D2A0-D64F-12A8553032BD}"/>
                </a:ext>
              </a:extLst>
            </p:cNvPr>
            <p:cNvSpPr/>
            <p:nvPr/>
          </p:nvSpPr>
          <p:spPr bwMode="gray">
            <a:xfrm>
              <a:off x="647954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8" name="Forme libre : forme 7237">
              <a:extLst>
                <a:ext uri="{FF2B5EF4-FFF2-40B4-BE49-F238E27FC236}">
                  <a16:creationId xmlns:a16="http://schemas.microsoft.com/office/drawing/2014/main" id="{F57C03F0-78C6-BCEC-1582-8266B8181244}"/>
                </a:ext>
              </a:extLst>
            </p:cNvPr>
            <p:cNvSpPr/>
            <p:nvPr/>
          </p:nvSpPr>
          <p:spPr bwMode="gray">
            <a:xfrm>
              <a:off x="64300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39" name="Forme libre : forme 7238">
              <a:extLst>
                <a:ext uri="{FF2B5EF4-FFF2-40B4-BE49-F238E27FC236}">
                  <a16:creationId xmlns:a16="http://schemas.microsoft.com/office/drawing/2014/main" id="{3C1B69B9-3AE1-AFC3-4A99-6DB269DA895C}"/>
                </a:ext>
              </a:extLst>
            </p:cNvPr>
            <p:cNvSpPr/>
            <p:nvPr/>
          </p:nvSpPr>
          <p:spPr bwMode="gray">
            <a:xfrm>
              <a:off x="638175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0" name="Forme libre : forme 7239">
              <a:extLst>
                <a:ext uri="{FF2B5EF4-FFF2-40B4-BE49-F238E27FC236}">
                  <a16:creationId xmlns:a16="http://schemas.microsoft.com/office/drawing/2014/main" id="{99762107-E109-2EE7-50F8-5270223A795F}"/>
                </a:ext>
              </a:extLst>
            </p:cNvPr>
            <p:cNvSpPr/>
            <p:nvPr/>
          </p:nvSpPr>
          <p:spPr bwMode="gray">
            <a:xfrm>
              <a:off x="63322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1" name="Forme libre : forme 7240">
              <a:extLst>
                <a:ext uri="{FF2B5EF4-FFF2-40B4-BE49-F238E27FC236}">
                  <a16:creationId xmlns:a16="http://schemas.microsoft.com/office/drawing/2014/main" id="{9633040B-A7D9-E3EF-DD3B-A01B729F0779}"/>
                </a:ext>
              </a:extLst>
            </p:cNvPr>
            <p:cNvSpPr/>
            <p:nvPr/>
          </p:nvSpPr>
          <p:spPr bwMode="gray">
            <a:xfrm>
              <a:off x="628396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2" name="Forme libre : forme 7241">
              <a:extLst>
                <a:ext uri="{FF2B5EF4-FFF2-40B4-BE49-F238E27FC236}">
                  <a16:creationId xmlns:a16="http://schemas.microsoft.com/office/drawing/2014/main" id="{44D448DF-019C-9823-0A11-24F69B9A2B36}"/>
                </a:ext>
              </a:extLst>
            </p:cNvPr>
            <p:cNvSpPr/>
            <p:nvPr/>
          </p:nvSpPr>
          <p:spPr bwMode="gray">
            <a:xfrm>
              <a:off x="62344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3" name="Forme libre : forme 7242">
              <a:extLst>
                <a:ext uri="{FF2B5EF4-FFF2-40B4-BE49-F238E27FC236}">
                  <a16:creationId xmlns:a16="http://schemas.microsoft.com/office/drawing/2014/main" id="{15D439F9-B4D8-0C6E-7D82-AA0BC63C8CD2}"/>
                </a:ext>
              </a:extLst>
            </p:cNvPr>
            <p:cNvSpPr/>
            <p:nvPr/>
          </p:nvSpPr>
          <p:spPr bwMode="gray">
            <a:xfrm>
              <a:off x="61849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4" name="Forme libre : forme 7243">
              <a:extLst>
                <a:ext uri="{FF2B5EF4-FFF2-40B4-BE49-F238E27FC236}">
                  <a16:creationId xmlns:a16="http://schemas.microsoft.com/office/drawing/2014/main" id="{94344E38-B9C1-A342-232D-34E1641990BE}"/>
                </a:ext>
              </a:extLst>
            </p:cNvPr>
            <p:cNvSpPr/>
            <p:nvPr/>
          </p:nvSpPr>
          <p:spPr bwMode="gray">
            <a:xfrm>
              <a:off x="61366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5" name="Forme libre : forme 7244">
              <a:extLst>
                <a:ext uri="{FF2B5EF4-FFF2-40B4-BE49-F238E27FC236}">
                  <a16:creationId xmlns:a16="http://schemas.microsoft.com/office/drawing/2014/main" id="{2BC45566-9CD0-76BD-4E52-95E160E2FD26}"/>
                </a:ext>
              </a:extLst>
            </p:cNvPr>
            <p:cNvSpPr/>
            <p:nvPr/>
          </p:nvSpPr>
          <p:spPr bwMode="gray">
            <a:xfrm>
              <a:off x="60871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6" name="Forme libre : forme 7245">
              <a:extLst>
                <a:ext uri="{FF2B5EF4-FFF2-40B4-BE49-F238E27FC236}">
                  <a16:creationId xmlns:a16="http://schemas.microsoft.com/office/drawing/2014/main" id="{F8D7EA68-5191-4B79-D53E-5768E7D5090A}"/>
                </a:ext>
              </a:extLst>
            </p:cNvPr>
            <p:cNvSpPr/>
            <p:nvPr/>
          </p:nvSpPr>
          <p:spPr bwMode="gray">
            <a:xfrm>
              <a:off x="603885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7" name="Forme libre : forme 7246">
              <a:extLst>
                <a:ext uri="{FF2B5EF4-FFF2-40B4-BE49-F238E27FC236}">
                  <a16:creationId xmlns:a16="http://schemas.microsoft.com/office/drawing/2014/main" id="{048A87E5-67B6-2EFB-D08A-C02B0D47C0BB}"/>
                </a:ext>
              </a:extLst>
            </p:cNvPr>
            <p:cNvSpPr/>
            <p:nvPr/>
          </p:nvSpPr>
          <p:spPr bwMode="gray">
            <a:xfrm>
              <a:off x="59893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8" name="Forme libre : forme 7247">
              <a:extLst>
                <a:ext uri="{FF2B5EF4-FFF2-40B4-BE49-F238E27FC236}">
                  <a16:creationId xmlns:a16="http://schemas.microsoft.com/office/drawing/2014/main" id="{D8A9FB06-55CE-F808-3A87-C80D10F4A289}"/>
                </a:ext>
              </a:extLst>
            </p:cNvPr>
            <p:cNvSpPr/>
            <p:nvPr/>
          </p:nvSpPr>
          <p:spPr bwMode="gray">
            <a:xfrm>
              <a:off x="594106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49" name="Forme libre : forme 7248">
              <a:extLst>
                <a:ext uri="{FF2B5EF4-FFF2-40B4-BE49-F238E27FC236}">
                  <a16:creationId xmlns:a16="http://schemas.microsoft.com/office/drawing/2014/main" id="{51A6066E-4C08-DE79-93AC-6B3345705FBF}"/>
                </a:ext>
              </a:extLst>
            </p:cNvPr>
            <p:cNvSpPr/>
            <p:nvPr/>
          </p:nvSpPr>
          <p:spPr bwMode="gray">
            <a:xfrm>
              <a:off x="58915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0" name="Forme libre : forme 7249">
              <a:extLst>
                <a:ext uri="{FF2B5EF4-FFF2-40B4-BE49-F238E27FC236}">
                  <a16:creationId xmlns:a16="http://schemas.microsoft.com/office/drawing/2014/main" id="{4A8723A0-A4C5-B990-C708-14A278FB6ACA}"/>
                </a:ext>
              </a:extLst>
            </p:cNvPr>
            <p:cNvSpPr/>
            <p:nvPr/>
          </p:nvSpPr>
          <p:spPr bwMode="gray">
            <a:xfrm>
              <a:off x="58420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1" name="Forme libre : forme 7250">
              <a:extLst>
                <a:ext uri="{FF2B5EF4-FFF2-40B4-BE49-F238E27FC236}">
                  <a16:creationId xmlns:a16="http://schemas.microsoft.com/office/drawing/2014/main" id="{BE82E4A1-60C9-A412-C4B4-592FDF12645C}"/>
                </a:ext>
              </a:extLst>
            </p:cNvPr>
            <p:cNvSpPr/>
            <p:nvPr/>
          </p:nvSpPr>
          <p:spPr bwMode="gray">
            <a:xfrm>
              <a:off x="57937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2" name="Forme libre : forme 7251">
              <a:extLst>
                <a:ext uri="{FF2B5EF4-FFF2-40B4-BE49-F238E27FC236}">
                  <a16:creationId xmlns:a16="http://schemas.microsoft.com/office/drawing/2014/main" id="{06FE8B5B-292D-C8C7-DB63-DB63E1998CA9}"/>
                </a:ext>
              </a:extLst>
            </p:cNvPr>
            <p:cNvSpPr/>
            <p:nvPr/>
          </p:nvSpPr>
          <p:spPr bwMode="gray">
            <a:xfrm>
              <a:off x="57442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3" name="Forme libre : forme 7252">
              <a:extLst>
                <a:ext uri="{FF2B5EF4-FFF2-40B4-BE49-F238E27FC236}">
                  <a16:creationId xmlns:a16="http://schemas.microsoft.com/office/drawing/2014/main" id="{0BB331B3-1D0F-AD3B-962B-A14C4B5363FD}"/>
                </a:ext>
              </a:extLst>
            </p:cNvPr>
            <p:cNvSpPr/>
            <p:nvPr/>
          </p:nvSpPr>
          <p:spPr bwMode="gray">
            <a:xfrm>
              <a:off x="569595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4" name="Forme libre : forme 7253">
              <a:extLst>
                <a:ext uri="{FF2B5EF4-FFF2-40B4-BE49-F238E27FC236}">
                  <a16:creationId xmlns:a16="http://schemas.microsoft.com/office/drawing/2014/main" id="{BCA585C8-4EAF-F713-8126-6AF449E736F8}"/>
                </a:ext>
              </a:extLst>
            </p:cNvPr>
            <p:cNvSpPr/>
            <p:nvPr/>
          </p:nvSpPr>
          <p:spPr bwMode="gray">
            <a:xfrm>
              <a:off x="56464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5" name="Forme libre : forme 7254">
              <a:extLst>
                <a:ext uri="{FF2B5EF4-FFF2-40B4-BE49-F238E27FC236}">
                  <a16:creationId xmlns:a16="http://schemas.microsoft.com/office/drawing/2014/main" id="{5F2B7307-1083-6AB1-ACEC-8186457EAB2D}"/>
                </a:ext>
              </a:extLst>
            </p:cNvPr>
            <p:cNvSpPr/>
            <p:nvPr/>
          </p:nvSpPr>
          <p:spPr bwMode="gray">
            <a:xfrm>
              <a:off x="55968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6" name="Forme libre : forme 7255">
              <a:extLst>
                <a:ext uri="{FF2B5EF4-FFF2-40B4-BE49-F238E27FC236}">
                  <a16:creationId xmlns:a16="http://schemas.microsoft.com/office/drawing/2014/main" id="{AA853074-09B9-D105-0ACD-51E985FE4D76}"/>
                </a:ext>
              </a:extLst>
            </p:cNvPr>
            <p:cNvSpPr/>
            <p:nvPr/>
          </p:nvSpPr>
          <p:spPr bwMode="gray">
            <a:xfrm>
              <a:off x="55486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7" name="Forme libre : forme 7256">
              <a:extLst>
                <a:ext uri="{FF2B5EF4-FFF2-40B4-BE49-F238E27FC236}">
                  <a16:creationId xmlns:a16="http://schemas.microsoft.com/office/drawing/2014/main" id="{C49D25EF-C31C-D6F3-7AE6-B35DDDC3A723}"/>
                </a:ext>
              </a:extLst>
            </p:cNvPr>
            <p:cNvSpPr/>
            <p:nvPr/>
          </p:nvSpPr>
          <p:spPr bwMode="gray">
            <a:xfrm>
              <a:off x="54991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8" name="Forme libre : forme 7257">
              <a:extLst>
                <a:ext uri="{FF2B5EF4-FFF2-40B4-BE49-F238E27FC236}">
                  <a16:creationId xmlns:a16="http://schemas.microsoft.com/office/drawing/2014/main" id="{98E98DEF-D255-6C49-6737-19D65A6CAEBB}"/>
                </a:ext>
              </a:extLst>
            </p:cNvPr>
            <p:cNvSpPr/>
            <p:nvPr/>
          </p:nvSpPr>
          <p:spPr bwMode="gray">
            <a:xfrm>
              <a:off x="54508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59" name="Forme libre : forme 7258">
              <a:extLst>
                <a:ext uri="{FF2B5EF4-FFF2-40B4-BE49-F238E27FC236}">
                  <a16:creationId xmlns:a16="http://schemas.microsoft.com/office/drawing/2014/main" id="{086DDBD7-9E26-1F22-72FB-07A1A18D8911}"/>
                </a:ext>
              </a:extLst>
            </p:cNvPr>
            <p:cNvSpPr/>
            <p:nvPr/>
          </p:nvSpPr>
          <p:spPr bwMode="gray">
            <a:xfrm>
              <a:off x="54013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0" name="Forme libre : forme 7259">
              <a:extLst>
                <a:ext uri="{FF2B5EF4-FFF2-40B4-BE49-F238E27FC236}">
                  <a16:creationId xmlns:a16="http://schemas.microsoft.com/office/drawing/2014/main" id="{CCA32FD7-B544-1C8A-5094-ADA51914002F}"/>
                </a:ext>
              </a:extLst>
            </p:cNvPr>
            <p:cNvSpPr/>
            <p:nvPr/>
          </p:nvSpPr>
          <p:spPr bwMode="gray">
            <a:xfrm>
              <a:off x="535178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1" name="Forme libre : forme 7260">
              <a:extLst>
                <a:ext uri="{FF2B5EF4-FFF2-40B4-BE49-F238E27FC236}">
                  <a16:creationId xmlns:a16="http://schemas.microsoft.com/office/drawing/2014/main" id="{DB499DCD-34D0-E508-5DB0-38D942F4471B}"/>
                </a:ext>
              </a:extLst>
            </p:cNvPr>
            <p:cNvSpPr/>
            <p:nvPr/>
          </p:nvSpPr>
          <p:spPr bwMode="gray">
            <a:xfrm>
              <a:off x="53035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2" name="Forme libre : forme 7261">
              <a:extLst>
                <a:ext uri="{FF2B5EF4-FFF2-40B4-BE49-F238E27FC236}">
                  <a16:creationId xmlns:a16="http://schemas.microsoft.com/office/drawing/2014/main" id="{4107450F-C512-780B-C1DE-BD43C0F2ED10}"/>
                </a:ext>
              </a:extLst>
            </p:cNvPr>
            <p:cNvSpPr/>
            <p:nvPr/>
          </p:nvSpPr>
          <p:spPr bwMode="gray">
            <a:xfrm>
              <a:off x="52539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3" name="Forme libre : forme 7262">
              <a:extLst>
                <a:ext uri="{FF2B5EF4-FFF2-40B4-BE49-F238E27FC236}">
                  <a16:creationId xmlns:a16="http://schemas.microsoft.com/office/drawing/2014/main" id="{18480A98-322E-5E9A-69BE-8589638403E2}"/>
                </a:ext>
              </a:extLst>
            </p:cNvPr>
            <p:cNvSpPr/>
            <p:nvPr/>
          </p:nvSpPr>
          <p:spPr bwMode="gray">
            <a:xfrm>
              <a:off x="52057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4" name="Forme libre : forme 7263">
              <a:extLst>
                <a:ext uri="{FF2B5EF4-FFF2-40B4-BE49-F238E27FC236}">
                  <a16:creationId xmlns:a16="http://schemas.microsoft.com/office/drawing/2014/main" id="{80314F6F-6C7B-84F2-D67D-29A6B6531670}"/>
                </a:ext>
              </a:extLst>
            </p:cNvPr>
            <p:cNvSpPr/>
            <p:nvPr/>
          </p:nvSpPr>
          <p:spPr bwMode="gray">
            <a:xfrm>
              <a:off x="51562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5" name="Forme libre : forme 7264">
              <a:extLst>
                <a:ext uri="{FF2B5EF4-FFF2-40B4-BE49-F238E27FC236}">
                  <a16:creationId xmlns:a16="http://schemas.microsoft.com/office/drawing/2014/main" id="{C28AEB59-E96A-2108-47FA-40FDA59801C8}"/>
                </a:ext>
              </a:extLst>
            </p:cNvPr>
            <p:cNvSpPr/>
            <p:nvPr/>
          </p:nvSpPr>
          <p:spPr bwMode="gray">
            <a:xfrm>
              <a:off x="51066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6" name="Forme libre : forme 7265">
              <a:extLst>
                <a:ext uri="{FF2B5EF4-FFF2-40B4-BE49-F238E27FC236}">
                  <a16:creationId xmlns:a16="http://schemas.microsoft.com/office/drawing/2014/main" id="{63492C3F-8B3B-FE34-53A0-18711A30AE5C}"/>
                </a:ext>
              </a:extLst>
            </p:cNvPr>
            <p:cNvSpPr/>
            <p:nvPr/>
          </p:nvSpPr>
          <p:spPr bwMode="gray">
            <a:xfrm>
              <a:off x="50584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7" name="Forme libre : forme 7266">
              <a:extLst>
                <a:ext uri="{FF2B5EF4-FFF2-40B4-BE49-F238E27FC236}">
                  <a16:creationId xmlns:a16="http://schemas.microsoft.com/office/drawing/2014/main" id="{E49BD5B9-982A-F523-DBD2-716A6B349D5C}"/>
                </a:ext>
              </a:extLst>
            </p:cNvPr>
            <p:cNvSpPr/>
            <p:nvPr/>
          </p:nvSpPr>
          <p:spPr bwMode="gray">
            <a:xfrm>
              <a:off x="500888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8" name="Forme libre : forme 7267">
              <a:extLst>
                <a:ext uri="{FF2B5EF4-FFF2-40B4-BE49-F238E27FC236}">
                  <a16:creationId xmlns:a16="http://schemas.microsoft.com/office/drawing/2014/main" id="{E3952EE2-BD05-253F-DECB-0C11D852E63C}"/>
                </a:ext>
              </a:extLst>
            </p:cNvPr>
            <p:cNvSpPr/>
            <p:nvPr/>
          </p:nvSpPr>
          <p:spPr bwMode="gray">
            <a:xfrm>
              <a:off x="49606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69" name="Forme libre : forme 7268">
              <a:extLst>
                <a:ext uri="{FF2B5EF4-FFF2-40B4-BE49-F238E27FC236}">
                  <a16:creationId xmlns:a16="http://schemas.microsoft.com/office/drawing/2014/main" id="{A76C88B5-5A5C-1AB6-98F7-3A0E3E95235D}"/>
                </a:ext>
              </a:extLst>
            </p:cNvPr>
            <p:cNvSpPr/>
            <p:nvPr/>
          </p:nvSpPr>
          <p:spPr bwMode="gray">
            <a:xfrm>
              <a:off x="49110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0" name="Forme libre : forme 7269">
              <a:extLst>
                <a:ext uri="{FF2B5EF4-FFF2-40B4-BE49-F238E27FC236}">
                  <a16:creationId xmlns:a16="http://schemas.microsoft.com/office/drawing/2014/main" id="{B2CC10BF-3914-1AE2-722E-56EC1336F1B3}"/>
                </a:ext>
              </a:extLst>
            </p:cNvPr>
            <p:cNvSpPr/>
            <p:nvPr/>
          </p:nvSpPr>
          <p:spPr bwMode="gray">
            <a:xfrm>
              <a:off x="486156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1" name="Forme libre : forme 7270">
              <a:extLst>
                <a:ext uri="{FF2B5EF4-FFF2-40B4-BE49-F238E27FC236}">
                  <a16:creationId xmlns:a16="http://schemas.microsoft.com/office/drawing/2014/main" id="{DB1B468A-3BD3-C455-7BA8-36AC75D02CA7}"/>
                </a:ext>
              </a:extLst>
            </p:cNvPr>
            <p:cNvSpPr/>
            <p:nvPr/>
          </p:nvSpPr>
          <p:spPr bwMode="gray">
            <a:xfrm>
              <a:off x="48133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2" name="Forme libre : forme 7271">
              <a:extLst>
                <a:ext uri="{FF2B5EF4-FFF2-40B4-BE49-F238E27FC236}">
                  <a16:creationId xmlns:a16="http://schemas.microsoft.com/office/drawing/2014/main" id="{86324C68-592B-8162-3E21-5690D7470284}"/>
                </a:ext>
              </a:extLst>
            </p:cNvPr>
            <p:cNvSpPr/>
            <p:nvPr/>
          </p:nvSpPr>
          <p:spPr bwMode="gray">
            <a:xfrm>
              <a:off x="47637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3" name="Forme libre : forme 7272">
              <a:extLst>
                <a:ext uri="{FF2B5EF4-FFF2-40B4-BE49-F238E27FC236}">
                  <a16:creationId xmlns:a16="http://schemas.microsoft.com/office/drawing/2014/main" id="{037C9EF7-8E13-181A-A97E-4B1A9546A5FD}"/>
                </a:ext>
              </a:extLst>
            </p:cNvPr>
            <p:cNvSpPr/>
            <p:nvPr/>
          </p:nvSpPr>
          <p:spPr bwMode="gray">
            <a:xfrm>
              <a:off x="47155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4" name="Forme libre : forme 7273">
              <a:extLst>
                <a:ext uri="{FF2B5EF4-FFF2-40B4-BE49-F238E27FC236}">
                  <a16:creationId xmlns:a16="http://schemas.microsoft.com/office/drawing/2014/main" id="{1BE299F3-F8DF-E95E-0F82-478ACA181CE8}"/>
                </a:ext>
              </a:extLst>
            </p:cNvPr>
            <p:cNvSpPr/>
            <p:nvPr/>
          </p:nvSpPr>
          <p:spPr bwMode="gray">
            <a:xfrm>
              <a:off x="466598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5" name="Forme libre : forme 7274">
              <a:extLst>
                <a:ext uri="{FF2B5EF4-FFF2-40B4-BE49-F238E27FC236}">
                  <a16:creationId xmlns:a16="http://schemas.microsoft.com/office/drawing/2014/main" id="{96262B09-B976-0F94-1B45-7DE27DD91F64}"/>
                </a:ext>
              </a:extLst>
            </p:cNvPr>
            <p:cNvSpPr/>
            <p:nvPr/>
          </p:nvSpPr>
          <p:spPr bwMode="gray">
            <a:xfrm>
              <a:off x="46177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6" name="Forme libre : forme 7275">
              <a:extLst>
                <a:ext uri="{FF2B5EF4-FFF2-40B4-BE49-F238E27FC236}">
                  <a16:creationId xmlns:a16="http://schemas.microsoft.com/office/drawing/2014/main" id="{EE27EA85-24B7-9930-8892-31FAEA9608CC}"/>
                </a:ext>
              </a:extLst>
            </p:cNvPr>
            <p:cNvSpPr/>
            <p:nvPr/>
          </p:nvSpPr>
          <p:spPr bwMode="gray">
            <a:xfrm>
              <a:off x="45681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7" name="Forme libre : forme 7276">
              <a:extLst>
                <a:ext uri="{FF2B5EF4-FFF2-40B4-BE49-F238E27FC236}">
                  <a16:creationId xmlns:a16="http://schemas.microsoft.com/office/drawing/2014/main" id="{DE2E38C7-6C67-441D-080D-48DD908C79FB}"/>
                </a:ext>
              </a:extLst>
            </p:cNvPr>
            <p:cNvSpPr/>
            <p:nvPr/>
          </p:nvSpPr>
          <p:spPr bwMode="gray">
            <a:xfrm>
              <a:off x="451866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8" name="Forme libre : forme 7277">
              <a:extLst>
                <a:ext uri="{FF2B5EF4-FFF2-40B4-BE49-F238E27FC236}">
                  <a16:creationId xmlns:a16="http://schemas.microsoft.com/office/drawing/2014/main" id="{C18B2185-C992-FB49-49B1-B683A3DE996E}"/>
                </a:ext>
              </a:extLst>
            </p:cNvPr>
            <p:cNvSpPr/>
            <p:nvPr/>
          </p:nvSpPr>
          <p:spPr bwMode="gray">
            <a:xfrm>
              <a:off x="44704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79" name="Forme libre : forme 7278">
              <a:extLst>
                <a:ext uri="{FF2B5EF4-FFF2-40B4-BE49-F238E27FC236}">
                  <a16:creationId xmlns:a16="http://schemas.microsoft.com/office/drawing/2014/main" id="{0250DDE9-E8DE-181C-56FB-0F89A83AFE0A}"/>
                </a:ext>
              </a:extLst>
            </p:cNvPr>
            <p:cNvSpPr/>
            <p:nvPr/>
          </p:nvSpPr>
          <p:spPr bwMode="gray">
            <a:xfrm>
              <a:off x="44208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0" name="Forme libre : forme 7279">
              <a:extLst>
                <a:ext uri="{FF2B5EF4-FFF2-40B4-BE49-F238E27FC236}">
                  <a16:creationId xmlns:a16="http://schemas.microsoft.com/office/drawing/2014/main" id="{48CBD8C9-EB5D-7C54-00F9-1944981741C1}"/>
                </a:ext>
              </a:extLst>
            </p:cNvPr>
            <p:cNvSpPr/>
            <p:nvPr/>
          </p:nvSpPr>
          <p:spPr bwMode="gray">
            <a:xfrm>
              <a:off x="43726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1" name="Forme libre : forme 7280">
              <a:extLst>
                <a:ext uri="{FF2B5EF4-FFF2-40B4-BE49-F238E27FC236}">
                  <a16:creationId xmlns:a16="http://schemas.microsoft.com/office/drawing/2014/main" id="{7D8EDBD8-91B5-A0D8-9032-3ED05D2BE49D}"/>
                </a:ext>
              </a:extLst>
            </p:cNvPr>
            <p:cNvSpPr/>
            <p:nvPr/>
          </p:nvSpPr>
          <p:spPr bwMode="gray">
            <a:xfrm>
              <a:off x="432308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2" name="Forme libre : forme 7281">
              <a:extLst>
                <a:ext uri="{FF2B5EF4-FFF2-40B4-BE49-F238E27FC236}">
                  <a16:creationId xmlns:a16="http://schemas.microsoft.com/office/drawing/2014/main" id="{7BD88975-2F7C-9FF2-1EA7-F925A0302CD6}"/>
                </a:ext>
              </a:extLst>
            </p:cNvPr>
            <p:cNvSpPr/>
            <p:nvPr/>
          </p:nvSpPr>
          <p:spPr bwMode="gray">
            <a:xfrm>
              <a:off x="427355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3" name="Forme libre : forme 7282">
              <a:extLst>
                <a:ext uri="{FF2B5EF4-FFF2-40B4-BE49-F238E27FC236}">
                  <a16:creationId xmlns:a16="http://schemas.microsoft.com/office/drawing/2014/main" id="{9A7DA3A2-DC51-A8EE-999A-D7CD32CBBB35}"/>
                </a:ext>
              </a:extLst>
            </p:cNvPr>
            <p:cNvSpPr/>
            <p:nvPr/>
          </p:nvSpPr>
          <p:spPr bwMode="gray">
            <a:xfrm>
              <a:off x="41275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4" name="Forme libre : forme 7283">
              <a:extLst>
                <a:ext uri="{FF2B5EF4-FFF2-40B4-BE49-F238E27FC236}">
                  <a16:creationId xmlns:a16="http://schemas.microsoft.com/office/drawing/2014/main" id="{A11FBD81-DCBD-8DDF-9B50-4F6E2ACA1FD7}"/>
                </a:ext>
              </a:extLst>
            </p:cNvPr>
            <p:cNvSpPr/>
            <p:nvPr/>
          </p:nvSpPr>
          <p:spPr bwMode="gray">
            <a:xfrm>
              <a:off x="40779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5" name="Forme libre : forme 7284">
              <a:extLst>
                <a:ext uri="{FF2B5EF4-FFF2-40B4-BE49-F238E27FC236}">
                  <a16:creationId xmlns:a16="http://schemas.microsoft.com/office/drawing/2014/main" id="{D8B4C22A-1FE8-1B12-D876-C92DFB6B2141}"/>
                </a:ext>
              </a:extLst>
            </p:cNvPr>
            <p:cNvSpPr/>
            <p:nvPr/>
          </p:nvSpPr>
          <p:spPr bwMode="gray">
            <a:xfrm>
              <a:off x="40284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6" name="Forme libre : forme 7285">
              <a:extLst>
                <a:ext uri="{FF2B5EF4-FFF2-40B4-BE49-F238E27FC236}">
                  <a16:creationId xmlns:a16="http://schemas.microsoft.com/office/drawing/2014/main" id="{E2432E7D-5363-82AC-7EC1-44E00B6345AC}"/>
                </a:ext>
              </a:extLst>
            </p:cNvPr>
            <p:cNvSpPr/>
            <p:nvPr/>
          </p:nvSpPr>
          <p:spPr bwMode="gray">
            <a:xfrm>
              <a:off x="383286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7" name="Forme libre : forme 7286">
              <a:extLst>
                <a:ext uri="{FF2B5EF4-FFF2-40B4-BE49-F238E27FC236}">
                  <a16:creationId xmlns:a16="http://schemas.microsoft.com/office/drawing/2014/main" id="{81A8F9C1-09C0-609A-B041-0239ACBBC9BB}"/>
                </a:ext>
              </a:extLst>
            </p:cNvPr>
            <p:cNvSpPr/>
            <p:nvPr/>
          </p:nvSpPr>
          <p:spPr bwMode="gray">
            <a:xfrm>
              <a:off x="37833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8" name="Forme libre : forme 7287">
              <a:extLst>
                <a:ext uri="{FF2B5EF4-FFF2-40B4-BE49-F238E27FC236}">
                  <a16:creationId xmlns:a16="http://schemas.microsoft.com/office/drawing/2014/main" id="{77600880-2F34-CA0D-CE3C-031727CE10D7}"/>
                </a:ext>
              </a:extLst>
            </p:cNvPr>
            <p:cNvSpPr/>
            <p:nvPr/>
          </p:nvSpPr>
          <p:spPr bwMode="gray">
            <a:xfrm>
              <a:off x="37350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89" name="Forme libre : forme 7288">
              <a:extLst>
                <a:ext uri="{FF2B5EF4-FFF2-40B4-BE49-F238E27FC236}">
                  <a16:creationId xmlns:a16="http://schemas.microsoft.com/office/drawing/2014/main" id="{E17D4810-7422-A679-FF19-106D4DD1E17B}"/>
                </a:ext>
              </a:extLst>
            </p:cNvPr>
            <p:cNvSpPr/>
            <p:nvPr/>
          </p:nvSpPr>
          <p:spPr bwMode="gray">
            <a:xfrm>
              <a:off x="26568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0" name="Forme libre : forme 7289">
              <a:extLst>
                <a:ext uri="{FF2B5EF4-FFF2-40B4-BE49-F238E27FC236}">
                  <a16:creationId xmlns:a16="http://schemas.microsoft.com/office/drawing/2014/main" id="{22393119-E9CE-8838-C338-2E841BDF3DE8}"/>
                </a:ext>
              </a:extLst>
            </p:cNvPr>
            <p:cNvSpPr/>
            <p:nvPr/>
          </p:nvSpPr>
          <p:spPr bwMode="gray">
            <a:xfrm>
              <a:off x="26073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1" name="Forme libre : forme 7290">
              <a:extLst>
                <a:ext uri="{FF2B5EF4-FFF2-40B4-BE49-F238E27FC236}">
                  <a16:creationId xmlns:a16="http://schemas.microsoft.com/office/drawing/2014/main" id="{6AF0D134-AAFB-04FE-DE75-7FF65EC101BF}"/>
                </a:ext>
              </a:extLst>
            </p:cNvPr>
            <p:cNvSpPr/>
            <p:nvPr/>
          </p:nvSpPr>
          <p:spPr bwMode="gray">
            <a:xfrm>
              <a:off x="255905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2" name="Forme libre : forme 7291">
              <a:extLst>
                <a:ext uri="{FF2B5EF4-FFF2-40B4-BE49-F238E27FC236}">
                  <a16:creationId xmlns:a16="http://schemas.microsoft.com/office/drawing/2014/main" id="{1E1E32A7-EC5A-54EE-79C6-BA3902A1CFBF}"/>
                </a:ext>
              </a:extLst>
            </p:cNvPr>
            <p:cNvSpPr/>
            <p:nvPr/>
          </p:nvSpPr>
          <p:spPr bwMode="gray">
            <a:xfrm>
              <a:off x="25095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3" name="Forme libre : forme 7292">
              <a:extLst>
                <a:ext uri="{FF2B5EF4-FFF2-40B4-BE49-F238E27FC236}">
                  <a16:creationId xmlns:a16="http://schemas.microsoft.com/office/drawing/2014/main" id="{77AD8D9D-47C3-9E3A-065C-D27865CD01E4}"/>
                </a:ext>
              </a:extLst>
            </p:cNvPr>
            <p:cNvSpPr/>
            <p:nvPr/>
          </p:nvSpPr>
          <p:spPr bwMode="gray">
            <a:xfrm>
              <a:off x="24599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4" name="Forme libre : forme 7293">
              <a:extLst>
                <a:ext uri="{FF2B5EF4-FFF2-40B4-BE49-F238E27FC236}">
                  <a16:creationId xmlns:a16="http://schemas.microsoft.com/office/drawing/2014/main" id="{A1AB1A9E-C595-BF43-628A-602E5F94DDC4}"/>
                </a:ext>
              </a:extLst>
            </p:cNvPr>
            <p:cNvSpPr/>
            <p:nvPr/>
          </p:nvSpPr>
          <p:spPr bwMode="gray">
            <a:xfrm>
              <a:off x="24117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5" name="Forme libre : forme 7294">
              <a:extLst>
                <a:ext uri="{FF2B5EF4-FFF2-40B4-BE49-F238E27FC236}">
                  <a16:creationId xmlns:a16="http://schemas.microsoft.com/office/drawing/2014/main" id="{67CF7CFA-7682-10F4-4994-EB187A781A6E}"/>
                </a:ext>
              </a:extLst>
            </p:cNvPr>
            <p:cNvSpPr/>
            <p:nvPr/>
          </p:nvSpPr>
          <p:spPr bwMode="gray">
            <a:xfrm>
              <a:off x="23622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6" name="Forme libre : forme 7295">
              <a:extLst>
                <a:ext uri="{FF2B5EF4-FFF2-40B4-BE49-F238E27FC236}">
                  <a16:creationId xmlns:a16="http://schemas.microsoft.com/office/drawing/2014/main" id="{3BF54655-735E-F758-BFE4-0EB194A7710A}"/>
                </a:ext>
              </a:extLst>
            </p:cNvPr>
            <p:cNvSpPr/>
            <p:nvPr/>
          </p:nvSpPr>
          <p:spPr bwMode="gray">
            <a:xfrm>
              <a:off x="231394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7" name="Forme libre : forme 7296">
              <a:extLst>
                <a:ext uri="{FF2B5EF4-FFF2-40B4-BE49-F238E27FC236}">
                  <a16:creationId xmlns:a16="http://schemas.microsoft.com/office/drawing/2014/main" id="{BEA9B3A1-CD08-F118-1972-13CF79DB5940}"/>
                </a:ext>
              </a:extLst>
            </p:cNvPr>
            <p:cNvSpPr/>
            <p:nvPr/>
          </p:nvSpPr>
          <p:spPr bwMode="gray">
            <a:xfrm>
              <a:off x="22644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8" name="Forme libre : forme 7297">
              <a:extLst>
                <a:ext uri="{FF2B5EF4-FFF2-40B4-BE49-F238E27FC236}">
                  <a16:creationId xmlns:a16="http://schemas.microsoft.com/office/drawing/2014/main" id="{96507896-FB80-22EF-2B97-1A8F6F61866F}"/>
                </a:ext>
              </a:extLst>
            </p:cNvPr>
            <p:cNvSpPr/>
            <p:nvPr/>
          </p:nvSpPr>
          <p:spPr bwMode="gray">
            <a:xfrm>
              <a:off x="21666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99" name="Forme libre : forme 7298">
              <a:extLst>
                <a:ext uri="{FF2B5EF4-FFF2-40B4-BE49-F238E27FC236}">
                  <a16:creationId xmlns:a16="http://schemas.microsoft.com/office/drawing/2014/main" id="{43CDF9F5-74DD-D620-3241-4915D348297A}"/>
                </a:ext>
              </a:extLst>
            </p:cNvPr>
            <p:cNvSpPr/>
            <p:nvPr/>
          </p:nvSpPr>
          <p:spPr bwMode="gray">
            <a:xfrm>
              <a:off x="21170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0" name="Forme libre : forme 7299">
              <a:extLst>
                <a:ext uri="{FF2B5EF4-FFF2-40B4-BE49-F238E27FC236}">
                  <a16:creationId xmlns:a16="http://schemas.microsoft.com/office/drawing/2014/main" id="{3F37388D-3770-13B2-FAA6-C43A13C80E74}"/>
                </a:ext>
              </a:extLst>
            </p:cNvPr>
            <p:cNvSpPr/>
            <p:nvPr/>
          </p:nvSpPr>
          <p:spPr bwMode="gray">
            <a:xfrm>
              <a:off x="20688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1" name="Forme libre : forme 7300">
              <a:extLst>
                <a:ext uri="{FF2B5EF4-FFF2-40B4-BE49-F238E27FC236}">
                  <a16:creationId xmlns:a16="http://schemas.microsoft.com/office/drawing/2014/main" id="{381B0EBF-018C-4572-45D1-640B581DA9BF}"/>
                </a:ext>
              </a:extLst>
            </p:cNvPr>
            <p:cNvSpPr/>
            <p:nvPr/>
          </p:nvSpPr>
          <p:spPr bwMode="gray">
            <a:xfrm>
              <a:off x="20193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2" name="Forme libre : forme 7301">
              <a:extLst>
                <a:ext uri="{FF2B5EF4-FFF2-40B4-BE49-F238E27FC236}">
                  <a16:creationId xmlns:a16="http://schemas.microsoft.com/office/drawing/2014/main" id="{6646B73C-AC2E-DBDD-D415-395817E0C5EE}"/>
                </a:ext>
              </a:extLst>
            </p:cNvPr>
            <p:cNvSpPr/>
            <p:nvPr/>
          </p:nvSpPr>
          <p:spPr bwMode="gray">
            <a:xfrm>
              <a:off x="19697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3" name="Forme libre : forme 7302">
              <a:extLst>
                <a:ext uri="{FF2B5EF4-FFF2-40B4-BE49-F238E27FC236}">
                  <a16:creationId xmlns:a16="http://schemas.microsoft.com/office/drawing/2014/main" id="{CF6F861B-1A2E-7CEB-9985-576424E1F5AC}"/>
                </a:ext>
              </a:extLst>
            </p:cNvPr>
            <p:cNvSpPr/>
            <p:nvPr/>
          </p:nvSpPr>
          <p:spPr bwMode="gray">
            <a:xfrm>
              <a:off x="192151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4" name="Forme libre : forme 7303">
              <a:extLst>
                <a:ext uri="{FF2B5EF4-FFF2-40B4-BE49-F238E27FC236}">
                  <a16:creationId xmlns:a16="http://schemas.microsoft.com/office/drawing/2014/main" id="{4491A7B2-D270-B922-77FA-31EA775FC3B1}"/>
                </a:ext>
              </a:extLst>
            </p:cNvPr>
            <p:cNvSpPr/>
            <p:nvPr/>
          </p:nvSpPr>
          <p:spPr bwMode="gray">
            <a:xfrm>
              <a:off x="187198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5" name="Forme libre : forme 7304">
              <a:extLst>
                <a:ext uri="{FF2B5EF4-FFF2-40B4-BE49-F238E27FC236}">
                  <a16:creationId xmlns:a16="http://schemas.microsoft.com/office/drawing/2014/main" id="{B3B55A1F-F57F-2DF3-B55E-311B1C62787E}"/>
                </a:ext>
              </a:extLst>
            </p:cNvPr>
            <p:cNvSpPr/>
            <p:nvPr/>
          </p:nvSpPr>
          <p:spPr bwMode="gray">
            <a:xfrm>
              <a:off x="182372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6" name="Forme libre : forme 7305">
              <a:extLst>
                <a:ext uri="{FF2B5EF4-FFF2-40B4-BE49-F238E27FC236}">
                  <a16:creationId xmlns:a16="http://schemas.microsoft.com/office/drawing/2014/main" id="{4DA7E55D-BD7B-875F-8A1D-A29E80942253}"/>
                </a:ext>
              </a:extLst>
            </p:cNvPr>
            <p:cNvSpPr/>
            <p:nvPr/>
          </p:nvSpPr>
          <p:spPr bwMode="gray">
            <a:xfrm>
              <a:off x="177419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7" name="Forme libre : forme 7306">
              <a:extLst>
                <a:ext uri="{FF2B5EF4-FFF2-40B4-BE49-F238E27FC236}">
                  <a16:creationId xmlns:a16="http://schemas.microsoft.com/office/drawing/2014/main" id="{585D86A5-FE64-D6DD-C712-149D42214290}"/>
                </a:ext>
              </a:extLst>
            </p:cNvPr>
            <p:cNvSpPr/>
            <p:nvPr/>
          </p:nvSpPr>
          <p:spPr bwMode="gray">
            <a:xfrm>
              <a:off x="172593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8" name="Forme libre : forme 7307">
              <a:extLst>
                <a:ext uri="{FF2B5EF4-FFF2-40B4-BE49-F238E27FC236}">
                  <a16:creationId xmlns:a16="http://schemas.microsoft.com/office/drawing/2014/main" id="{0E6F9447-3004-A347-908B-CE61F9AD16A1}"/>
                </a:ext>
              </a:extLst>
            </p:cNvPr>
            <p:cNvSpPr/>
            <p:nvPr/>
          </p:nvSpPr>
          <p:spPr bwMode="gray">
            <a:xfrm>
              <a:off x="167640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09" name="Forme libre : forme 7308">
              <a:extLst>
                <a:ext uri="{FF2B5EF4-FFF2-40B4-BE49-F238E27FC236}">
                  <a16:creationId xmlns:a16="http://schemas.microsoft.com/office/drawing/2014/main" id="{A61135F9-D6EC-75DF-DEE9-A1EC934839A7}"/>
                </a:ext>
              </a:extLst>
            </p:cNvPr>
            <p:cNvSpPr/>
            <p:nvPr/>
          </p:nvSpPr>
          <p:spPr bwMode="gray">
            <a:xfrm>
              <a:off x="1626870" y="25781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0" name="Forme libre : forme 7309">
              <a:extLst>
                <a:ext uri="{FF2B5EF4-FFF2-40B4-BE49-F238E27FC236}">
                  <a16:creationId xmlns:a16="http://schemas.microsoft.com/office/drawing/2014/main" id="{47444DD3-3853-47F7-F338-3177C03ADE70}"/>
                </a:ext>
              </a:extLst>
            </p:cNvPr>
            <p:cNvSpPr/>
            <p:nvPr/>
          </p:nvSpPr>
          <p:spPr bwMode="gray">
            <a:xfrm>
              <a:off x="157861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1" name="Forme libre : forme 7310">
              <a:extLst>
                <a:ext uri="{FF2B5EF4-FFF2-40B4-BE49-F238E27FC236}">
                  <a16:creationId xmlns:a16="http://schemas.microsoft.com/office/drawing/2014/main" id="{B0158034-1814-EC8D-E0CF-00B761F8141F}"/>
                </a:ext>
              </a:extLst>
            </p:cNvPr>
            <p:cNvSpPr/>
            <p:nvPr/>
          </p:nvSpPr>
          <p:spPr bwMode="gray">
            <a:xfrm>
              <a:off x="152908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2" name="Forme libre : forme 7311">
              <a:extLst>
                <a:ext uri="{FF2B5EF4-FFF2-40B4-BE49-F238E27FC236}">
                  <a16:creationId xmlns:a16="http://schemas.microsoft.com/office/drawing/2014/main" id="{49DBBEE4-9E68-0185-3678-1539668066E1}"/>
                </a:ext>
              </a:extLst>
            </p:cNvPr>
            <p:cNvSpPr/>
            <p:nvPr/>
          </p:nvSpPr>
          <p:spPr bwMode="gray">
            <a:xfrm>
              <a:off x="148082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3" name="Forme libre : forme 7312">
              <a:extLst>
                <a:ext uri="{FF2B5EF4-FFF2-40B4-BE49-F238E27FC236}">
                  <a16:creationId xmlns:a16="http://schemas.microsoft.com/office/drawing/2014/main" id="{D9DFE387-9EC5-9FE3-8830-F300E0A84BD0}"/>
                </a:ext>
              </a:extLst>
            </p:cNvPr>
            <p:cNvSpPr/>
            <p:nvPr/>
          </p:nvSpPr>
          <p:spPr bwMode="gray">
            <a:xfrm>
              <a:off x="143129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4" name="Forme libre : forme 7313">
              <a:extLst>
                <a:ext uri="{FF2B5EF4-FFF2-40B4-BE49-F238E27FC236}">
                  <a16:creationId xmlns:a16="http://schemas.microsoft.com/office/drawing/2014/main" id="{295C3448-ECDD-F9DA-5C35-C557D5E9752C}"/>
                </a:ext>
              </a:extLst>
            </p:cNvPr>
            <p:cNvSpPr/>
            <p:nvPr/>
          </p:nvSpPr>
          <p:spPr bwMode="gray">
            <a:xfrm>
              <a:off x="138176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5" name="Forme libre : forme 7314">
              <a:extLst>
                <a:ext uri="{FF2B5EF4-FFF2-40B4-BE49-F238E27FC236}">
                  <a16:creationId xmlns:a16="http://schemas.microsoft.com/office/drawing/2014/main" id="{DFEE5628-77D3-8540-B3B6-7FB3530A401B}"/>
                </a:ext>
              </a:extLst>
            </p:cNvPr>
            <p:cNvSpPr/>
            <p:nvPr/>
          </p:nvSpPr>
          <p:spPr bwMode="gray">
            <a:xfrm>
              <a:off x="133350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6" name="Forme libre : forme 7315">
              <a:extLst>
                <a:ext uri="{FF2B5EF4-FFF2-40B4-BE49-F238E27FC236}">
                  <a16:creationId xmlns:a16="http://schemas.microsoft.com/office/drawing/2014/main" id="{A2CC38D5-468E-8C48-79E3-E8D96825B951}"/>
                </a:ext>
              </a:extLst>
            </p:cNvPr>
            <p:cNvSpPr/>
            <p:nvPr/>
          </p:nvSpPr>
          <p:spPr bwMode="gray">
            <a:xfrm>
              <a:off x="128397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7" name="Forme libre : forme 7316">
              <a:extLst>
                <a:ext uri="{FF2B5EF4-FFF2-40B4-BE49-F238E27FC236}">
                  <a16:creationId xmlns:a16="http://schemas.microsoft.com/office/drawing/2014/main" id="{287D40C5-CC13-741F-D40B-693EC4327B43}"/>
                </a:ext>
              </a:extLst>
            </p:cNvPr>
            <p:cNvSpPr/>
            <p:nvPr/>
          </p:nvSpPr>
          <p:spPr bwMode="gray">
            <a:xfrm>
              <a:off x="123571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8" name="Forme libre : forme 7317">
              <a:extLst>
                <a:ext uri="{FF2B5EF4-FFF2-40B4-BE49-F238E27FC236}">
                  <a16:creationId xmlns:a16="http://schemas.microsoft.com/office/drawing/2014/main" id="{2D95D750-7456-AC3C-C104-5F8F2FE32E79}"/>
                </a:ext>
              </a:extLst>
            </p:cNvPr>
            <p:cNvSpPr/>
            <p:nvPr/>
          </p:nvSpPr>
          <p:spPr bwMode="gray">
            <a:xfrm>
              <a:off x="1186180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19" name="Forme libre : forme 7318">
              <a:extLst>
                <a:ext uri="{FF2B5EF4-FFF2-40B4-BE49-F238E27FC236}">
                  <a16:creationId xmlns:a16="http://schemas.microsoft.com/office/drawing/2014/main" id="{DC2E3DD0-FF6D-C763-6888-FD32D52488E4}"/>
                </a:ext>
              </a:extLst>
            </p:cNvPr>
            <p:cNvSpPr/>
            <p:nvPr/>
          </p:nvSpPr>
          <p:spPr bwMode="gray">
            <a:xfrm>
              <a:off x="598169" y="25781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0" name="Forme libre : forme 7319">
              <a:extLst>
                <a:ext uri="{FF2B5EF4-FFF2-40B4-BE49-F238E27FC236}">
                  <a16:creationId xmlns:a16="http://schemas.microsoft.com/office/drawing/2014/main" id="{BC9183E4-BC00-C3F8-B69D-0E4AE5785C01}"/>
                </a:ext>
              </a:extLst>
            </p:cNvPr>
            <p:cNvSpPr/>
            <p:nvPr/>
          </p:nvSpPr>
          <p:spPr bwMode="gray">
            <a:xfrm>
              <a:off x="7165339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1" name="Forme libre : forme 7320">
              <a:extLst>
                <a:ext uri="{FF2B5EF4-FFF2-40B4-BE49-F238E27FC236}">
                  <a16:creationId xmlns:a16="http://schemas.microsoft.com/office/drawing/2014/main" id="{D77AADB8-3400-7DFD-895C-BA44F677A6D8}"/>
                </a:ext>
              </a:extLst>
            </p:cNvPr>
            <p:cNvSpPr/>
            <p:nvPr/>
          </p:nvSpPr>
          <p:spPr bwMode="gray">
            <a:xfrm>
              <a:off x="711708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2" name="Forme libre : forme 7321">
              <a:extLst>
                <a:ext uri="{FF2B5EF4-FFF2-40B4-BE49-F238E27FC236}">
                  <a16:creationId xmlns:a16="http://schemas.microsoft.com/office/drawing/2014/main" id="{FD9AD534-D69C-DA80-C15A-1FC453C1B5A8}"/>
                </a:ext>
              </a:extLst>
            </p:cNvPr>
            <p:cNvSpPr/>
            <p:nvPr/>
          </p:nvSpPr>
          <p:spPr bwMode="gray">
            <a:xfrm>
              <a:off x="706755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3" name="Forme libre : forme 7322">
              <a:extLst>
                <a:ext uri="{FF2B5EF4-FFF2-40B4-BE49-F238E27FC236}">
                  <a16:creationId xmlns:a16="http://schemas.microsoft.com/office/drawing/2014/main" id="{FA6A5C09-E7CF-D02A-3120-7472C8A5CD78}"/>
                </a:ext>
              </a:extLst>
            </p:cNvPr>
            <p:cNvSpPr/>
            <p:nvPr/>
          </p:nvSpPr>
          <p:spPr bwMode="gray">
            <a:xfrm>
              <a:off x="7019289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4" name="Forme libre : forme 7323">
              <a:extLst>
                <a:ext uri="{FF2B5EF4-FFF2-40B4-BE49-F238E27FC236}">
                  <a16:creationId xmlns:a16="http://schemas.microsoft.com/office/drawing/2014/main" id="{14604BF1-2993-FE95-36A1-00328D9DB59C}"/>
                </a:ext>
              </a:extLst>
            </p:cNvPr>
            <p:cNvSpPr/>
            <p:nvPr/>
          </p:nvSpPr>
          <p:spPr bwMode="gray">
            <a:xfrm>
              <a:off x="6675119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5" name="Forme libre : forme 7324">
              <a:extLst>
                <a:ext uri="{FF2B5EF4-FFF2-40B4-BE49-F238E27FC236}">
                  <a16:creationId xmlns:a16="http://schemas.microsoft.com/office/drawing/2014/main" id="{BDA08B0D-0C73-BDCA-840D-2211136F8F45}"/>
                </a:ext>
              </a:extLst>
            </p:cNvPr>
            <p:cNvSpPr/>
            <p:nvPr/>
          </p:nvSpPr>
          <p:spPr bwMode="gray">
            <a:xfrm>
              <a:off x="6626859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6" name="Forme libre : forme 7325">
              <a:extLst>
                <a:ext uri="{FF2B5EF4-FFF2-40B4-BE49-F238E27FC236}">
                  <a16:creationId xmlns:a16="http://schemas.microsoft.com/office/drawing/2014/main" id="{B279DF80-0B6E-1AA7-1A1B-49ED35BA5C33}"/>
                </a:ext>
              </a:extLst>
            </p:cNvPr>
            <p:cNvSpPr/>
            <p:nvPr/>
          </p:nvSpPr>
          <p:spPr bwMode="gray">
            <a:xfrm>
              <a:off x="657733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7" name="Forme libre : forme 7326">
              <a:extLst>
                <a:ext uri="{FF2B5EF4-FFF2-40B4-BE49-F238E27FC236}">
                  <a16:creationId xmlns:a16="http://schemas.microsoft.com/office/drawing/2014/main" id="{A9ABE67B-0663-821E-19B0-A5C71CFC4CA8}"/>
                </a:ext>
              </a:extLst>
            </p:cNvPr>
            <p:cNvSpPr/>
            <p:nvPr/>
          </p:nvSpPr>
          <p:spPr bwMode="gray">
            <a:xfrm>
              <a:off x="6529069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8" name="Forme libre : forme 7327">
              <a:extLst>
                <a:ext uri="{FF2B5EF4-FFF2-40B4-BE49-F238E27FC236}">
                  <a16:creationId xmlns:a16="http://schemas.microsoft.com/office/drawing/2014/main" id="{28300144-E4F5-E36E-5317-BE2368AEEC68}"/>
                </a:ext>
              </a:extLst>
            </p:cNvPr>
            <p:cNvSpPr/>
            <p:nvPr/>
          </p:nvSpPr>
          <p:spPr bwMode="gray">
            <a:xfrm>
              <a:off x="647954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29" name="Forme libre : forme 7328">
              <a:extLst>
                <a:ext uri="{FF2B5EF4-FFF2-40B4-BE49-F238E27FC236}">
                  <a16:creationId xmlns:a16="http://schemas.microsoft.com/office/drawing/2014/main" id="{D59F800E-4BBB-BDA0-B66A-DAE3A1906166}"/>
                </a:ext>
              </a:extLst>
            </p:cNvPr>
            <p:cNvSpPr/>
            <p:nvPr/>
          </p:nvSpPr>
          <p:spPr bwMode="gray">
            <a:xfrm>
              <a:off x="64300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0" name="Forme libre : forme 7329">
              <a:extLst>
                <a:ext uri="{FF2B5EF4-FFF2-40B4-BE49-F238E27FC236}">
                  <a16:creationId xmlns:a16="http://schemas.microsoft.com/office/drawing/2014/main" id="{3017CDA4-0C1E-89FC-928A-9241BCADBBD5}"/>
                </a:ext>
              </a:extLst>
            </p:cNvPr>
            <p:cNvSpPr/>
            <p:nvPr/>
          </p:nvSpPr>
          <p:spPr bwMode="gray">
            <a:xfrm>
              <a:off x="638175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1" name="Forme libre : forme 7330">
              <a:extLst>
                <a:ext uri="{FF2B5EF4-FFF2-40B4-BE49-F238E27FC236}">
                  <a16:creationId xmlns:a16="http://schemas.microsoft.com/office/drawing/2014/main" id="{411F8E1A-86E2-29F1-5222-8274CC396D96}"/>
                </a:ext>
              </a:extLst>
            </p:cNvPr>
            <p:cNvSpPr/>
            <p:nvPr/>
          </p:nvSpPr>
          <p:spPr bwMode="gray">
            <a:xfrm>
              <a:off x="63322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2" name="Forme libre : forme 7331">
              <a:extLst>
                <a:ext uri="{FF2B5EF4-FFF2-40B4-BE49-F238E27FC236}">
                  <a16:creationId xmlns:a16="http://schemas.microsoft.com/office/drawing/2014/main" id="{E8FDFE84-91C9-5229-43D1-A00A5838976F}"/>
                </a:ext>
              </a:extLst>
            </p:cNvPr>
            <p:cNvSpPr/>
            <p:nvPr/>
          </p:nvSpPr>
          <p:spPr bwMode="gray">
            <a:xfrm>
              <a:off x="628396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3" name="Forme libre : forme 7332">
              <a:extLst>
                <a:ext uri="{FF2B5EF4-FFF2-40B4-BE49-F238E27FC236}">
                  <a16:creationId xmlns:a16="http://schemas.microsoft.com/office/drawing/2014/main" id="{6D2E2B1E-6C17-9246-6F5E-03C55D972F08}"/>
                </a:ext>
              </a:extLst>
            </p:cNvPr>
            <p:cNvSpPr/>
            <p:nvPr/>
          </p:nvSpPr>
          <p:spPr bwMode="gray">
            <a:xfrm>
              <a:off x="62344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4" name="Forme libre : forme 7333">
              <a:extLst>
                <a:ext uri="{FF2B5EF4-FFF2-40B4-BE49-F238E27FC236}">
                  <a16:creationId xmlns:a16="http://schemas.microsoft.com/office/drawing/2014/main" id="{25D09BAB-ADA4-3389-DEB8-9C1BF22F1EC4}"/>
                </a:ext>
              </a:extLst>
            </p:cNvPr>
            <p:cNvSpPr/>
            <p:nvPr/>
          </p:nvSpPr>
          <p:spPr bwMode="gray">
            <a:xfrm>
              <a:off x="61849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5" name="Forme libre : forme 7334">
              <a:extLst>
                <a:ext uri="{FF2B5EF4-FFF2-40B4-BE49-F238E27FC236}">
                  <a16:creationId xmlns:a16="http://schemas.microsoft.com/office/drawing/2014/main" id="{C7D02945-EB15-D481-6E41-07CCCAB7BEC5}"/>
                </a:ext>
              </a:extLst>
            </p:cNvPr>
            <p:cNvSpPr/>
            <p:nvPr/>
          </p:nvSpPr>
          <p:spPr bwMode="gray">
            <a:xfrm>
              <a:off x="613664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6" name="Forme libre : forme 7335">
              <a:extLst>
                <a:ext uri="{FF2B5EF4-FFF2-40B4-BE49-F238E27FC236}">
                  <a16:creationId xmlns:a16="http://schemas.microsoft.com/office/drawing/2014/main" id="{1337FFB5-C3D0-7A4B-E2C8-5891CB39B250}"/>
                </a:ext>
              </a:extLst>
            </p:cNvPr>
            <p:cNvSpPr/>
            <p:nvPr/>
          </p:nvSpPr>
          <p:spPr bwMode="gray">
            <a:xfrm>
              <a:off x="60871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7" name="Forme libre : forme 7336">
              <a:extLst>
                <a:ext uri="{FF2B5EF4-FFF2-40B4-BE49-F238E27FC236}">
                  <a16:creationId xmlns:a16="http://schemas.microsoft.com/office/drawing/2014/main" id="{8D615BC1-E9BB-3EEA-7799-137FB5ACA45B}"/>
                </a:ext>
              </a:extLst>
            </p:cNvPr>
            <p:cNvSpPr/>
            <p:nvPr/>
          </p:nvSpPr>
          <p:spPr bwMode="gray">
            <a:xfrm>
              <a:off x="603885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8" name="Forme libre : forme 7337">
              <a:extLst>
                <a:ext uri="{FF2B5EF4-FFF2-40B4-BE49-F238E27FC236}">
                  <a16:creationId xmlns:a16="http://schemas.microsoft.com/office/drawing/2014/main" id="{3A64291F-9A1D-20A1-1C61-B0E89D83029A}"/>
                </a:ext>
              </a:extLst>
            </p:cNvPr>
            <p:cNvSpPr/>
            <p:nvPr/>
          </p:nvSpPr>
          <p:spPr bwMode="gray">
            <a:xfrm>
              <a:off x="59893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39" name="Forme libre : forme 7338">
              <a:extLst>
                <a:ext uri="{FF2B5EF4-FFF2-40B4-BE49-F238E27FC236}">
                  <a16:creationId xmlns:a16="http://schemas.microsoft.com/office/drawing/2014/main" id="{3D424CA9-31B9-3C15-BF10-3F0E1D8D2BB0}"/>
                </a:ext>
              </a:extLst>
            </p:cNvPr>
            <p:cNvSpPr/>
            <p:nvPr/>
          </p:nvSpPr>
          <p:spPr bwMode="gray">
            <a:xfrm>
              <a:off x="594106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0" name="Forme libre : forme 7339">
              <a:extLst>
                <a:ext uri="{FF2B5EF4-FFF2-40B4-BE49-F238E27FC236}">
                  <a16:creationId xmlns:a16="http://schemas.microsoft.com/office/drawing/2014/main" id="{2D5CB6E6-0349-AB25-3216-F503ECDAC3B6}"/>
                </a:ext>
              </a:extLst>
            </p:cNvPr>
            <p:cNvSpPr/>
            <p:nvPr/>
          </p:nvSpPr>
          <p:spPr bwMode="gray">
            <a:xfrm>
              <a:off x="58915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1" name="Forme libre : forme 7340">
              <a:extLst>
                <a:ext uri="{FF2B5EF4-FFF2-40B4-BE49-F238E27FC236}">
                  <a16:creationId xmlns:a16="http://schemas.microsoft.com/office/drawing/2014/main" id="{3A578CBF-8B74-A084-A12C-0FFDA9D981DC}"/>
                </a:ext>
              </a:extLst>
            </p:cNvPr>
            <p:cNvSpPr/>
            <p:nvPr/>
          </p:nvSpPr>
          <p:spPr bwMode="gray">
            <a:xfrm>
              <a:off x="58420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2" name="Forme libre : forme 7341">
              <a:extLst>
                <a:ext uri="{FF2B5EF4-FFF2-40B4-BE49-F238E27FC236}">
                  <a16:creationId xmlns:a16="http://schemas.microsoft.com/office/drawing/2014/main" id="{C8A678AE-45D6-9AC5-FD2D-629322418E4A}"/>
                </a:ext>
              </a:extLst>
            </p:cNvPr>
            <p:cNvSpPr/>
            <p:nvPr/>
          </p:nvSpPr>
          <p:spPr bwMode="gray">
            <a:xfrm>
              <a:off x="579374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3" name="Forme libre : forme 7342">
              <a:extLst>
                <a:ext uri="{FF2B5EF4-FFF2-40B4-BE49-F238E27FC236}">
                  <a16:creationId xmlns:a16="http://schemas.microsoft.com/office/drawing/2014/main" id="{2F47417D-2A2F-DA5D-B03A-E4B861DF00E6}"/>
                </a:ext>
              </a:extLst>
            </p:cNvPr>
            <p:cNvSpPr/>
            <p:nvPr/>
          </p:nvSpPr>
          <p:spPr bwMode="gray">
            <a:xfrm>
              <a:off x="57442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4" name="Forme libre : forme 7343">
              <a:extLst>
                <a:ext uri="{FF2B5EF4-FFF2-40B4-BE49-F238E27FC236}">
                  <a16:creationId xmlns:a16="http://schemas.microsoft.com/office/drawing/2014/main" id="{F319637C-5CC9-BCA9-EE35-E96C7B1CDBAE}"/>
                </a:ext>
              </a:extLst>
            </p:cNvPr>
            <p:cNvSpPr/>
            <p:nvPr/>
          </p:nvSpPr>
          <p:spPr bwMode="gray">
            <a:xfrm>
              <a:off x="569595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5" name="Forme libre : forme 7344">
              <a:extLst>
                <a:ext uri="{FF2B5EF4-FFF2-40B4-BE49-F238E27FC236}">
                  <a16:creationId xmlns:a16="http://schemas.microsoft.com/office/drawing/2014/main" id="{E67986DA-ED73-1873-A355-32CBE423681F}"/>
                </a:ext>
              </a:extLst>
            </p:cNvPr>
            <p:cNvSpPr/>
            <p:nvPr/>
          </p:nvSpPr>
          <p:spPr bwMode="gray">
            <a:xfrm>
              <a:off x="56464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6" name="Forme libre : forme 7345">
              <a:extLst>
                <a:ext uri="{FF2B5EF4-FFF2-40B4-BE49-F238E27FC236}">
                  <a16:creationId xmlns:a16="http://schemas.microsoft.com/office/drawing/2014/main" id="{0871B7F2-217C-3BE1-9855-2C6E234F1AAE}"/>
                </a:ext>
              </a:extLst>
            </p:cNvPr>
            <p:cNvSpPr/>
            <p:nvPr/>
          </p:nvSpPr>
          <p:spPr bwMode="gray">
            <a:xfrm>
              <a:off x="55968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7" name="Forme libre : forme 7346">
              <a:extLst>
                <a:ext uri="{FF2B5EF4-FFF2-40B4-BE49-F238E27FC236}">
                  <a16:creationId xmlns:a16="http://schemas.microsoft.com/office/drawing/2014/main" id="{C9CF4CD9-81C6-7B17-2192-9A7D6386EF6D}"/>
                </a:ext>
              </a:extLst>
            </p:cNvPr>
            <p:cNvSpPr/>
            <p:nvPr/>
          </p:nvSpPr>
          <p:spPr bwMode="gray">
            <a:xfrm>
              <a:off x="55486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8" name="Forme libre : forme 7347">
              <a:extLst>
                <a:ext uri="{FF2B5EF4-FFF2-40B4-BE49-F238E27FC236}">
                  <a16:creationId xmlns:a16="http://schemas.microsoft.com/office/drawing/2014/main" id="{57662CFC-0547-C104-D2A3-7331CD590A8E}"/>
                </a:ext>
              </a:extLst>
            </p:cNvPr>
            <p:cNvSpPr/>
            <p:nvPr/>
          </p:nvSpPr>
          <p:spPr bwMode="gray">
            <a:xfrm>
              <a:off x="54991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49" name="Forme libre : forme 7348">
              <a:extLst>
                <a:ext uri="{FF2B5EF4-FFF2-40B4-BE49-F238E27FC236}">
                  <a16:creationId xmlns:a16="http://schemas.microsoft.com/office/drawing/2014/main" id="{1DCDE328-C881-C80E-E702-6C267AF9C365}"/>
                </a:ext>
              </a:extLst>
            </p:cNvPr>
            <p:cNvSpPr/>
            <p:nvPr/>
          </p:nvSpPr>
          <p:spPr bwMode="gray">
            <a:xfrm>
              <a:off x="545084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0" name="Forme libre : forme 7349">
              <a:extLst>
                <a:ext uri="{FF2B5EF4-FFF2-40B4-BE49-F238E27FC236}">
                  <a16:creationId xmlns:a16="http://schemas.microsoft.com/office/drawing/2014/main" id="{C1EB8867-56A5-346A-086D-7D8FA7B65486}"/>
                </a:ext>
              </a:extLst>
            </p:cNvPr>
            <p:cNvSpPr/>
            <p:nvPr/>
          </p:nvSpPr>
          <p:spPr bwMode="gray">
            <a:xfrm>
              <a:off x="54013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1" name="Forme libre : forme 7350">
              <a:extLst>
                <a:ext uri="{FF2B5EF4-FFF2-40B4-BE49-F238E27FC236}">
                  <a16:creationId xmlns:a16="http://schemas.microsoft.com/office/drawing/2014/main" id="{D2879471-7113-C6B7-487E-B1BB6D7EEE40}"/>
                </a:ext>
              </a:extLst>
            </p:cNvPr>
            <p:cNvSpPr/>
            <p:nvPr/>
          </p:nvSpPr>
          <p:spPr bwMode="gray">
            <a:xfrm>
              <a:off x="535178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2" name="Forme libre : forme 7351">
              <a:extLst>
                <a:ext uri="{FF2B5EF4-FFF2-40B4-BE49-F238E27FC236}">
                  <a16:creationId xmlns:a16="http://schemas.microsoft.com/office/drawing/2014/main" id="{BF36BC27-E1E4-88EB-6F46-390774B86F42}"/>
                </a:ext>
              </a:extLst>
            </p:cNvPr>
            <p:cNvSpPr/>
            <p:nvPr/>
          </p:nvSpPr>
          <p:spPr bwMode="gray">
            <a:xfrm>
              <a:off x="53035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3" name="Forme libre : forme 7352">
              <a:extLst>
                <a:ext uri="{FF2B5EF4-FFF2-40B4-BE49-F238E27FC236}">
                  <a16:creationId xmlns:a16="http://schemas.microsoft.com/office/drawing/2014/main" id="{E1BF5744-9292-DDEB-564F-23C71522ED9B}"/>
                </a:ext>
              </a:extLst>
            </p:cNvPr>
            <p:cNvSpPr/>
            <p:nvPr/>
          </p:nvSpPr>
          <p:spPr bwMode="gray">
            <a:xfrm>
              <a:off x="52539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4" name="Forme libre : forme 7353">
              <a:extLst>
                <a:ext uri="{FF2B5EF4-FFF2-40B4-BE49-F238E27FC236}">
                  <a16:creationId xmlns:a16="http://schemas.microsoft.com/office/drawing/2014/main" id="{9B747A54-8EF5-76D0-5762-10D964502318}"/>
                </a:ext>
              </a:extLst>
            </p:cNvPr>
            <p:cNvSpPr/>
            <p:nvPr/>
          </p:nvSpPr>
          <p:spPr bwMode="gray">
            <a:xfrm>
              <a:off x="52057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5" name="Forme libre : forme 7354">
              <a:extLst>
                <a:ext uri="{FF2B5EF4-FFF2-40B4-BE49-F238E27FC236}">
                  <a16:creationId xmlns:a16="http://schemas.microsoft.com/office/drawing/2014/main" id="{29F249E6-61C9-0677-D454-1F758C5AD0D7}"/>
                </a:ext>
              </a:extLst>
            </p:cNvPr>
            <p:cNvSpPr/>
            <p:nvPr/>
          </p:nvSpPr>
          <p:spPr bwMode="gray">
            <a:xfrm>
              <a:off x="51562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6" name="Forme libre : forme 7355">
              <a:extLst>
                <a:ext uri="{FF2B5EF4-FFF2-40B4-BE49-F238E27FC236}">
                  <a16:creationId xmlns:a16="http://schemas.microsoft.com/office/drawing/2014/main" id="{64C9A3D0-5DB2-E3B5-A950-607F67320FE4}"/>
                </a:ext>
              </a:extLst>
            </p:cNvPr>
            <p:cNvSpPr/>
            <p:nvPr/>
          </p:nvSpPr>
          <p:spPr bwMode="gray">
            <a:xfrm>
              <a:off x="51066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7" name="Forme libre : forme 7356">
              <a:extLst>
                <a:ext uri="{FF2B5EF4-FFF2-40B4-BE49-F238E27FC236}">
                  <a16:creationId xmlns:a16="http://schemas.microsoft.com/office/drawing/2014/main" id="{AA54468A-F4A2-8A41-9198-F105F2EC39E3}"/>
                </a:ext>
              </a:extLst>
            </p:cNvPr>
            <p:cNvSpPr/>
            <p:nvPr/>
          </p:nvSpPr>
          <p:spPr bwMode="gray">
            <a:xfrm>
              <a:off x="50584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8" name="Forme libre : forme 7357">
              <a:extLst>
                <a:ext uri="{FF2B5EF4-FFF2-40B4-BE49-F238E27FC236}">
                  <a16:creationId xmlns:a16="http://schemas.microsoft.com/office/drawing/2014/main" id="{BB8B947F-2252-8844-81F1-8F0E0A104695}"/>
                </a:ext>
              </a:extLst>
            </p:cNvPr>
            <p:cNvSpPr/>
            <p:nvPr/>
          </p:nvSpPr>
          <p:spPr bwMode="gray">
            <a:xfrm>
              <a:off x="500888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59" name="Forme libre : forme 7358">
              <a:extLst>
                <a:ext uri="{FF2B5EF4-FFF2-40B4-BE49-F238E27FC236}">
                  <a16:creationId xmlns:a16="http://schemas.microsoft.com/office/drawing/2014/main" id="{6BF9F470-419C-A5E6-127C-8FF60B8269F5}"/>
                </a:ext>
              </a:extLst>
            </p:cNvPr>
            <p:cNvSpPr/>
            <p:nvPr/>
          </p:nvSpPr>
          <p:spPr bwMode="gray">
            <a:xfrm>
              <a:off x="49606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0" name="Forme libre : forme 7359">
              <a:extLst>
                <a:ext uri="{FF2B5EF4-FFF2-40B4-BE49-F238E27FC236}">
                  <a16:creationId xmlns:a16="http://schemas.microsoft.com/office/drawing/2014/main" id="{218682DC-AD0C-E4BB-646B-FFAEA7D2366C}"/>
                </a:ext>
              </a:extLst>
            </p:cNvPr>
            <p:cNvSpPr/>
            <p:nvPr/>
          </p:nvSpPr>
          <p:spPr bwMode="gray">
            <a:xfrm>
              <a:off x="49110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1" name="Forme libre : forme 7360">
              <a:extLst>
                <a:ext uri="{FF2B5EF4-FFF2-40B4-BE49-F238E27FC236}">
                  <a16:creationId xmlns:a16="http://schemas.microsoft.com/office/drawing/2014/main" id="{A35A1948-87DB-F101-1BBF-8DD72EC9339B}"/>
                </a:ext>
              </a:extLst>
            </p:cNvPr>
            <p:cNvSpPr/>
            <p:nvPr/>
          </p:nvSpPr>
          <p:spPr bwMode="gray">
            <a:xfrm>
              <a:off x="486156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2" name="Forme libre : forme 7361">
              <a:extLst>
                <a:ext uri="{FF2B5EF4-FFF2-40B4-BE49-F238E27FC236}">
                  <a16:creationId xmlns:a16="http://schemas.microsoft.com/office/drawing/2014/main" id="{6EEAA3B3-0ACB-334E-2440-B29781A752B2}"/>
                </a:ext>
              </a:extLst>
            </p:cNvPr>
            <p:cNvSpPr/>
            <p:nvPr/>
          </p:nvSpPr>
          <p:spPr bwMode="gray">
            <a:xfrm>
              <a:off x="48133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3" name="Forme libre : forme 7362">
              <a:extLst>
                <a:ext uri="{FF2B5EF4-FFF2-40B4-BE49-F238E27FC236}">
                  <a16:creationId xmlns:a16="http://schemas.microsoft.com/office/drawing/2014/main" id="{7674BF10-A6C4-1EEA-6044-1954BADAA4B1}"/>
                </a:ext>
              </a:extLst>
            </p:cNvPr>
            <p:cNvSpPr/>
            <p:nvPr/>
          </p:nvSpPr>
          <p:spPr bwMode="gray">
            <a:xfrm>
              <a:off x="47637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4" name="Forme libre : forme 7363">
              <a:extLst>
                <a:ext uri="{FF2B5EF4-FFF2-40B4-BE49-F238E27FC236}">
                  <a16:creationId xmlns:a16="http://schemas.microsoft.com/office/drawing/2014/main" id="{C1EC3CEC-542A-FDBC-A47E-C2F271CDB2EC}"/>
                </a:ext>
              </a:extLst>
            </p:cNvPr>
            <p:cNvSpPr/>
            <p:nvPr/>
          </p:nvSpPr>
          <p:spPr bwMode="gray">
            <a:xfrm>
              <a:off x="47155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5" name="Forme libre : forme 7364">
              <a:extLst>
                <a:ext uri="{FF2B5EF4-FFF2-40B4-BE49-F238E27FC236}">
                  <a16:creationId xmlns:a16="http://schemas.microsoft.com/office/drawing/2014/main" id="{1C8FE3DC-9857-1C0B-FA5B-DF7747CF8E1B}"/>
                </a:ext>
              </a:extLst>
            </p:cNvPr>
            <p:cNvSpPr/>
            <p:nvPr/>
          </p:nvSpPr>
          <p:spPr bwMode="gray">
            <a:xfrm>
              <a:off x="466598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6" name="Forme libre : forme 7365">
              <a:extLst>
                <a:ext uri="{FF2B5EF4-FFF2-40B4-BE49-F238E27FC236}">
                  <a16:creationId xmlns:a16="http://schemas.microsoft.com/office/drawing/2014/main" id="{995A2918-324F-AC8A-0BD5-5DF0F692188E}"/>
                </a:ext>
              </a:extLst>
            </p:cNvPr>
            <p:cNvSpPr/>
            <p:nvPr/>
          </p:nvSpPr>
          <p:spPr bwMode="gray">
            <a:xfrm>
              <a:off x="46177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7" name="Forme libre : forme 7366">
              <a:extLst>
                <a:ext uri="{FF2B5EF4-FFF2-40B4-BE49-F238E27FC236}">
                  <a16:creationId xmlns:a16="http://schemas.microsoft.com/office/drawing/2014/main" id="{98CBAA18-23AF-54A5-9250-9E1602E3C0CC}"/>
                </a:ext>
              </a:extLst>
            </p:cNvPr>
            <p:cNvSpPr/>
            <p:nvPr/>
          </p:nvSpPr>
          <p:spPr bwMode="gray">
            <a:xfrm>
              <a:off x="45681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8" name="Forme libre : forme 7367">
              <a:extLst>
                <a:ext uri="{FF2B5EF4-FFF2-40B4-BE49-F238E27FC236}">
                  <a16:creationId xmlns:a16="http://schemas.microsoft.com/office/drawing/2014/main" id="{FF0841AC-0431-C7BC-7E2B-7ACFF4B6E253}"/>
                </a:ext>
              </a:extLst>
            </p:cNvPr>
            <p:cNvSpPr/>
            <p:nvPr/>
          </p:nvSpPr>
          <p:spPr bwMode="gray">
            <a:xfrm>
              <a:off x="451866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69" name="Forme libre : forme 7368">
              <a:extLst>
                <a:ext uri="{FF2B5EF4-FFF2-40B4-BE49-F238E27FC236}">
                  <a16:creationId xmlns:a16="http://schemas.microsoft.com/office/drawing/2014/main" id="{F30B21DD-0519-C5A6-1339-38D65D491C5A}"/>
                </a:ext>
              </a:extLst>
            </p:cNvPr>
            <p:cNvSpPr/>
            <p:nvPr/>
          </p:nvSpPr>
          <p:spPr bwMode="gray">
            <a:xfrm>
              <a:off x="44704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0" name="Forme libre : forme 7369">
              <a:extLst>
                <a:ext uri="{FF2B5EF4-FFF2-40B4-BE49-F238E27FC236}">
                  <a16:creationId xmlns:a16="http://schemas.microsoft.com/office/drawing/2014/main" id="{ACC421E1-EFD3-A242-0A29-580D0D7FE7AD}"/>
                </a:ext>
              </a:extLst>
            </p:cNvPr>
            <p:cNvSpPr/>
            <p:nvPr/>
          </p:nvSpPr>
          <p:spPr bwMode="gray">
            <a:xfrm>
              <a:off x="44208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1" name="Forme libre : forme 7370">
              <a:extLst>
                <a:ext uri="{FF2B5EF4-FFF2-40B4-BE49-F238E27FC236}">
                  <a16:creationId xmlns:a16="http://schemas.microsoft.com/office/drawing/2014/main" id="{04702BB1-673A-D6D1-4D5F-A43E2CD01010}"/>
                </a:ext>
              </a:extLst>
            </p:cNvPr>
            <p:cNvSpPr/>
            <p:nvPr/>
          </p:nvSpPr>
          <p:spPr bwMode="gray">
            <a:xfrm>
              <a:off x="43726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2" name="Forme libre : forme 7371">
              <a:extLst>
                <a:ext uri="{FF2B5EF4-FFF2-40B4-BE49-F238E27FC236}">
                  <a16:creationId xmlns:a16="http://schemas.microsoft.com/office/drawing/2014/main" id="{2400E8EA-3A86-E5DB-438B-0DAC02FA4471}"/>
                </a:ext>
              </a:extLst>
            </p:cNvPr>
            <p:cNvSpPr/>
            <p:nvPr/>
          </p:nvSpPr>
          <p:spPr bwMode="gray">
            <a:xfrm>
              <a:off x="432308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3" name="Forme libre : forme 7372">
              <a:extLst>
                <a:ext uri="{FF2B5EF4-FFF2-40B4-BE49-F238E27FC236}">
                  <a16:creationId xmlns:a16="http://schemas.microsoft.com/office/drawing/2014/main" id="{90C912A0-6F75-97A4-0420-9CD18903EB74}"/>
                </a:ext>
              </a:extLst>
            </p:cNvPr>
            <p:cNvSpPr/>
            <p:nvPr/>
          </p:nvSpPr>
          <p:spPr bwMode="gray">
            <a:xfrm>
              <a:off x="417576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4" name="Forme libre : forme 7373">
              <a:extLst>
                <a:ext uri="{FF2B5EF4-FFF2-40B4-BE49-F238E27FC236}">
                  <a16:creationId xmlns:a16="http://schemas.microsoft.com/office/drawing/2014/main" id="{70BB3DA0-C855-6A38-4E17-574B9D24ED41}"/>
                </a:ext>
              </a:extLst>
            </p:cNvPr>
            <p:cNvSpPr/>
            <p:nvPr/>
          </p:nvSpPr>
          <p:spPr bwMode="gray">
            <a:xfrm>
              <a:off x="41275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5" name="Forme libre : forme 7374">
              <a:extLst>
                <a:ext uri="{FF2B5EF4-FFF2-40B4-BE49-F238E27FC236}">
                  <a16:creationId xmlns:a16="http://schemas.microsoft.com/office/drawing/2014/main" id="{A5934E3D-CCB5-55E6-A29D-A0F55DDA38EB}"/>
                </a:ext>
              </a:extLst>
            </p:cNvPr>
            <p:cNvSpPr/>
            <p:nvPr/>
          </p:nvSpPr>
          <p:spPr bwMode="gray">
            <a:xfrm>
              <a:off x="40779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6" name="Forme libre : forme 7375">
              <a:extLst>
                <a:ext uri="{FF2B5EF4-FFF2-40B4-BE49-F238E27FC236}">
                  <a16:creationId xmlns:a16="http://schemas.microsoft.com/office/drawing/2014/main" id="{DD1000F1-011E-5DD0-2BBB-6DFDA60A1A14}"/>
                </a:ext>
              </a:extLst>
            </p:cNvPr>
            <p:cNvSpPr/>
            <p:nvPr/>
          </p:nvSpPr>
          <p:spPr bwMode="gray">
            <a:xfrm>
              <a:off x="37833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7" name="Forme libre : forme 7376">
              <a:extLst>
                <a:ext uri="{FF2B5EF4-FFF2-40B4-BE49-F238E27FC236}">
                  <a16:creationId xmlns:a16="http://schemas.microsoft.com/office/drawing/2014/main" id="{35198593-FB99-F6E3-DE27-E4CFF3DA6225}"/>
                </a:ext>
              </a:extLst>
            </p:cNvPr>
            <p:cNvSpPr/>
            <p:nvPr/>
          </p:nvSpPr>
          <p:spPr bwMode="gray">
            <a:xfrm>
              <a:off x="37350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8" name="Forme libre : forme 7377">
              <a:extLst>
                <a:ext uri="{FF2B5EF4-FFF2-40B4-BE49-F238E27FC236}">
                  <a16:creationId xmlns:a16="http://schemas.microsoft.com/office/drawing/2014/main" id="{8E3A00D8-6F41-5087-2F0C-64510A7672FD}"/>
                </a:ext>
              </a:extLst>
            </p:cNvPr>
            <p:cNvSpPr/>
            <p:nvPr/>
          </p:nvSpPr>
          <p:spPr bwMode="gray">
            <a:xfrm>
              <a:off x="26073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79" name="Forme libre : forme 7378">
              <a:extLst>
                <a:ext uri="{FF2B5EF4-FFF2-40B4-BE49-F238E27FC236}">
                  <a16:creationId xmlns:a16="http://schemas.microsoft.com/office/drawing/2014/main" id="{955B1EA0-B341-755A-28F4-0C4522B35CB1}"/>
                </a:ext>
              </a:extLst>
            </p:cNvPr>
            <p:cNvSpPr/>
            <p:nvPr/>
          </p:nvSpPr>
          <p:spPr bwMode="gray">
            <a:xfrm>
              <a:off x="255905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0" name="Forme libre : forme 7379">
              <a:extLst>
                <a:ext uri="{FF2B5EF4-FFF2-40B4-BE49-F238E27FC236}">
                  <a16:creationId xmlns:a16="http://schemas.microsoft.com/office/drawing/2014/main" id="{B81CB2BE-2AB2-58E9-3942-657C81E0CB7E}"/>
                </a:ext>
              </a:extLst>
            </p:cNvPr>
            <p:cNvSpPr/>
            <p:nvPr/>
          </p:nvSpPr>
          <p:spPr bwMode="gray">
            <a:xfrm>
              <a:off x="25095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1" name="Forme libre : forme 7380">
              <a:extLst>
                <a:ext uri="{FF2B5EF4-FFF2-40B4-BE49-F238E27FC236}">
                  <a16:creationId xmlns:a16="http://schemas.microsoft.com/office/drawing/2014/main" id="{9E3B2866-031F-F152-DE34-CF69207AA518}"/>
                </a:ext>
              </a:extLst>
            </p:cNvPr>
            <p:cNvSpPr/>
            <p:nvPr/>
          </p:nvSpPr>
          <p:spPr bwMode="gray">
            <a:xfrm>
              <a:off x="24599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2" name="Forme libre : forme 7381">
              <a:extLst>
                <a:ext uri="{FF2B5EF4-FFF2-40B4-BE49-F238E27FC236}">
                  <a16:creationId xmlns:a16="http://schemas.microsoft.com/office/drawing/2014/main" id="{C1352469-40D1-8F1B-2372-CE5CE6F8E5AA}"/>
                </a:ext>
              </a:extLst>
            </p:cNvPr>
            <p:cNvSpPr/>
            <p:nvPr/>
          </p:nvSpPr>
          <p:spPr bwMode="gray">
            <a:xfrm>
              <a:off x="24117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3" name="Forme libre : forme 7382">
              <a:extLst>
                <a:ext uri="{FF2B5EF4-FFF2-40B4-BE49-F238E27FC236}">
                  <a16:creationId xmlns:a16="http://schemas.microsoft.com/office/drawing/2014/main" id="{F4F48DDD-79F5-C80C-34AF-618CC00D5343}"/>
                </a:ext>
              </a:extLst>
            </p:cNvPr>
            <p:cNvSpPr/>
            <p:nvPr/>
          </p:nvSpPr>
          <p:spPr bwMode="gray">
            <a:xfrm>
              <a:off x="23622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4" name="Forme libre : forme 7383">
              <a:extLst>
                <a:ext uri="{FF2B5EF4-FFF2-40B4-BE49-F238E27FC236}">
                  <a16:creationId xmlns:a16="http://schemas.microsoft.com/office/drawing/2014/main" id="{809A527D-A4BA-A0BE-5B7A-4E71D5080DD4}"/>
                </a:ext>
              </a:extLst>
            </p:cNvPr>
            <p:cNvSpPr/>
            <p:nvPr/>
          </p:nvSpPr>
          <p:spPr bwMode="gray">
            <a:xfrm>
              <a:off x="231394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5" name="Forme libre : forme 7384">
              <a:extLst>
                <a:ext uri="{FF2B5EF4-FFF2-40B4-BE49-F238E27FC236}">
                  <a16:creationId xmlns:a16="http://schemas.microsoft.com/office/drawing/2014/main" id="{759EB826-4252-D5EE-D391-A7F9225BAAC1}"/>
                </a:ext>
              </a:extLst>
            </p:cNvPr>
            <p:cNvSpPr/>
            <p:nvPr/>
          </p:nvSpPr>
          <p:spPr bwMode="gray">
            <a:xfrm>
              <a:off x="20688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6" name="Forme libre : forme 7385">
              <a:extLst>
                <a:ext uri="{FF2B5EF4-FFF2-40B4-BE49-F238E27FC236}">
                  <a16:creationId xmlns:a16="http://schemas.microsoft.com/office/drawing/2014/main" id="{BC0500DA-5631-FB0E-8B8F-751D64692447}"/>
                </a:ext>
              </a:extLst>
            </p:cNvPr>
            <p:cNvSpPr/>
            <p:nvPr/>
          </p:nvSpPr>
          <p:spPr bwMode="gray">
            <a:xfrm>
              <a:off x="20193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7" name="Forme libre : forme 7386">
              <a:extLst>
                <a:ext uri="{FF2B5EF4-FFF2-40B4-BE49-F238E27FC236}">
                  <a16:creationId xmlns:a16="http://schemas.microsoft.com/office/drawing/2014/main" id="{EF1B7DE2-D559-5065-5ACA-1545BAA202B0}"/>
                </a:ext>
              </a:extLst>
            </p:cNvPr>
            <p:cNvSpPr/>
            <p:nvPr/>
          </p:nvSpPr>
          <p:spPr bwMode="gray">
            <a:xfrm>
              <a:off x="19697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8" name="Forme libre : forme 7387">
              <a:extLst>
                <a:ext uri="{FF2B5EF4-FFF2-40B4-BE49-F238E27FC236}">
                  <a16:creationId xmlns:a16="http://schemas.microsoft.com/office/drawing/2014/main" id="{70BF6302-3DF6-355A-AC77-5975923AFCEF}"/>
                </a:ext>
              </a:extLst>
            </p:cNvPr>
            <p:cNvSpPr/>
            <p:nvPr/>
          </p:nvSpPr>
          <p:spPr bwMode="gray">
            <a:xfrm>
              <a:off x="192151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89" name="Forme libre : forme 7388">
              <a:extLst>
                <a:ext uri="{FF2B5EF4-FFF2-40B4-BE49-F238E27FC236}">
                  <a16:creationId xmlns:a16="http://schemas.microsoft.com/office/drawing/2014/main" id="{FAC642DE-4458-3B6B-6FC5-11616BAFE90D}"/>
                </a:ext>
              </a:extLst>
            </p:cNvPr>
            <p:cNvSpPr/>
            <p:nvPr/>
          </p:nvSpPr>
          <p:spPr bwMode="gray">
            <a:xfrm>
              <a:off x="187198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0" name="Forme libre : forme 7389">
              <a:extLst>
                <a:ext uri="{FF2B5EF4-FFF2-40B4-BE49-F238E27FC236}">
                  <a16:creationId xmlns:a16="http://schemas.microsoft.com/office/drawing/2014/main" id="{A39B86AA-E883-386C-D424-ADED391E64E6}"/>
                </a:ext>
              </a:extLst>
            </p:cNvPr>
            <p:cNvSpPr/>
            <p:nvPr/>
          </p:nvSpPr>
          <p:spPr bwMode="gray">
            <a:xfrm>
              <a:off x="182372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1" name="Forme libre : forme 7390">
              <a:extLst>
                <a:ext uri="{FF2B5EF4-FFF2-40B4-BE49-F238E27FC236}">
                  <a16:creationId xmlns:a16="http://schemas.microsoft.com/office/drawing/2014/main" id="{ED15FC57-F010-03A9-6D24-082F28599A1F}"/>
                </a:ext>
              </a:extLst>
            </p:cNvPr>
            <p:cNvSpPr/>
            <p:nvPr/>
          </p:nvSpPr>
          <p:spPr bwMode="gray">
            <a:xfrm>
              <a:off x="177419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2" name="Forme libre : forme 7391">
              <a:extLst>
                <a:ext uri="{FF2B5EF4-FFF2-40B4-BE49-F238E27FC236}">
                  <a16:creationId xmlns:a16="http://schemas.microsoft.com/office/drawing/2014/main" id="{BA8EEE8E-D0AA-8690-AA42-AA6D61AA3A59}"/>
                </a:ext>
              </a:extLst>
            </p:cNvPr>
            <p:cNvSpPr/>
            <p:nvPr/>
          </p:nvSpPr>
          <p:spPr bwMode="gray">
            <a:xfrm>
              <a:off x="172593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3" name="Forme libre : forme 7392">
              <a:extLst>
                <a:ext uri="{FF2B5EF4-FFF2-40B4-BE49-F238E27FC236}">
                  <a16:creationId xmlns:a16="http://schemas.microsoft.com/office/drawing/2014/main" id="{B6EC952A-66AC-10B8-AAFE-83254BB262B3}"/>
                </a:ext>
              </a:extLst>
            </p:cNvPr>
            <p:cNvSpPr/>
            <p:nvPr/>
          </p:nvSpPr>
          <p:spPr bwMode="gray">
            <a:xfrm>
              <a:off x="167640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4" name="Forme libre : forme 7393">
              <a:extLst>
                <a:ext uri="{FF2B5EF4-FFF2-40B4-BE49-F238E27FC236}">
                  <a16:creationId xmlns:a16="http://schemas.microsoft.com/office/drawing/2014/main" id="{D57DF6EC-4964-EA61-3FA7-1D2643E9B619}"/>
                </a:ext>
              </a:extLst>
            </p:cNvPr>
            <p:cNvSpPr/>
            <p:nvPr/>
          </p:nvSpPr>
          <p:spPr bwMode="gray">
            <a:xfrm>
              <a:off x="1626870" y="25285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5" name="Forme libre : forme 7394">
              <a:extLst>
                <a:ext uri="{FF2B5EF4-FFF2-40B4-BE49-F238E27FC236}">
                  <a16:creationId xmlns:a16="http://schemas.microsoft.com/office/drawing/2014/main" id="{B09C57BF-B1A7-9D42-8BE3-45A3577F80CC}"/>
                </a:ext>
              </a:extLst>
            </p:cNvPr>
            <p:cNvSpPr/>
            <p:nvPr/>
          </p:nvSpPr>
          <p:spPr bwMode="gray">
            <a:xfrm>
              <a:off x="157861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6" name="Forme libre : forme 7395">
              <a:extLst>
                <a:ext uri="{FF2B5EF4-FFF2-40B4-BE49-F238E27FC236}">
                  <a16:creationId xmlns:a16="http://schemas.microsoft.com/office/drawing/2014/main" id="{E789815C-F4DB-2510-75E0-C9736DA7D71A}"/>
                </a:ext>
              </a:extLst>
            </p:cNvPr>
            <p:cNvSpPr/>
            <p:nvPr/>
          </p:nvSpPr>
          <p:spPr bwMode="gray">
            <a:xfrm>
              <a:off x="152908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7" name="Forme libre : forme 7396">
              <a:extLst>
                <a:ext uri="{FF2B5EF4-FFF2-40B4-BE49-F238E27FC236}">
                  <a16:creationId xmlns:a16="http://schemas.microsoft.com/office/drawing/2014/main" id="{1D92C2D8-0B2A-C6BD-22C8-F28EF111C3F8}"/>
                </a:ext>
              </a:extLst>
            </p:cNvPr>
            <p:cNvSpPr/>
            <p:nvPr/>
          </p:nvSpPr>
          <p:spPr bwMode="gray">
            <a:xfrm>
              <a:off x="148082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8" name="Forme libre : forme 7397">
              <a:extLst>
                <a:ext uri="{FF2B5EF4-FFF2-40B4-BE49-F238E27FC236}">
                  <a16:creationId xmlns:a16="http://schemas.microsoft.com/office/drawing/2014/main" id="{9076C210-4496-2D89-F760-DA52FB4B73D2}"/>
                </a:ext>
              </a:extLst>
            </p:cNvPr>
            <p:cNvSpPr/>
            <p:nvPr/>
          </p:nvSpPr>
          <p:spPr bwMode="gray">
            <a:xfrm>
              <a:off x="143129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99" name="Forme libre : forme 7398">
              <a:extLst>
                <a:ext uri="{FF2B5EF4-FFF2-40B4-BE49-F238E27FC236}">
                  <a16:creationId xmlns:a16="http://schemas.microsoft.com/office/drawing/2014/main" id="{259546DC-8563-A4E7-2AA7-F14BA0B5565F}"/>
                </a:ext>
              </a:extLst>
            </p:cNvPr>
            <p:cNvSpPr/>
            <p:nvPr/>
          </p:nvSpPr>
          <p:spPr bwMode="gray">
            <a:xfrm>
              <a:off x="138176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0" name="Forme libre : forme 7399">
              <a:extLst>
                <a:ext uri="{FF2B5EF4-FFF2-40B4-BE49-F238E27FC236}">
                  <a16:creationId xmlns:a16="http://schemas.microsoft.com/office/drawing/2014/main" id="{C4763EE0-866D-B0DB-2C68-5D587570461E}"/>
                </a:ext>
              </a:extLst>
            </p:cNvPr>
            <p:cNvSpPr/>
            <p:nvPr/>
          </p:nvSpPr>
          <p:spPr bwMode="gray">
            <a:xfrm>
              <a:off x="133350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1" name="Forme libre : forme 7400">
              <a:extLst>
                <a:ext uri="{FF2B5EF4-FFF2-40B4-BE49-F238E27FC236}">
                  <a16:creationId xmlns:a16="http://schemas.microsoft.com/office/drawing/2014/main" id="{97340B87-F702-6160-B33A-5915000CA203}"/>
                </a:ext>
              </a:extLst>
            </p:cNvPr>
            <p:cNvSpPr/>
            <p:nvPr/>
          </p:nvSpPr>
          <p:spPr bwMode="gray">
            <a:xfrm>
              <a:off x="128397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2" name="Forme libre : forme 7401">
              <a:extLst>
                <a:ext uri="{FF2B5EF4-FFF2-40B4-BE49-F238E27FC236}">
                  <a16:creationId xmlns:a16="http://schemas.microsoft.com/office/drawing/2014/main" id="{97D4FE60-BE9B-175B-302C-648D1F342F82}"/>
                </a:ext>
              </a:extLst>
            </p:cNvPr>
            <p:cNvSpPr/>
            <p:nvPr/>
          </p:nvSpPr>
          <p:spPr bwMode="gray">
            <a:xfrm>
              <a:off x="123571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3" name="Forme libre : forme 7402">
              <a:extLst>
                <a:ext uri="{FF2B5EF4-FFF2-40B4-BE49-F238E27FC236}">
                  <a16:creationId xmlns:a16="http://schemas.microsoft.com/office/drawing/2014/main" id="{EF6B38A0-9DB7-29AE-E9DF-4A2D45C7E255}"/>
                </a:ext>
              </a:extLst>
            </p:cNvPr>
            <p:cNvSpPr/>
            <p:nvPr/>
          </p:nvSpPr>
          <p:spPr bwMode="gray">
            <a:xfrm>
              <a:off x="118618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4" name="Forme libre : forme 7403">
              <a:extLst>
                <a:ext uri="{FF2B5EF4-FFF2-40B4-BE49-F238E27FC236}">
                  <a16:creationId xmlns:a16="http://schemas.microsoft.com/office/drawing/2014/main" id="{5BF69217-A0D0-42BC-1DBA-29C60701A87F}"/>
                </a:ext>
              </a:extLst>
            </p:cNvPr>
            <p:cNvSpPr/>
            <p:nvPr/>
          </p:nvSpPr>
          <p:spPr bwMode="gray">
            <a:xfrm>
              <a:off x="69596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5" name="Forme libre : forme 7404">
              <a:extLst>
                <a:ext uri="{FF2B5EF4-FFF2-40B4-BE49-F238E27FC236}">
                  <a16:creationId xmlns:a16="http://schemas.microsoft.com/office/drawing/2014/main" id="{50BAA52A-5F1A-581B-1711-1502CC790788}"/>
                </a:ext>
              </a:extLst>
            </p:cNvPr>
            <p:cNvSpPr/>
            <p:nvPr/>
          </p:nvSpPr>
          <p:spPr bwMode="gray">
            <a:xfrm>
              <a:off x="646430" y="252857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6" name="Forme libre : forme 7405">
              <a:extLst>
                <a:ext uri="{FF2B5EF4-FFF2-40B4-BE49-F238E27FC236}">
                  <a16:creationId xmlns:a16="http://schemas.microsoft.com/office/drawing/2014/main" id="{DF3DA830-78EB-799A-3816-B5C0605AA54E}"/>
                </a:ext>
              </a:extLst>
            </p:cNvPr>
            <p:cNvSpPr/>
            <p:nvPr/>
          </p:nvSpPr>
          <p:spPr bwMode="gray">
            <a:xfrm>
              <a:off x="711708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7" name="Forme libre : forme 7406">
              <a:extLst>
                <a:ext uri="{FF2B5EF4-FFF2-40B4-BE49-F238E27FC236}">
                  <a16:creationId xmlns:a16="http://schemas.microsoft.com/office/drawing/2014/main" id="{A5AEE94B-C388-DA42-4CF8-1A9EE8CDDDED}"/>
                </a:ext>
              </a:extLst>
            </p:cNvPr>
            <p:cNvSpPr/>
            <p:nvPr/>
          </p:nvSpPr>
          <p:spPr bwMode="gray">
            <a:xfrm>
              <a:off x="706755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8" name="Forme libre : forme 7407">
              <a:extLst>
                <a:ext uri="{FF2B5EF4-FFF2-40B4-BE49-F238E27FC236}">
                  <a16:creationId xmlns:a16="http://schemas.microsoft.com/office/drawing/2014/main" id="{0B0C3028-F571-94D2-B4BB-5586B335968D}"/>
                </a:ext>
              </a:extLst>
            </p:cNvPr>
            <p:cNvSpPr/>
            <p:nvPr/>
          </p:nvSpPr>
          <p:spPr bwMode="gray">
            <a:xfrm>
              <a:off x="701928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09" name="Forme libre : forme 7408">
              <a:extLst>
                <a:ext uri="{FF2B5EF4-FFF2-40B4-BE49-F238E27FC236}">
                  <a16:creationId xmlns:a16="http://schemas.microsoft.com/office/drawing/2014/main" id="{B5AF1E58-538F-B354-4055-12622CEB65DB}"/>
                </a:ext>
              </a:extLst>
            </p:cNvPr>
            <p:cNvSpPr/>
            <p:nvPr/>
          </p:nvSpPr>
          <p:spPr bwMode="gray">
            <a:xfrm>
              <a:off x="692023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0" name="Forme libre : forme 7409">
              <a:extLst>
                <a:ext uri="{FF2B5EF4-FFF2-40B4-BE49-F238E27FC236}">
                  <a16:creationId xmlns:a16="http://schemas.microsoft.com/office/drawing/2014/main" id="{B954A0A0-CD08-0AF9-5A86-A93C77887049}"/>
                </a:ext>
              </a:extLst>
            </p:cNvPr>
            <p:cNvSpPr/>
            <p:nvPr/>
          </p:nvSpPr>
          <p:spPr bwMode="gray">
            <a:xfrm>
              <a:off x="687196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1" name="Forme libre : forme 7410">
              <a:extLst>
                <a:ext uri="{FF2B5EF4-FFF2-40B4-BE49-F238E27FC236}">
                  <a16:creationId xmlns:a16="http://schemas.microsoft.com/office/drawing/2014/main" id="{0A65ED71-735B-0BD5-03A6-B8248DE2256C}"/>
                </a:ext>
              </a:extLst>
            </p:cNvPr>
            <p:cNvSpPr/>
            <p:nvPr/>
          </p:nvSpPr>
          <p:spPr bwMode="gray">
            <a:xfrm>
              <a:off x="682243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2" name="Forme libre : forme 7411">
              <a:extLst>
                <a:ext uri="{FF2B5EF4-FFF2-40B4-BE49-F238E27FC236}">
                  <a16:creationId xmlns:a16="http://schemas.microsoft.com/office/drawing/2014/main" id="{A0BBDF2D-A060-BA9C-01E1-BF5A9F8381AF}"/>
                </a:ext>
              </a:extLst>
            </p:cNvPr>
            <p:cNvSpPr/>
            <p:nvPr/>
          </p:nvSpPr>
          <p:spPr bwMode="gray">
            <a:xfrm>
              <a:off x="677418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3" name="Forme libre : forme 7412">
              <a:extLst>
                <a:ext uri="{FF2B5EF4-FFF2-40B4-BE49-F238E27FC236}">
                  <a16:creationId xmlns:a16="http://schemas.microsoft.com/office/drawing/2014/main" id="{5F0504CD-DF84-22C3-4199-2916F2DCDFBF}"/>
                </a:ext>
              </a:extLst>
            </p:cNvPr>
            <p:cNvSpPr/>
            <p:nvPr/>
          </p:nvSpPr>
          <p:spPr bwMode="gray">
            <a:xfrm>
              <a:off x="672465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4" name="Forme libre : forme 7413">
              <a:extLst>
                <a:ext uri="{FF2B5EF4-FFF2-40B4-BE49-F238E27FC236}">
                  <a16:creationId xmlns:a16="http://schemas.microsoft.com/office/drawing/2014/main" id="{68104350-BE04-9649-9FFE-4816CFF6CEF6}"/>
                </a:ext>
              </a:extLst>
            </p:cNvPr>
            <p:cNvSpPr/>
            <p:nvPr/>
          </p:nvSpPr>
          <p:spPr bwMode="gray">
            <a:xfrm>
              <a:off x="667511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5" name="Forme libre : forme 7414">
              <a:extLst>
                <a:ext uri="{FF2B5EF4-FFF2-40B4-BE49-F238E27FC236}">
                  <a16:creationId xmlns:a16="http://schemas.microsoft.com/office/drawing/2014/main" id="{BC83452E-E13E-79DA-2037-F1F22315A029}"/>
                </a:ext>
              </a:extLst>
            </p:cNvPr>
            <p:cNvSpPr/>
            <p:nvPr/>
          </p:nvSpPr>
          <p:spPr bwMode="gray">
            <a:xfrm>
              <a:off x="662685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6" name="Forme libre : forme 7415">
              <a:extLst>
                <a:ext uri="{FF2B5EF4-FFF2-40B4-BE49-F238E27FC236}">
                  <a16:creationId xmlns:a16="http://schemas.microsoft.com/office/drawing/2014/main" id="{490CBB5F-25D1-3050-5799-6F74AFBB836A}"/>
                </a:ext>
              </a:extLst>
            </p:cNvPr>
            <p:cNvSpPr/>
            <p:nvPr/>
          </p:nvSpPr>
          <p:spPr bwMode="gray">
            <a:xfrm>
              <a:off x="657733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7" name="Forme libre : forme 7416">
              <a:extLst>
                <a:ext uri="{FF2B5EF4-FFF2-40B4-BE49-F238E27FC236}">
                  <a16:creationId xmlns:a16="http://schemas.microsoft.com/office/drawing/2014/main" id="{F7B04D0D-0C76-295F-FBFB-54BD9D84659B}"/>
                </a:ext>
              </a:extLst>
            </p:cNvPr>
            <p:cNvSpPr/>
            <p:nvPr/>
          </p:nvSpPr>
          <p:spPr bwMode="gray">
            <a:xfrm>
              <a:off x="652906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8" name="Forme libre : forme 7417">
              <a:extLst>
                <a:ext uri="{FF2B5EF4-FFF2-40B4-BE49-F238E27FC236}">
                  <a16:creationId xmlns:a16="http://schemas.microsoft.com/office/drawing/2014/main" id="{B8D330CC-93AA-9C2D-F62D-AB692BCDDBDE}"/>
                </a:ext>
              </a:extLst>
            </p:cNvPr>
            <p:cNvSpPr/>
            <p:nvPr/>
          </p:nvSpPr>
          <p:spPr bwMode="gray">
            <a:xfrm>
              <a:off x="647954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19" name="Forme libre : forme 7418">
              <a:extLst>
                <a:ext uri="{FF2B5EF4-FFF2-40B4-BE49-F238E27FC236}">
                  <a16:creationId xmlns:a16="http://schemas.microsoft.com/office/drawing/2014/main" id="{D618D4E7-656A-FD4D-9242-52588085468D}"/>
                </a:ext>
              </a:extLst>
            </p:cNvPr>
            <p:cNvSpPr/>
            <p:nvPr/>
          </p:nvSpPr>
          <p:spPr bwMode="gray">
            <a:xfrm>
              <a:off x="64300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0" name="Forme libre : forme 7419">
              <a:extLst>
                <a:ext uri="{FF2B5EF4-FFF2-40B4-BE49-F238E27FC236}">
                  <a16:creationId xmlns:a16="http://schemas.microsoft.com/office/drawing/2014/main" id="{BA08B308-00B3-509B-3493-85485593C137}"/>
                </a:ext>
              </a:extLst>
            </p:cNvPr>
            <p:cNvSpPr/>
            <p:nvPr/>
          </p:nvSpPr>
          <p:spPr bwMode="gray">
            <a:xfrm>
              <a:off x="638175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1" name="Forme libre : forme 7420">
              <a:extLst>
                <a:ext uri="{FF2B5EF4-FFF2-40B4-BE49-F238E27FC236}">
                  <a16:creationId xmlns:a16="http://schemas.microsoft.com/office/drawing/2014/main" id="{F12405BF-E667-D1DF-6EA2-7F3C13B71586}"/>
                </a:ext>
              </a:extLst>
            </p:cNvPr>
            <p:cNvSpPr/>
            <p:nvPr/>
          </p:nvSpPr>
          <p:spPr bwMode="gray">
            <a:xfrm>
              <a:off x="63322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2" name="Forme libre : forme 7421">
              <a:extLst>
                <a:ext uri="{FF2B5EF4-FFF2-40B4-BE49-F238E27FC236}">
                  <a16:creationId xmlns:a16="http://schemas.microsoft.com/office/drawing/2014/main" id="{23BD03CF-3146-E5F3-0490-FCD95373F201}"/>
                </a:ext>
              </a:extLst>
            </p:cNvPr>
            <p:cNvSpPr/>
            <p:nvPr/>
          </p:nvSpPr>
          <p:spPr bwMode="gray">
            <a:xfrm>
              <a:off x="628396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3" name="Forme libre : forme 7422">
              <a:extLst>
                <a:ext uri="{FF2B5EF4-FFF2-40B4-BE49-F238E27FC236}">
                  <a16:creationId xmlns:a16="http://schemas.microsoft.com/office/drawing/2014/main" id="{78A4C61D-6101-5D90-F153-D12DF8DD8934}"/>
                </a:ext>
              </a:extLst>
            </p:cNvPr>
            <p:cNvSpPr/>
            <p:nvPr/>
          </p:nvSpPr>
          <p:spPr bwMode="gray">
            <a:xfrm>
              <a:off x="62344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4" name="Forme libre : forme 7423">
              <a:extLst>
                <a:ext uri="{FF2B5EF4-FFF2-40B4-BE49-F238E27FC236}">
                  <a16:creationId xmlns:a16="http://schemas.microsoft.com/office/drawing/2014/main" id="{62DF192F-A059-4179-10B0-03D2B9F6D968}"/>
                </a:ext>
              </a:extLst>
            </p:cNvPr>
            <p:cNvSpPr/>
            <p:nvPr/>
          </p:nvSpPr>
          <p:spPr bwMode="gray">
            <a:xfrm>
              <a:off x="61849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5" name="Forme libre : forme 7424">
              <a:extLst>
                <a:ext uri="{FF2B5EF4-FFF2-40B4-BE49-F238E27FC236}">
                  <a16:creationId xmlns:a16="http://schemas.microsoft.com/office/drawing/2014/main" id="{9AFBC354-B2C7-0D89-5EF9-4CA5FC05A94B}"/>
                </a:ext>
              </a:extLst>
            </p:cNvPr>
            <p:cNvSpPr/>
            <p:nvPr/>
          </p:nvSpPr>
          <p:spPr bwMode="gray">
            <a:xfrm>
              <a:off x="613664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6" name="Forme libre : forme 7425">
              <a:extLst>
                <a:ext uri="{FF2B5EF4-FFF2-40B4-BE49-F238E27FC236}">
                  <a16:creationId xmlns:a16="http://schemas.microsoft.com/office/drawing/2014/main" id="{33499483-41BD-B1C3-9DA0-E16281BE929B}"/>
                </a:ext>
              </a:extLst>
            </p:cNvPr>
            <p:cNvSpPr/>
            <p:nvPr/>
          </p:nvSpPr>
          <p:spPr bwMode="gray">
            <a:xfrm>
              <a:off x="60871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7" name="Forme libre : forme 7426">
              <a:extLst>
                <a:ext uri="{FF2B5EF4-FFF2-40B4-BE49-F238E27FC236}">
                  <a16:creationId xmlns:a16="http://schemas.microsoft.com/office/drawing/2014/main" id="{004B07BB-FEEF-688B-1184-72A56F86C384}"/>
                </a:ext>
              </a:extLst>
            </p:cNvPr>
            <p:cNvSpPr/>
            <p:nvPr/>
          </p:nvSpPr>
          <p:spPr bwMode="gray">
            <a:xfrm>
              <a:off x="603885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8" name="Forme libre : forme 7427">
              <a:extLst>
                <a:ext uri="{FF2B5EF4-FFF2-40B4-BE49-F238E27FC236}">
                  <a16:creationId xmlns:a16="http://schemas.microsoft.com/office/drawing/2014/main" id="{28700CEE-8CFE-D734-ABF9-DADB96E60EB4}"/>
                </a:ext>
              </a:extLst>
            </p:cNvPr>
            <p:cNvSpPr/>
            <p:nvPr/>
          </p:nvSpPr>
          <p:spPr bwMode="gray">
            <a:xfrm>
              <a:off x="59893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29" name="Forme libre : forme 7428">
              <a:extLst>
                <a:ext uri="{FF2B5EF4-FFF2-40B4-BE49-F238E27FC236}">
                  <a16:creationId xmlns:a16="http://schemas.microsoft.com/office/drawing/2014/main" id="{0C19E4B6-3FA1-5B3F-DF41-EBC3BB2F8C54}"/>
                </a:ext>
              </a:extLst>
            </p:cNvPr>
            <p:cNvSpPr/>
            <p:nvPr/>
          </p:nvSpPr>
          <p:spPr bwMode="gray">
            <a:xfrm>
              <a:off x="594106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0" name="Forme libre : forme 7429">
              <a:extLst>
                <a:ext uri="{FF2B5EF4-FFF2-40B4-BE49-F238E27FC236}">
                  <a16:creationId xmlns:a16="http://schemas.microsoft.com/office/drawing/2014/main" id="{E85C6259-97C6-8375-9D9C-6F9AAB183604}"/>
                </a:ext>
              </a:extLst>
            </p:cNvPr>
            <p:cNvSpPr/>
            <p:nvPr/>
          </p:nvSpPr>
          <p:spPr bwMode="gray">
            <a:xfrm>
              <a:off x="58915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1" name="Forme libre : forme 7430">
              <a:extLst>
                <a:ext uri="{FF2B5EF4-FFF2-40B4-BE49-F238E27FC236}">
                  <a16:creationId xmlns:a16="http://schemas.microsoft.com/office/drawing/2014/main" id="{EC1B379B-872D-45FF-D857-5C20F3E6D4B7}"/>
                </a:ext>
              </a:extLst>
            </p:cNvPr>
            <p:cNvSpPr/>
            <p:nvPr/>
          </p:nvSpPr>
          <p:spPr bwMode="gray">
            <a:xfrm>
              <a:off x="58420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2" name="Forme libre : forme 7431">
              <a:extLst>
                <a:ext uri="{FF2B5EF4-FFF2-40B4-BE49-F238E27FC236}">
                  <a16:creationId xmlns:a16="http://schemas.microsoft.com/office/drawing/2014/main" id="{236F8424-76D9-D6FA-5F5C-66CBDDAAA33C}"/>
                </a:ext>
              </a:extLst>
            </p:cNvPr>
            <p:cNvSpPr/>
            <p:nvPr/>
          </p:nvSpPr>
          <p:spPr bwMode="gray">
            <a:xfrm>
              <a:off x="579374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3" name="Forme libre : forme 7432">
              <a:extLst>
                <a:ext uri="{FF2B5EF4-FFF2-40B4-BE49-F238E27FC236}">
                  <a16:creationId xmlns:a16="http://schemas.microsoft.com/office/drawing/2014/main" id="{D2DDA1B7-EB3A-6739-D6A9-6336C2722651}"/>
                </a:ext>
              </a:extLst>
            </p:cNvPr>
            <p:cNvSpPr/>
            <p:nvPr/>
          </p:nvSpPr>
          <p:spPr bwMode="gray">
            <a:xfrm>
              <a:off x="57442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4" name="Forme libre : forme 7433">
              <a:extLst>
                <a:ext uri="{FF2B5EF4-FFF2-40B4-BE49-F238E27FC236}">
                  <a16:creationId xmlns:a16="http://schemas.microsoft.com/office/drawing/2014/main" id="{CB7A4C20-8F6B-E1F2-AB57-80C87AF57D40}"/>
                </a:ext>
              </a:extLst>
            </p:cNvPr>
            <p:cNvSpPr/>
            <p:nvPr/>
          </p:nvSpPr>
          <p:spPr bwMode="gray">
            <a:xfrm>
              <a:off x="569595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5" name="Forme libre : forme 7434">
              <a:extLst>
                <a:ext uri="{FF2B5EF4-FFF2-40B4-BE49-F238E27FC236}">
                  <a16:creationId xmlns:a16="http://schemas.microsoft.com/office/drawing/2014/main" id="{1732A418-3134-DE43-A1A2-3134287354C6}"/>
                </a:ext>
              </a:extLst>
            </p:cNvPr>
            <p:cNvSpPr/>
            <p:nvPr/>
          </p:nvSpPr>
          <p:spPr bwMode="gray">
            <a:xfrm>
              <a:off x="56464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6" name="Forme libre : forme 7435">
              <a:extLst>
                <a:ext uri="{FF2B5EF4-FFF2-40B4-BE49-F238E27FC236}">
                  <a16:creationId xmlns:a16="http://schemas.microsoft.com/office/drawing/2014/main" id="{2FC55D8B-CD82-2EB4-1973-8CD8D8616B6A}"/>
                </a:ext>
              </a:extLst>
            </p:cNvPr>
            <p:cNvSpPr/>
            <p:nvPr/>
          </p:nvSpPr>
          <p:spPr bwMode="gray">
            <a:xfrm>
              <a:off x="55968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7" name="Forme libre : forme 7436">
              <a:extLst>
                <a:ext uri="{FF2B5EF4-FFF2-40B4-BE49-F238E27FC236}">
                  <a16:creationId xmlns:a16="http://schemas.microsoft.com/office/drawing/2014/main" id="{2D7F97EE-E759-90CF-EB22-F50460F2641B}"/>
                </a:ext>
              </a:extLst>
            </p:cNvPr>
            <p:cNvSpPr/>
            <p:nvPr/>
          </p:nvSpPr>
          <p:spPr bwMode="gray">
            <a:xfrm>
              <a:off x="55486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8" name="Forme libre : forme 7437">
              <a:extLst>
                <a:ext uri="{FF2B5EF4-FFF2-40B4-BE49-F238E27FC236}">
                  <a16:creationId xmlns:a16="http://schemas.microsoft.com/office/drawing/2014/main" id="{4B8B1BEC-827D-C968-13D2-E2170DEA3E27}"/>
                </a:ext>
              </a:extLst>
            </p:cNvPr>
            <p:cNvSpPr/>
            <p:nvPr/>
          </p:nvSpPr>
          <p:spPr bwMode="gray">
            <a:xfrm>
              <a:off x="54991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39" name="Forme libre : forme 7438">
              <a:extLst>
                <a:ext uri="{FF2B5EF4-FFF2-40B4-BE49-F238E27FC236}">
                  <a16:creationId xmlns:a16="http://schemas.microsoft.com/office/drawing/2014/main" id="{0452DB5C-31C8-7C02-BAC9-97A230FD3B7A}"/>
                </a:ext>
              </a:extLst>
            </p:cNvPr>
            <p:cNvSpPr/>
            <p:nvPr/>
          </p:nvSpPr>
          <p:spPr bwMode="gray">
            <a:xfrm>
              <a:off x="545084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0" name="Forme libre : forme 7439">
              <a:extLst>
                <a:ext uri="{FF2B5EF4-FFF2-40B4-BE49-F238E27FC236}">
                  <a16:creationId xmlns:a16="http://schemas.microsoft.com/office/drawing/2014/main" id="{422D0581-43FA-5724-CEE0-D920F3E9967E}"/>
                </a:ext>
              </a:extLst>
            </p:cNvPr>
            <p:cNvSpPr/>
            <p:nvPr/>
          </p:nvSpPr>
          <p:spPr bwMode="gray">
            <a:xfrm>
              <a:off x="54013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1" name="Forme libre : forme 7440">
              <a:extLst>
                <a:ext uri="{FF2B5EF4-FFF2-40B4-BE49-F238E27FC236}">
                  <a16:creationId xmlns:a16="http://schemas.microsoft.com/office/drawing/2014/main" id="{32642916-091C-4EC0-09F8-FA776E0289D6}"/>
                </a:ext>
              </a:extLst>
            </p:cNvPr>
            <p:cNvSpPr/>
            <p:nvPr/>
          </p:nvSpPr>
          <p:spPr bwMode="gray">
            <a:xfrm>
              <a:off x="535178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2" name="Forme libre : forme 7441">
              <a:extLst>
                <a:ext uri="{FF2B5EF4-FFF2-40B4-BE49-F238E27FC236}">
                  <a16:creationId xmlns:a16="http://schemas.microsoft.com/office/drawing/2014/main" id="{07826EB3-1D36-59A0-8D49-B32B7E470484}"/>
                </a:ext>
              </a:extLst>
            </p:cNvPr>
            <p:cNvSpPr/>
            <p:nvPr/>
          </p:nvSpPr>
          <p:spPr bwMode="gray">
            <a:xfrm>
              <a:off x="53035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3" name="Forme libre : forme 7442">
              <a:extLst>
                <a:ext uri="{FF2B5EF4-FFF2-40B4-BE49-F238E27FC236}">
                  <a16:creationId xmlns:a16="http://schemas.microsoft.com/office/drawing/2014/main" id="{6AC5E53E-4D0B-E432-6DB8-36C207386248}"/>
                </a:ext>
              </a:extLst>
            </p:cNvPr>
            <p:cNvSpPr/>
            <p:nvPr/>
          </p:nvSpPr>
          <p:spPr bwMode="gray">
            <a:xfrm>
              <a:off x="52539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4" name="Forme libre : forme 7443">
              <a:extLst>
                <a:ext uri="{FF2B5EF4-FFF2-40B4-BE49-F238E27FC236}">
                  <a16:creationId xmlns:a16="http://schemas.microsoft.com/office/drawing/2014/main" id="{50EB6E9D-3CE4-37B5-874A-3AB3ED754EFE}"/>
                </a:ext>
              </a:extLst>
            </p:cNvPr>
            <p:cNvSpPr/>
            <p:nvPr/>
          </p:nvSpPr>
          <p:spPr bwMode="gray">
            <a:xfrm>
              <a:off x="52057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5" name="Forme libre : forme 7444">
              <a:extLst>
                <a:ext uri="{FF2B5EF4-FFF2-40B4-BE49-F238E27FC236}">
                  <a16:creationId xmlns:a16="http://schemas.microsoft.com/office/drawing/2014/main" id="{F3058D3C-E3BB-830C-D315-B9B6447E8965}"/>
                </a:ext>
              </a:extLst>
            </p:cNvPr>
            <p:cNvSpPr/>
            <p:nvPr/>
          </p:nvSpPr>
          <p:spPr bwMode="gray">
            <a:xfrm>
              <a:off x="51562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6" name="Forme libre : forme 7445">
              <a:extLst>
                <a:ext uri="{FF2B5EF4-FFF2-40B4-BE49-F238E27FC236}">
                  <a16:creationId xmlns:a16="http://schemas.microsoft.com/office/drawing/2014/main" id="{EF82D4D9-E499-D9F3-4D7C-4B24E63AF683}"/>
                </a:ext>
              </a:extLst>
            </p:cNvPr>
            <p:cNvSpPr/>
            <p:nvPr/>
          </p:nvSpPr>
          <p:spPr bwMode="gray">
            <a:xfrm>
              <a:off x="51066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7" name="Forme libre : forme 7446">
              <a:extLst>
                <a:ext uri="{FF2B5EF4-FFF2-40B4-BE49-F238E27FC236}">
                  <a16:creationId xmlns:a16="http://schemas.microsoft.com/office/drawing/2014/main" id="{561A4592-E2BE-1015-B464-4708D0A5A3B7}"/>
                </a:ext>
              </a:extLst>
            </p:cNvPr>
            <p:cNvSpPr/>
            <p:nvPr/>
          </p:nvSpPr>
          <p:spPr bwMode="gray">
            <a:xfrm>
              <a:off x="50584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8" name="Forme libre : forme 7447">
              <a:extLst>
                <a:ext uri="{FF2B5EF4-FFF2-40B4-BE49-F238E27FC236}">
                  <a16:creationId xmlns:a16="http://schemas.microsoft.com/office/drawing/2014/main" id="{663AB649-34CC-9975-4238-0441D3866995}"/>
                </a:ext>
              </a:extLst>
            </p:cNvPr>
            <p:cNvSpPr/>
            <p:nvPr/>
          </p:nvSpPr>
          <p:spPr bwMode="gray">
            <a:xfrm>
              <a:off x="500888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49" name="Forme libre : forme 7448">
              <a:extLst>
                <a:ext uri="{FF2B5EF4-FFF2-40B4-BE49-F238E27FC236}">
                  <a16:creationId xmlns:a16="http://schemas.microsoft.com/office/drawing/2014/main" id="{3D2C0FD0-F744-D1D6-39AB-C1E3C1054F89}"/>
                </a:ext>
              </a:extLst>
            </p:cNvPr>
            <p:cNvSpPr/>
            <p:nvPr/>
          </p:nvSpPr>
          <p:spPr bwMode="gray">
            <a:xfrm>
              <a:off x="49606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0" name="Forme libre : forme 7449">
              <a:extLst>
                <a:ext uri="{FF2B5EF4-FFF2-40B4-BE49-F238E27FC236}">
                  <a16:creationId xmlns:a16="http://schemas.microsoft.com/office/drawing/2014/main" id="{D26D3AE7-F65E-95CA-3436-EBEDC0391C1A}"/>
                </a:ext>
              </a:extLst>
            </p:cNvPr>
            <p:cNvSpPr/>
            <p:nvPr/>
          </p:nvSpPr>
          <p:spPr bwMode="gray">
            <a:xfrm>
              <a:off x="49110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1" name="Forme libre : forme 7450">
              <a:extLst>
                <a:ext uri="{FF2B5EF4-FFF2-40B4-BE49-F238E27FC236}">
                  <a16:creationId xmlns:a16="http://schemas.microsoft.com/office/drawing/2014/main" id="{D2163C19-897C-F5F1-E83C-F95357F1EEEB}"/>
                </a:ext>
              </a:extLst>
            </p:cNvPr>
            <p:cNvSpPr/>
            <p:nvPr/>
          </p:nvSpPr>
          <p:spPr bwMode="gray">
            <a:xfrm>
              <a:off x="486156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2" name="Forme libre : forme 7451">
              <a:extLst>
                <a:ext uri="{FF2B5EF4-FFF2-40B4-BE49-F238E27FC236}">
                  <a16:creationId xmlns:a16="http://schemas.microsoft.com/office/drawing/2014/main" id="{A863688F-B539-3772-C272-C8A8A92C98F2}"/>
                </a:ext>
              </a:extLst>
            </p:cNvPr>
            <p:cNvSpPr/>
            <p:nvPr/>
          </p:nvSpPr>
          <p:spPr bwMode="gray">
            <a:xfrm>
              <a:off x="48133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3" name="Forme libre : forme 7452">
              <a:extLst>
                <a:ext uri="{FF2B5EF4-FFF2-40B4-BE49-F238E27FC236}">
                  <a16:creationId xmlns:a16="http://schemas.microsoft.com/office/drawing/2014/main" id="{D651ECBD-5E56-B47F-801E-0E5EC5DA6255}"/>
                </a:ext>
              </a:extLst>
            </p:cNvPr>
            <p:cNvSpPr/>
            <p:nvPr/>
          </p:nvSpPr>
          <p:spPr bwMode="gray">
            <a:xfrm>
              <a:off x="47637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4" name="Forme libre : forme 7453">
              <a:extLst>
                <a:ext uri="{FF2B5EF4-FFF2-40B4-BE49-F238E27FC236}">
                  <a16:creationId xmlns:a16="http://schemas.microsoft.com/office/drawing/2014/main" id="{5B67D43A-4DD1-CD8F-42BA-EA1EED72137B}"/>
                </a:ext>
              </a:extLst>
            </p:cNvPr>
            <p:cNvSpPr/>
            <p:nvPr/>
          </p:nvSpPr>
          <p:spPr bwMode="gray">
            <a:xfrm>
              <a:off x="47155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5" name="Forme libre : forme 7454">
              <a:extLst>
                <a:ext uri="{FF2B5EF4-FFF2-40B4-BE49-F238E27FC236}">
                  <a16:creationId xmlns:a16="http://schemas.microsoft.com/office/drawing/2014/main" id="{04178697-6371-0113-759B-94D3256CF0F2}"/>
                </a:ext>
              </a:extLst>
            </p:cNvPr>
            <p:cNvSpPr/>
            <p:nvPr/>
          </p:nvSpPr>
          <p:spPr bwMode="gray">
            <a:xfrm>
              <a:off x="466598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6" name="Forme libre : forme 7455">
              <a:extLst>
                <a:ext uri="{FF2B5EF4-FFF2-40B4-BE49-F238E27FC236}">
                  <a16:creationId xmlns:a16="http://schemas.microsoft.com/office/drawing/2014/main" id="{56885E7D-F78A-27F8-6078-D0A9B8F83CA5}"/>
                </a:ext>
              </a:extLst>
            </p:cNvPr>
            <p:cNvSpPr/>
            <p:nvPr/>
          </p:nvSpPr>
          <p:spPr bwMode="gray">
            <a:xfrm>
              <a:off x="46177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7" name="Forme libre : forme 7456">
              <a:extLst>
                <a:ext uri="{FF2B5EF4-FFF2-40B4-BE49-F238E27FC236}">
                  <a16:creationId xmlns:a16="http://schemas.microsoft.com/office/drawing/2014/main" id="{2A85D2D1-818D-A76F-27BF-A601F95E61DD}"/>
                </a:ext>
              </a:extLst>
            </p:cNvPr>
            <p:cNvSpPr/>
            <p:nvPr/>
          </p:nvSpPr>
          <p:spPr bwMode="gray">
            <a:xfrm>
              <a:off x="45681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8" name="Forme libre : forme 7457">
              <a:extLst>
                <a:ext uri="{FF2B5EF4-FFF2-40B4-BE49-F238E27FC236}">
                  <a16:creationId xmlns:a16="http://schemas.microsoft.com/office/drawing/2014/main" id="{5C00A62C-B1A5-0FF2-FEBA-11798B226E5D}"/>
                </a:ext>
              </a:extLst>
            </p:cNvPr>
            <p:cNvSpPr/>
            <p:nvPr/>
          </p:nvSpPr>
          <p:spPr bwMode="gray">
            <a:xfrm>
              <a:off x="451866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59" name="Forme libre : forme 7458">
              <a:extLst>
                <a:ext uri="{FF2B5EF4-FFF2-40B4-BE49-F238E27FC236}">
                  <a16:creationId xmlns:a16="http://schemas.microsoft.com/office/drawing/2014/main" id="{29DC44D0-BDF2-8F7D-C316-0251CA951F4B}"/>
                </a:ext>
              </a:extLst>
            </p:cNvPr>
            <p:cNvSpPr/>
            <p:nvPr/>
          </p:nvSpPr>
          <p:spPr bwMode="gray">
            <a:xfrm>
              <a:off x="44704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0" name="Forme libre : forme 7459">
              <a:extLst>
                <a:ext uri="{FF2B5EF4-FFF2-40B4-BE49-F238E27FC236}">
                  <a16:creationId xmlns:a16="http://schemas.microsoft.com/office/drawing/2014/main" id="{1E8464D1-837C-1869-D28B-2143CC54F260}"/>
                </a:ext>
              </a:extLst>
            </p:cNvPr>
            <p:cNvSpPr/>
            <p:nvPr/>
          </p:nvSpPr>
          <p:spPr bwMode="gray">
            <a:xfrm>
              <a:off x="44208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1" name="Forme libre : forme 7460">
              <a:extLst>
                <a:ext uri="{FF2B5EF4-FFF2-40B4-BE49-F238E27FC236}">
                  <a16:creationId xmlns:a16="http://schemas.microsoft.com/office/drawing/2014/main" id="{13804189-A5E5-5686-AFCE-F04AE4234786}"/>
                </a:ext>
              </a:extLst>
            </p:cNvPr>
            <p:cNvSpPr/>
            <p:nvPr/>
          </p:nvSpPr>
          <p:spPr bwMode="gray">
            <a:xfrm>
              <a:off x="43726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2" name="Forme libre : forme 7461">
              <a:extLst>
                <a:ext uri="{FF2B5EF4-FFF2-40B4-BE49-F238E27FC236}">
                  <a16:creationId xmlns:a16="http://schemas.microsoft.com/office/drawing/2014/main" id="{B7ACCB0B-D0E0-B036-548B-AD4137C0CF16}"/>
                </a:ext>
              </a:extLst>
            </p:cNvPr>
            <p:cNvSpPr/>
            <p:nvPr/>
          </p:nvSpPr>
          <p:spPr bwMode="gray">
            <a:xfrm>
              <a:off x="42252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3" name="Forme libre : forme 7462">
              <a:extLst>
                <a:ext uri="{FF2B5EF4-FFF2-40B4-BE49-F238E27FC236}">
                  <a16:creationId xmlns:a16="http://schemas.microsoft.com/office/drawing/2014/main" id="{39D2B611-732C-218D-A4DC-5BD78F2E83FB}"/>
                </a:ext>
              </a:extLst>
            </p:cNvPr>
            <p:cNvSpPr/>
            <p:nvPr/>
          </p:nvSpPr>
          <p:spPr bwMode="gray">
            <a:xfrm>
              <a:off x="417576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4" name="Forme libre : forme 7463">
              <a:extLst>
                <a:ext uri="{FF2B5EF4-FFF2-40B4-BE49-F238E27FC236}">
                  <a16:creationId xmlns:a16="http://schemas.microsoft.com/office/drawing/2014/main" id="{6A9A9D31-6E9B-08EB-AEA4-85949DEE7B38}"/>
                </a:ext>
              </a:extLst>
            </p:cNvPr>
            <p:cNvSpPr/>
            <p:nvPr/>
          </p:nvSpPr>
          <p:spPr bwMode="gray">
            <a:xfrm>
              <a:off x="41275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5" name="Forme libre : forme 7464">
              <a:extLst>
                <a:ext uri="{FF2B5EF4-FFF2-40B4-BE49-F238E27FC236}">
                  <a16:creationId xmlns:a16="http://schemas.microsoft.com/office/drawing/2014/main" id="{8951E778-7988-5023-61A8-A160D8B833C0}"/>
                </a:ext>
              </a:extLst>
            </p:cNvPr>
            <p:cNvSpPr/>
            <p:nvPr/>
          </p:nvSpPr>
          <p:spPr bwMode="gray">
            <a:xfrm>
              <a:off x="40779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6" name="Forme libre : forme 7465">
              <a:extLst>
                <a:ext uri="{FF2B5EF4-FFF2-40B4-BE49-F238E27FC236}">
                  <a16:creationId xmlns:a16="http://schemas.microsoft.com/office/drawing/2014/main" id="{E89DF146-8063-9DD9-B084-3299448F73FF}"/>
                </a:ext>
              </a:extLst>
            </p:cNvPr>
            <p:cNvSpPr/>
            <p:nvPr/>
          </p:nvSpPr>
          <p:spPr bwMode="gray">
            <a:xfrm>
              <a:off x="402844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7" name="Forme libre : forme 7466">
              <a:extLst>
                <a:ext uri="{FF2B5EF4-FFF2-40B4-BE49-F238E27FC236}">
                  <a16:creationId xmlns:a16="http://schemas.microsoft.com/office/drawing/2014/main" id="{0A2F2355-CA1D-2C5A-46EF-D9B40397DC89}"/>
                </a:ext>
              </a:extLst>
            </p:cNvPr>
            <p:cNvSpPr/>
            <p:nvPr/>
          </p:nvSpPr>
          <p:spPr bwMode="gray">
            <a:xfrm>
              <a:off x="398018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8" name="Forme libre : forme 7467">
              <a:extLst>
                <a:ext uri="{FF2B5EF4-FFF2-40B4-BE49-F238E27FC236}">
                  <a16:creationId xmlns:a16="http://schemas.microsoft.com/office/drawing/2014/main" id="{6A9970F4-0C32-A4AE-D6C1-8673F706F49F}"/>
                </a:ext>
              </a:extLst>
            </p:cNvPr>
            <p:cNvSpPr/>
            <p:nvPr/>
          </p:nvSpPr>
          <p:spPr bwMode="gray">
            <a:xfrm>
              <a:off x="26073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69" name="Forme libre : forme 7468">
              <a:extLst>
                <a:ext uri="{FF2B5EF4-FFF2-40B4-BE49-F238E27FC236}">
                  <a16:creationId xmlns:a16="http://schemas.microsoft.com/office/drawing/2014/main" id="{153640DD-C3C0-147E-E628-87E41EB952B1}"/>
                </a:ext>
              </a:extLst>
            </p:cNvPr>
            <p:cNvSpPr/>
            <p:nvPr/>
          </p:nvSpPr>
          <p:spPr bwMode="gray">
            <a:xfrm>
              <a:off x="255905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0" name="Forme libre : forme 7469">
              <a:extLst>
                <a:ext uri="{FF2B5EF4-FFF2-40B4-BE49-F238E27FC236}">
                  <a16:creationId xmlns:a16="http://schemas.microsoft.com/office/drawing/2014/main" id="{9A89D5B3-7803-4A99-74D8-9C7BB8FD536E}"/>
                </a:ext>
              </a:extLst>
            </p:cNvPr>
            <p:cNvSpPr/>
            <p:nvPr/>
          </p:nvSpPr>
          <p:spPr bwMode="gray">
            <a:xfrm>
              <a:off x="24599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1" name="Forme libre : forme 7470">
              <a:extLst>
                <a:ext uri="{FF2B5EF4-FFF2-40B4-BE49-F238E27FC236}">
                  <a16:creationId xmlns:a16="http://schemas.microsoft.com/office/drawing/2014/main" id="{46A3262B-7772-AD52-F5CE-861F6A95D3E6}"/>
                </a:ext>
              </a:extLst>
            </p:cNvPr>
            <p:cNvSpPr/>
            <p:nvPr/>
          </p:nvSpPr>
          <p:spPr bwMode="gray">
            <a:xfrm>
              <a:off x="24117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2" name="Forme libre : forme 7471">
              <a:extLst>
                <a:ext uri="{FF2B5EF4-FFF2-40B4-BE49-F238E27FC236}">
                  <a16:creationId xmlns:a16="http://schemas.microsoft.com/office/drawing/2014/main" id="{645C09F2-170C-DCAF-F4EE-46ABB6FB6C01}"/>
                </a:ext>
              </a:extLst>
            </p:cNvPr>
            <p:cNvSpPr/>
            <p:nvPr/>
          </p:nvSpPr>
          <p:spPr bwMode="gray">
            <a:xfrm>
              <a:off x="23622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3" name="Forme libre : forme 7472">
              <a:extLst>
                <a:ext uri="{FF2B5EF4-FFF2-40B4-BE49-F238E27FC236}">
                  <a16:creationId xmlns:a16="http://schemas.microsoft.com/office/drawing/2014/main" id="{7C94B4A2-3E0F-5D1E-CC51-136D8CD56ABF}"/>
                </a:ext>
              </a:extLst>
            </p:cNvPr>
            <p:cNvSpPr/>
            <p:nvPr/>
          </p:nvSpPr>
          <p:spPr bwMode="gray">
            <a:xfrm>
              <a:off x="20193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4" name="Forme libre : forme 7473">
              <a:extLst>
                <a:ext uri="{FF2B5EF4-FFF2-40B4-BE49-F238E27FC236}">
                  <a16:creationId xmlns:a16="http://schemas.microsoft.com/office/drawing/2014/main" id="{42FF0BDB-9D04-CE21-F455-CBD002DD17DC}"/>
                </a:ext>
              </a:extLst>
            </p:cNvPr>
            <p:cNvSpPr/>
            <p:nvPr/>
          </p:nvSpPr>
          <p:spPr bwMode="gray">
            <a:xfrm>
              <a:off x="19697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5" name="Forme libre : forme 7474">
              <a:extLst>
                <a:ext uri="{FF2B5EF4-FFF2-40B4-BE49-F238E27FC236}">
                  <a16:creationId xmlns:a16="http://schemas.microsoft.com/office/drawing/2014/main" id="{1B168DC8-56A0-4320-A607-6431B1778833}"/>
                </a:ext>
              </a:extLst>
            </p:cNvPr>
            <p:cNvSpPr/>
            <p:nvPr/>
          </p:nvSpPr>
          <p:spPr bwMode="gray">
            <a:xfrm>
              <a:off x="192151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6" name="Forme libre : forme 7475">
              <a:extLst>
                <a:ext uri="{FF2B5EF4-FFF2-40B4-BE49-F238E27FC236}">
                  <a16:creationId xmlns:a16="http://schemas.microsoft.com/office/drawing/2014/main" id="{37F4ED35-2E7B-EE95-169B-7B86D9713495}"/>
                </a:ext>
              </a:extLst>
            </p:cNvPr>
            <p:cNvSpPr/>
            <p:nvPr/>
          </p:nvSpPr>
          <p:spPr bwMode="gray">
            <a:xfrm>
              <a:off x="187198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7" name="Forme libre : forme 7476">
              <a:extLst>
                <a:ext uri="{FF2B5EF4-FFF2-40B4-BE49-F238E27FC236}">
                  <a16:creationId xmlns:a16="http://schemas.microsoft.com/office/drawing/2014/main" id="{3431842D-E83D-8741-133F-9DCC57C24810}"/>
                </a:ext>
              </a:extLst>
            </p:cNvPr>
            <p:cNvSpPr/>
            <p:nvPr/>
          </p:nvSpPr>
          <p:spPr bwMode="gray">
            <a:xfrm>
              <a:off x="182372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8" name="Forme libre : forme 7477">
              <a:extLst>
                <a:ext uri="{FF2B5EF4-FFF2-40B4-BE49-F238E27FC236}">
                  <a16:creationId xmlns:a16="http://schemas.microsoft.com/office/drawing/2014/main" id="{AE79788E-0CAA-35F2-9471-558587530108}"/>
                </a:ext>
              </a:extLst>
            </p:cNvPr>
            <p:cNvSpPr/>
            <p:nvPr/>
          </p:nvSpPr>
          <p:spPr bwMode="gray">
            <a:xfrm>
              <a:off x="177419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79" name="Forme libre : forme 7478">
              <a:extLst>
                <a:ext uri="{FF2B5EF4-FFF2-40B4-BE49-F238E27FC236}">
                  <a16:creationId xmlns:a16="http://schemas.microsoft.com/office/drawing/2014/main" id="{DEE0DAB3-CCAA-063A-9F4F-791622B16217}"/>
                </a:ext>
              </a:extLst>
            </p:cNvPr>
            <p:cNvSpPr/>
            <p:nvPr/>
          </p:nvSpPr>
          <p:spPr bwMode="gray">
            <a:xfrm>
              <a:off x="172593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0" name="Forme libre : forme 7479">
              <a:extLst>
                <a:ext uri="{FF2B5EF4-FFF2-40B4-BE49-F238E27FC236}">
                  <a16:creationId xmlns:a16="http://schemas.microsoft.com/office/drawing/2014/main" id="{7E051538-7E40-A9CC-9A5B-C27FC5BDF6C2}"/>
                </a:ext>
              </a:extLst>
            </p:cNvPr>
            <p:cNvSpPr/>
            <p:nvPr/>
          </p:nvSpPr>
          <p:spPr bwMode="gray">
            <a:xfrm>
              <a:off x="167640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1" name="Forme libre : forme 7480">
              <a:extLst>
                <a:ext uri="{FF2B5EF4-FFF2-40B4-BE49-F238E27FC236}">
                  <a16:creationId xmlns:a16="http://schemas.microsoft.com/office/drawing/2014/main" id="{0EE97701-FF87-D3FE-ACAE-1A40FC86FC1A}"/>
                </a:ext>
              </a:extLst>
            </p:cNvPr>
            <p:cNvSpPr/>
            <p:nvPr/>
          </p:nvSpPr>
          <p:spPr bwMode="gray">
            <a:xfrm>
              <a:off x="1626870" y="24790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2" name="Forme libre : forme 7481">
              <a:extLst>
                <a:ext uri="{FF2B5EF4-FFF2-40B4-BE49-F238E27FC236}">
                  <a16:creationId xmlns:a16="http://schemas.microsoft.com/office/drawing/2014/main" id="{9211141E-8046-5654-41F7-714590E3153F}"/>
                </a:ext>
              </a:extLst>
            </p:cNvPr>
            <p:cNvSpPr/>
            <p:nvPr/>
          </p:nvSpPr>
          <p:spPr bwMode="gray">
            <a:xfrm>
              <a:off x="157861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3" name="Forme libre : forme 7482">
              <a:extLst>
                <a:ext uri="{FF2B5EF4-FFF2-40B4-BE49-F238E27FC236}">
                  <a16:creationId xmlns:a16="http://schemas.microsoft.com/office/drawing/2014/main" id="{0C0A8FD2-D321-8CF5-A38C-6D0A8EE11012}"/>
                </a:ext>
              </a:extLst>
            </p:cNvPr>
            <p:cNvSpPr/>
            <p:nvPr/>
          </p:nvSpPr>
          <p:spPr bwMode="gray">
            <a:xfrm>
              <a:off x="152908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4" name="Forme libre : forme 7483">
              <a:extLst>
                <a:ext uri="{FF2B5EF4-FFF2-40B4-BE49-F238E27FC236}">
                  <a16:creationId xmlns:a16="http://schemas.microsoft.com/office/drawing/2014/main" id="{263B77FE-2369-AE9B-1103-9DE4E73ED19C}"/>
                </a:ext>
              </a:extLst>
            </p:cNvPr>
            <p:cNvSpPr/>
            <p:nvPr/>
          </p:nvSpPr>
          <p:spPr bwMode="gray">
            <a:xfrm>
              <a:off x="148082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5" name="Forme libre : forme 7484">
              <a:extLst>
                <a:ext uri="{FF2B5EF4-FFF2-40B4-BE49-F238E27FC236}">
                  <a16:creationId xmlns:a16="http://schemas.microsoft.com/office/drawing/2014/main" id="{9010739E-A802-BE91-3E4E-8DAB36DA5E79}"/>
                </a:ext>
              </a:extLst>
            </p:cNvPr>
            <p:cNvSpPr/>
            <p:nvPr/>
          </p:nvSpPr>
          <p:spPr bwMode="gray">
            <a:xfrm>
              <a:off x="143129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6" name="Forme libre : forme 7485">
              <a:extLst>
                <a:ext uri="{FF2B5EF4-FFF2-40B4-BE49-F238E27FC236}">
                  <a16:creationId xmlns:a16="http://schemas.microsoft.com/office/drawing/2014/main" id="{69A115F0-3195-07BA-7BCA-993C103D8FF7}"/>
                </a:ext>
              </a:extLst>
            </p:cNvPr>
            <p:cNvSpPr/>
            <p:nvPr/>
          </p:nvSpPr>
          <p:spPr bwMode="gray">
            <a:xfrm>
              <a:off x="138176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7" name="Forme libre : forme 7486">
              <a:extLst>
                <a:ext uri="{FF2B5EF4-FFF2-40B4-BE49-F238E27FC236}">
                  <a16:creationId xmlns:a16="http://schemas.microsoft.com/office/drawing/2014/main" id="{855AD6CC-0187-42CB-E73F-036C4CCA4D71}"/>
                </a:ext>
              </a:extLst>
            </p:cNvPr>
            <p:cNvSpPr/>
            <p:nvPr/>
          </p:nvSpPr>
          <p:spPr bwMode="gray">
            <a:xfrm>
              <a:off x="133350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8" name="Forme libre : forme 7487">
              <a:extLst>
                <a:ext uri="{FF2B5EF4-FFF2-40B4-BE49-F238E27FC236}">
                  <a16:creationId xmlns:a16="http://schemas.microsoft.com/office/drawing/2014/main" id="{03ADF120-0471-602F-7BDF-314EF5F9A45D}"/>
                </a:ext>
              </a:extLst>
            </p:cNvPr>
            <p:cNvSpPr/>
            <p:nvPr/>
          </p:nvSpPr>
          <p:spPr bwMode="gray">
            <a:xfrm>
              <a:off x="128397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89" name="Forme libre : forme 7488">
              <a:extLst>
                <a:ext uri="{FF2B5EF4-FFF2-40B4-BE49-F238E27FC236}">
                  <a16:creationId xmlns:a16="http://schemas.microsoft.com/office/drawing/2014/main" id="{34F81BA2-DE8A-61E6-B57E-1DC26415A69D}"/>
                </a:ext>
              </a:extLst>
            </p:cNvPr>
            <p:cNvSpPr/>
            <p:nvPr/>
          </p:nvSpPr>
          <p:spPr bwMode="gray">
            <a:xfrm>
              <a:off x="123571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0" name="Forme libre : forme 7489">
              <a:extLst>
                <a:ext uri="{FF2B5EF4-FFF2-40B4-BE49-F238E27FC236}">
                  <a16:creationId xmlns:a16="http://schemas.microsoft.com/office/drawing/2014/main" id="{B4AB014C-03D9-D9C8-A28E-BE1D5F58475D}"/>
                </a:ext>
              </a:extLst>
            </p:cNvPr>
            <p:cNvSpPr/>
            <p:nvPr/>
          </p:nvSpPr>
          <p:spPr bwMode="gray">
            <a:xfrm>
              <a:off x="118618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1" name="Forme libre : forme 7490">
              <a:extLst>
                <a:ext uri="{FF2B5EF4-FFF2-40B4-BE49-F238E27FC236}">
                  <a16:creationId xmlns:a16="http://schemas.microsoft.com/office/drawing/2014/main" id="{E03D7E0D-C325-F0CD-D0C0-ACD46D427DAE}"/>
                </a:ext>
              </a:extLst>
            </p:cNvPr>
            <p:cNvSpPr/>
            <p:nvPr/>
          </p:nvSpPr>
          <p:spPr bwMode="gray">
            <a:xfrm>
              <a:off x="113665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2" name="Forme libre : forme 7491">
              <a:extLst>
                <a:ext uri="{FF2B5EF4-FFF2-40B4-BE49-F238E27FC236}">
                  <a16:creationId xmlns:a16="http://schemas.microsoft.com/office/drawing/2014/main" id="{D3113028-A273-F4C2-3448-92CB5281AA3F}"/>
                </a:ext>
              </a:extLst>
            </p:cNvPr>
            <p:cNvSpPr/>
            <p:nvPr/>
          </p:nvSpPr>
          <p:spPr bwMode="gray">
            <a:xfrm>
              <a:off x="94106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3" name="Forme libre : forme 7492">
              <a:extLst>
                <a:ext uri="{FF2B5EF4-FFF2-40B4-BE49-F238E27FC236}">
                  <a16:creationId xmlns:a16="http://schemas.microsoft.com/office/drawing/2014/main" id="{C8597115-36FD-AFA0-AD00-E6447574DB23}"/>
                </a:ext>
              </a:extLst>
            </p:cNvPr>
            <p:cNvSpPr/>
            <p:nvPr/>
          </p:nvSpPr>
          <p:spPr bwMode="gray">
            <a:xfrm>
              <a:off x="89154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4" name="Forme libre : forme 7493">
              <a:extLst>
                <a:ext uri="{FF2B5EF4-FFF2-40B4-BE49-F238E27FC236}">
                  <a16:creationId xmlns:a16="http://schemas.microsoft.com/office/drawing/2014/main" id="{A827DF35-3BF9-0568-8C68-E5EBE33463F9}"/>
                </a:ext>
              </a:extLst>
            </p:cNvPr>
            <p:cNvSpPr/>
            <p:nvPr/>
          </p:nvSpPr>
          <p:spPr bwMode="gray">
            <a:xfrm>
              <a:off x="843279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5" name="Forme libre : forme 7494">
              <a:extLst>
                <a:ext uri="{FF2B5EF4-FFF2-40B4-BE49-F238E27FC236}">
                  <a16:creationId xmlns:a16="http://schemas.microsoft.com/office/drawing/2014/main" id="{254222B1-E5BD-8B2F-D673-F72115228173}"/>
                </a:ext>
              </a:extLst>
            </p:cNvPr>
            <p:cNvSpPr/>
            <p:nvPr/>
          </p:nvSpPr>
          <p:spPr bwMode="gray">
            <a:xfrm>
              <a:off x="79375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6" name="Forme libre : forme 7495">
              <a:extLst>
                <a:ext uri="{FF2B5EF4-FFF2-40B4-BE49-F238E27FC236}">
                  <a16:creationId xmlns:a16="http://schemas.microsoft.com/office/drawing/2014/main" id="{3D48FF29-0970-86E0-0749-556B9A43650B}"/>
                </a:ext>
              </a:extLst>
            </p:cNvPr>
            <p:cNvSpPr/>
            <p:nvPr/>
          </p:nvSpPr>
          <p:spPr bwMode="gray">
            <a:xfrm>
              <a:off x="74549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7" name="Forme libre : forme 7496">
              <a:extLst>
                <a:ext uri="{FF2B5EF4-FFF2-40B4-BE49-F238E27FC236}">
                  <a16:creationId xmlns:a16="http://schemas.microsoft.com/office/drawing/2014/main" id="{F4B3C070-20B6-DB68-B0D7-F291A65947B8}"/>
                </a:ext>
              </a:extLst>
            </p:cNvPr>
            <p:cNvSpPr/>
            <p:nvPr/>
          </p:nvSpPr>
          <p:spPr bwMode="gray">
            <a:xfrm>
              <a:off x="69596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8" name="Forme libre : forme 7497">
              <a:extLst>
                <a:ext uri="{FF2B5EF4-FFF2-40B4-BE49-F238E27FC236}">
                  <a16:creationId xmlns:a16="http://schemas.microsoft.com/office/drawing/2014/main" id="{BBC8305B-7F69-5F51-F36C-6CF4CE120DCC}"/>
                </a:ext>
              </a:extLst>
            </p:cNvPr>
            <p:cNvSpPr/>
            <p:nvPr/>
          </p:nvSpPr>
          <p:spPr bwMode="gray">
            <a:xfrm>
              <a:off x="646430" y="247904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99" name="Forme libre : forme 7498">
              <a:extLst>
                <a:ext uri="{FF2B5EF4-FFF2-40B4-BE49-F238E27FC236}">
                  <a16:creationId xmlns:a16="http://schemas.microsoft.com/office/drawing/2014/main" id="{88DCB70C-0E15-EF0F-2066-A9E7B933AB38}"/>
                </a:ext>
              </a:extLst>
            </p:cNvPr>
            <p:cNvSpPr/>
            <p:nvPr/>
          </p:nvSpPr>
          <p:spPr bwMode="gray">
            <a:xfrm>
              <a:off x="721486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0" name="Forme libre : forme 7499">
              <a:extLst>
                <a:ext uri="{FF2B5EF4-FFF2-40B4-BE49-F238E27FC236}">
                  <a16:creationId xmlns:a16="http://schemas.microsoft.com/office/drawing/2014/main" id="{CA40A5DF-6E04-491F-E5B4-CA7E7B9E60A3}"/>
                </a:ext>
              </a:extLst>
            </p:cNvPr>
            <p:cNvSpPr/>
            <p:nvPr/>
          </p:nvSpPr>
          <p:spPr bwMode="gray">
            <a:xfrm>
              <a:off x="716533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1" name="Forme libre : forme 7500">
              <a:extLst>
                <a:ext uri="{FF2B5EF4-FFF2-40B4-BE49-F238E27FC236}">
                  <a16:creationId xmlns:a16="http://schemas.microsoft.com/office/drawing/2014/main" id="{577697EA-DEA6-B779-788B-4871E5AD71FA}"/>
                </a:ext>
              </a:extLst>
            </p:cNvPr>
            <p:cNvSpPr/>
            <p:nvPr/>
          </p:nvSpPr>
          <p:spPr bwMode="gray">
            <a:xfrm>
              <a:off x="711708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2" name="Forme libre : forme 7501">
              <a:extLst>
                <a:ext uri="{FF2B5EF4-FFF2-40B4-BE49-F238E27FC236}">
                  <a16:creationId xmlns:a16="http://schemas.microsoft.com/office/drawing/2014/main" id="{51C32B1B-90FA-21F1-C1E6-1E1C39478C72}"/>
                </a:ext>
              </a:extLst>
            </p:cNvPr>
            <p:cNvSpPr/>
            <p:nvPr/>
          </p:nvSpPr>
          <p:spPr bwMode="gray">
            <a:xfrm>
              <a:off x="706755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3" name="Forme libre : forme 7502">
              <a:extLst>
                <a:ext uri="{FF2B5EF4-FFF2-40B4-BE49-F238E27FC236}">
                  <a16:creationId xmlns:a16="http://schemas.microsoft.com/office/drawing/2014/main" id="{50C44E4E-6139-8156-4278-41B329F231E6}"/>
                </a:ext>
              </a:extLst>
            </p:cNvPr>
            <p:cNvSpPr/>
            <p:nvPr/>
          </p:nvSpPr>
          <p:spPr bwMode="gray">
            <a:xfrm>
              <a:off x="701928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4" name="Forme libre : forme 7503">
              <a:extLst>
                <a:ext uri="{FF2B5EF4-FFF2-40B4-BE49-F238E27FC236}">
                  <a16:creationId xmlns:a16="http://schemas.microsoft.com/office/drawing/2014/main" id="{046F7974-5565-BEFA-9073-12557B60CF94}"/>
                </a:ext>
              </a:extLst>
            </p:cNvPr>
            <p:cNvSpPr/>
            <p:nvPr/>
          </p:nvSpPr>
          <p:spPr bwMode="gray">
            <a:xfrm>
              <a:off x="692023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5" name="Forme libre : forme 7504">
              <a:extLst>
                <a:ext uri="{FF2B5EF4-FFF2-40B4-BE49-F238E27FC236}">
                  <a16:creationId xmlns:a16="http://schemas.microsoft.com/office/drawing/2014/main" id="{FDF5F186-A309-FAB8-D038-8B5665B6EE81}"/>
                </a:ext>
              </a:extLst>
            </p:cNvPr>
            <p:cNvSpPr/>
            <p:nvPr/>
          </p:nvSpPr>
          <p:spPr bwMode="gray">
            <a:xfrm>
              <a:off x="687196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6" name="Forme libre : forme 7505">
              <a:extLst>
                <a:ext uri="{FF2B5EF4-FFF2-40B4-BE49-F238E27FC236}">
                  <a16:creationId xmlns:a16="http://schemas.microsoft.com/office/drawing/2014/main" id="{43ED94AB-4B54-C0E8-8EA9-8C65E88FCD60}"/>
                </a:ext>
              </a:extLst>
            </p:cNvPr>
            <p:cNvSpPr/>
            <p:nvPr/>
          </p:nvSpPr>
          <p:spPr bwMode="gray">
            <a:xfrm>
              <a:off x="682243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7" name="Forme libre : forme 7506">
              <a:extLst>
                <a:ext uri="{FF2B5EF4-FFF2-40B4-BE49-F238E27FC236}">
                  <a16:creationId xmlns:a16="http://schemas.microsoft.com/office/drawing/2014/main" id="{C7995E89-49AF-461E-1DFE-83888AA8EB80}"/>
                </a:ext>
              </a:extLst>
            </p:cNvPr>
            <p:cNvSpPr/>
            <p:nvPr/>
          </p:nvSpPr>
          <p:spPr bwMode="gray">
            <a:xfrm>
              <a:off x="677418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8" name="Forme libre : forme 7507">
              <a:extLst>
                <a:ext uri="{FF2B5EF4-FFF2-40B4-BE49-F238E27FC236}">
                  <a16:creationId xmlns:a16="http://schemas.microsoft.com/office/drawing/2014/main" id="{7C20BB4E-E2A7-2CFE-C751-30422AA1D978}"/>
                </a:ext>
              </a:extLst>
            </p:cNvPr>
            <p:cNvSpPr/>
            <p:nvPr/>
          </p:nvSpPr>
          <p:spPr bwMode="gray">
            <a:xfrm>
              <a:off x="672465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09" name="Forme libre : forme 7508">
              <a:extLst>
                <a:ext uri="{FF2B5EF4-FFF2-40B4-BE49-F238E27FC236}">
                  <a16:creationId xmlns:a16="http://schemas.microsoft.com/office/drawing/2014/main" id="{BB14308A-A973-C168-9B4F-CC2E5BA69AA7}"/>
                </a:ext>
              </a:extLst>
            </p:cNvPr>
            <p:cNvSpPr/>
            <p:nvPr/>
          </p:nvSpPr>
          <p:spPr bwMode="gray">
            <a:xfrm>
              <a:off x="667511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0" name="Forme libre : forme 7509">
              <a:extLst>
                <a:ext uri="{FF2B5EF4-FFF2-40B4-BE49-F238E27FC236}">
                  <a16:creationId xmlns:a16="http://schemas.microsoft.com/office/drawing/2014/main" id="{71D2F3D8-00D5-DC84-E001-C140509DAB6F}"/>
                </a:ext>
              </a:extLst>
            </p:cNvPr>
            <p:cNvSpPr/>
            <p:nvPr/>
          </p:nvSpPr>
          <p:spPr bwMode="gray">
            <a:xfrm>
              <a:off x="662685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1" name="Forme libre : forme 7510">
              <a:extLst>
                <a:ext uri="{FF2B5EF4-FFF2-40B4-BE49-F238E27FC236}">
                  <a16:creationId xmlns:a16="http://schemas.microsoft.com/office/drawing/2014/main" id="{067507F9-9929-EF6D-B058-2335CB657F16}"/>
                </a:ext>
              </a:extLst>
            </p:cNvPr>
            <p:cNvSpPr/>
            <p:nvPr/>
          </p:nvSpPr>
          <p:spPr bwMode="gray">
            <a:xfrm>
              <a:off x="657733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2" name="Forme libre : forme 7511">
              <a:extLst>
                <a:ext uri="{FF2B5EF4-FFF2-40B4-BE49-F238E27FC236}">
                  <a16:creationId xmlns:a16="http://schemas.microsoft.com/office/drawing/2014/main" id="{A1747046-4D6F-D462-1AD7-742BC4C6EB70}"/>
                </a:ext>
              </a:extLst>
            </p:cNvPr>
            <p:cNvSpPr/>
            <p:nvPr/>
          </p:nvSpPr>
          <p:spPr bwMode="gray">
            <a:xfrm>
              <a:off x="652906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3" name="Forme libre : forme 7512">
              <a:extLst>
                <a:ext uri="{FF2B5EF4-FFF2-40B4-BE49-F238E27FC236}">
                  <a16:creationId xmlns:a16="http://schemas.microsoft.com/office/drawing/2014/main" id="{C6120C3C-D5EA-FCD1-6CAE-4A8013BCFD6E}"/>
                </a:ext>
              </a:extLst>
            </p:cNvPr>
            <p:cNvSpPr/>
            <p:nvPr/>
          </p:nvSpPr>
          <p:spPr bwMode="gray">
            <a:xfrm>
              <a:off x="647954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4" name="Forme libre : forme 7513">
              <a:extLst>
                <a:ext uri="{FF2B5EF4-FFF2-40B4-BE49-F238E27FC236}">
                  <a16:creationId xmlns:a16="http://schemas.microsoft.com/office/drawing/2014/main" id="{4B3FDA30-552F-9709-C45E-F279A5F9E454}"/>
                </a:ext>
              </a:extLst>
            </p:cNvPr>
            <p:cNvSpPr/>
            <p:nvPr/>
          </p:nvSpPr>
          <p:spPr bwMode="gray">
            <a:xfrm>
              <a:off x="64300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5" name="Forme libre : forme 7514">
              <a:extLst>
                <a:ext uri="{FF2B5EF4-FFF2-40B4-BE49-F238E27FC236}">
                  <a16:creationId xmlns:a16="http://schemas.microsoft.com/office/drawing/2014/main" id="{F60D9401-52DE-0A20-3BE1-A70353A34250}"/>
                </a:ext>
              </a:extLst>
            </p:cNvPr>
            <p:cNvSpPr/>
            <p:nvPr/>
          </p:nvSpPr>
          <p:spPr bwMode="gray">
            <a:xfrm>
              <a:off x="638175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6" name="Forme libre : forme 7515">
              <a:extLst>
                <a:ext uri="{FF2B5EF4-FFF2-40B4-BE49-F238E27FC236}">
                  <a16:creationId xmlns:a16="http://schemas.microsoft.com/office/drawing/2014/main" id="{B1E4CCF5-3743-439D-E023-57EE465BB08A}"/>
                </a:ext>
              </a:extLst>
            </p:cNvPr>
            <p:cNvSpPr/>
            <p:nvPr/>
          </p:nvSpPr>
          <p:spPr bwMode="gray">
            <a:xfrm>
              <a:off x="63322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7" name="Forme libre : forme 7516">
              <a:extLst>
                <a:ext uri="{FF2B5EF4-FFF2-40B4-BE49-F238E27FC236}">
                  <a16:creationId xmlns:a16="http://schemas.microsoft.com/office/drawing/2014/main" id="{1AAC6DC1-9E28-E14B-7714-57BD202A98E8}"/>
                </a:ext>
              </a:extLst>
            </p:cNvPr>
            <p:cNvSpPr/>
            <p:nvPr/>
          </p:nvSpPr>
          <p:spPr bwMode="gray">
            <a:xfrm>
              <a:off x="628396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8" name="Forme libre : forme 7517">
              <a:extLst>
                <a:ext uri="{FF2B5EF4-FFF2-40B4-BE49-F238E27FC236}">
                  <a16:creationId xmlns:a16="http://schemas.microsoft.com/office/drawing/2014/main" id="{035A42EA-954F-A5A6-286E-9317534B8051}"/>
                </a:ext>
              </a:extLst>
            </p:cNvPr>
            <p:cNvSpPr/>
            <p:nvPr/>
          </p:nvSpPr>
          <p:spPr bwMode="gray">
            <a:xfrm>
              <a:off x="62344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19" name="Forme libre : forme 7518">
              <a:extLst>
                <a:ext uri="{FF2B5EF4-FFF2-40B4-BE49-F238E27FC236}">
                  <a16:creationId xmlns:a16="http://schemas.microsoft.com/office/drawing/2014/main" id="{97B923A7-28B9-FEA9-B21E-5461814E28E6}"/>
                </a:ext>
              </a:extLst>
            </p:cNvPr>
            <p:cNvSpPr/>
            <p:nvPr/>
          </p:nvSpPr>
          <p:spPr bwMode="gray">
            <a:xfrm>
              <a:off x="61849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0" name="Forme libre : forme 7519">
              <a:extLst>
                <a:ext uri="{FF2B5EF4-FFF2-40B4-BE49-F238E27FC236}">
                  <a16:creationId xmlns:a16="http://schemas.microsoft.com/office/drawing/2014/main" id="{72E9E958-5639-E049-97FD-4C3086A6BB8F}"/>
                </a:ext>
              </a:extLst>
            </p:cNvPr>
            <p:cNvSpPr/>
            <p:nvPr/>
          </p:nvSpPr>
          <p:spPr bwMode="gray">
            <a:xfrm>
              <a:off x="613664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1" name="Forme libre : forme 7520">
              <a:extLst>
                <a:ext uri="{FF2B5EF4-FFF2-40B4-BE49-F238E27FC236}">
                  <a16:creationId xmlns:a16="http://schemas.microsoft.com/office/drawing/2014/main" id="{8130BC2F-6158-A941-3DF5-3AF59DC3D2A5}"/>
                </a:ext>
              </a:extLst>
            </p:cNvPr>
            <p:cNvSpPr/>
            <p:nvPr/>
          </p:nvSpPr>
          <p:spPr bwMode="gray">
            <a:xfrm>
              <a:off x="60871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2" name="Forme libre : forme 7521">
              <a:extLst>
                <a:ext uri="{FF2B5EF4-FFF2-40B4-BE49-F238E27FC236}">
                  <a16:creationId xmlns:a16="http://schemas.microsoft.com/office/drawing/2014/main" id="{2D84DFEB-71A2-6E85-A692-905E6D27A0B4}"/>
                </a:ext>
              </a:extLst>
            </p:cNvPr>
            <p:cNvSpPr/>
            <p:nvPr/>
          </p:nvSpPr>
          <p:spPr bwMode="gray">
            <a:xfrm>
              <a:off x="603885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3" name="Forme libre : forme 7522">
              <a:extLst>
                <a:ext uri="{FF2B5EF4-FFF2-40B4-BE49-F238E27FC236}">
                  <a16:creationId xmlns:a16="http://schemas.microsoft.com/office/drawing/2014/main" id="{4B77ACA8-631A-95B4-BE49-3AD344A78CD2}"/>
                </a:ext>
              </a:extLst>
            </p:cNvPr>
            <p:cNvSpPr/>
            <p:nvPr/>
          </p:nvSpPr>
          <p:spPr bwMode="gray">
            <a:xfrm>
              <a:off x="59893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4" name="Forme libre : forme 7523">
              <a:extLst>
                <a:ext uri="{FF2B5EF4-FFF2-40B4-BE49-F238E27FC236}">
                  <a16:creationId xmlns:a16="http://schemas.microsoft.com/office/drawing/2014/main" id="{0A3A1FAF-74A1-26F4-5136-E64412623B0E}"/>
                </a:ext>
              </a:extLst>
            </p:cNvPr>
            <p:cNvSpPr/>
            <p:nvPr/>
          </p:nvSpPr>
          <p:spPr bwMode="gray">
            <a:xfrm>
              <a:off x="594106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5" name="Forme libre : forme 7524">
              <a:extLst>
                <a:ext uri="{FF2B5EF4-FFF2-40B4-BE49-F238E27FC236}">
                  <a16:creationId xmlns:a16="http://schemas.microsoft.com/office/drawing/2014/main" id="{B52B7DD5-C576-9637-15B8-A90110764574}"/>
                </a:ext>
              </a:extLst>
            </p:cNvPr>
            <p:cNvSpPr/>
            <p:nvPr/>
          </p:nvSpPr>
          <p:spPr bwMode="gray">
            <a:xfrm>
              <a:off x="58915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6" name="Forme libre : forme 7525">
              <a:extLst>
                <a:ext uri="{FF2B5EF4-FFF2-40B4-BE49-F238E27FC236}">
                  <a16:creationId xmlns:a16="http://schemas.microsoft.com/office/drawing/2014/main" id="{3E16999C-327C-E145-6235-4DFDFC886342}"/>
                </a:ext>
              </a:extLst>
            </p:cNvPr>
            <p:cNvSpPr/>
            <p:nvPr/>
          </p:nvSpPr>
          <p:spPr bwMode="gray">
            <a:xfrm>
              <a:off x="58420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7" name="Forme libre : forme 7526">
              <a:extLst>
                <a:ext uri="{FF2B5EF4-FFF2-40B4-BE49-F238E27FC236}">
                  <a16:creationId xmlns:a16="http://schemas.microsoft.com/office/drawing/2014/main" id="{CDBD0188-FBA5-FC1C-3617-CB503359965B}"/>
                </a:ext>
              </a:extLst>
            </p:cNvPr>
            <p:cNvSpPr/>
            <p:nvPr/>
          </p:nvSpPr>
          <p:spPr bwMode="gray">
            <a:xfrm>
              <a:off x="579374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8" name="Forme libre : forme 7527">
              <a:extLst>
                <a:ext uri="{FF2B5EF4-FFF2-40B4-BE49-F238E27FC236}">
                  <a16:creationId xmlns:a16="http://schemas.microsoft.com/office/drawing/2014/main" id="{8FF03439-23AC-2FC8-63C5-6A52B77FB942}"/>
                </a:ext>
              </a:extLst>
            </p:cNvPr>
            <p:cNvSpPr/>
            <p:nvPr/>
          </p:nvSpPr>
          <p:spPr bwMode="gray">
            <a:xfrm>
              <a:off x="57442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29" name="Forme libre : forme 7528">
              <a:extLst>
                <a:ext uri="{FF2B5EF4-FFF2-40B4-BE49-F238E27FC236}">
                  <a16:creationId xmlns:a16="http://schemas.microsoft.com/office/drawing/2014/main" id="{033D55E0-47FC-5300-7D77-CE52637942E3}"/>
                </a:ext>
              </a:extLst>
            </p:cNvPr>
            <p:cNvSpPr/>
            <p:nvPr/>
          </p:nvSpPr>
          <p:spPr bwMode="gray">
            <a:xfrm>
              <a:off x="569595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0" name="Forme libre : forme 7529">
              <a:extLst>
                <a:ext uri="{FF2B5EF4-FFF2-40B4-BE49-F238E27FC236}">
                  <a16:creationId xmlns:a16="http://schemas.microsoft.com/office/drawing/2014/main" id="{D5A296EF-5EAB-68BA-1C15-ADFF30B84EBE}"/>
                </a:ext>
              </a:extLst>
            </p:cNvPr>
            <p:cNvSpPr/>
            <p:nvPr/>
          </p:nvSpPr>
          <p:spPr bwMode="gray">
            <a:xfrm>
              <a:off x="56464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1" name="Forme libre : forme 7530">
              <a:extLst>
                <a:ext uri="{FF2B5EF4-FFF2-40B4-BE49-F238E27FC236}">
                  <a16:creationId xmlns:a16="http://schemas.microsoft.com/office/drawing/2014/main" id="{AF24799C-E58D-8862-03DD-F37B4590D558}"/>
                </a:ext>
              </a:extLst>
            </p:cNvPr>
            <p:cNvSpPr/>
            <p:nvPr/>
          </p:nvSpPr>
          <p:spPr bwMode="gray">
            <a:xfrm>
              <a:off x="55968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2" name="Forme libre : forme 7531">
              <a:extLst>
                <a:ext uri="{FF2B5EF4-FFF2-40B4-BE49-F238E27FC236}">
                  <a16:creationId xmlns:a16="http://schemas.microsoft.com/office/drawing/2014/main" id="{2F67B428-7158-0AEB-5809-232B70839A0C}"/>
                </a:ext>
              </a:extLst>
            </p:cNvPr>
            <p:cNvSpPr/>
            <p:nvPr/>
          </p:nvSpPr>
          <p:spPr bwMode="gray">
            <a:xfrm>
              <a:off x="55486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3" name="Forme libre : forme 7532">
              <a:extLst>
                <a:ext uri="{FF2B5EF4-FFF2-40B4-BE49-F238E27FC236}">
                  <a16:creationId xmlns:a16="http://schemas.microsoft.com/office/drawing/2014/main" id="{79F8FAD4-C2B4-1553-E9C2-5F456C254D76}"/>
                </a:ext>
              </a:extLst>
            </p:cNvPr>
            <p:cNvSpPr/>
            <p:nvPr/>
          </p:nvSpPr>
          <p:spPr bwMode="gray">
            <a:xfrm>
              <a:off x="54991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4" name="Forme libre : forme 7533">
              <a:extLst>
                <a:ext uri="{FF2B5EF4-FFF2-40B4-BE49-F238E27FC236}">
                  <a16:creationId xmlns:a16="http://schemas.microsoft.com/office/drawing/2014/main" id="{01DD6BEC-58B6-4F74-A000-C88FF67CC7BB}"/>
                </a:ext>
              </a:extLst>
            </p:cNvPr>
            <p:cNvSpPr/>
            <p:nvPr/>
          </p:nvSpPr>
          <p:spPr bwMode="gray">
            <a:xfrm>
              <a:off x="545084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5" name="Forme libre : forme 7534">
              <a:extLst>
                <a:ext uri="{FF2B5EF4-FFF2-40B4-BE49-F238E27FC236}">
                  <a16:creationId xmlns:a16="http://schemas.microsoft.com/office/drawing/2014/main" id="{F1497C73-6AE6-DD7C-92BF-EA2674134C8A}"/>
                </a:ext>
              </a:extLst>
            </p:cNvPr>
            <p:cNvSpPr/>
            <p:nvPr/>
          </p:nvSpPr>
          <p:spPr bwMode="gray">
            <a:xfrm>
              <a:off x="54013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6" name="Forme libre : forme 7535">
              <a:extLst>
                <a:ext uri="{FF2B5EF4-FFF2-40B4-BE49-F238E27FC236}">
                  <a16:creationId xmlns:a16="http://schemas.microsoft.com/office/drawing/2014/main" id="{6C7E535D-0807-F488-B076-8EFCDB111411}"/>
                </a:ext>
              </a:extLst>
            </p:cNvPr>
            <p:cNvSpPr/>
            <p:nvPr/>
          </p:nvSpPr>
          <p:spPr bwMode="gray">
            <a:xfrm>
              <a:off x="53517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7" name="Forme libre : forme 7536">
              <a:extLst>
                <a:ext uri="{FF2B5EF4-FFF2-40B4-BE49-F238E27FC236}">
                  <a16:creationId xmlns:a16="http://schemas.microsoft.com/office/drawing/2014/main" id="{E34D0B6A-3AD3-6FC4-4926-44A4BA4A3E8C}"/>
                </a:ext>
              </a:extLst>
            </p:cNvPr>
            <p:cNvSpPr/>
            <p:nvPr/>
          </p:nvSpPr>
          <p:spPr bwMode="gray">
            <a:xfrm>
              <a:off x="53035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8" name="Forme libre : forme 7537">
              <a:extLst>
                <a:ext uri="{FF2B5EF4-FFF2-40B4-BE49-F238E27FC236}">
                  <a16:creationId xmlns:a16="http://schemas.microsoft.com/office/drawing/2014/main" id="{E2F380DC-5EA3-3969-18C5-053BE6FF503D}"/>
                </a:ext>
              </a:extLst>
            </p:cNvPr>
            <p:cNvSpPr/>
            <p:nvPr/>
          </p:nvSpPr>
          <p:spPr bwMode="gray">
            <a:xfrm>
              <a:off x="52539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39" name="Forme libre : forme 7538">
              <a:extLst>
                <a:ext uri="{FF2B5EF4-FFF2-40B4-BE49-F238E27FC236}">
                  <a16:creationId xmlns:a16="http://schemas.microsoft.com/office/drawing/2014/main" id="{C0237662-41D9-92E8-C1C1-D2296A299AE5}"/>
                </a:ext>
              </a:extLst>
            </p:cNvPr>
            <p:cNvSpPr/>
            <p:nvPr/>
          </p:nvSpPr>
          <p:spPr bwMode="gray">
            <a:xfrm>
              <a:off x="52057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0" name="Forme libre : forme 7539">
              <a:extLst>
                <a:ext uri="{FF2B5EF4-FFF2-40B4-BE49-F238E27FC236}">
                  <a16:creationId xmlns:a16="http://schemas.microsoft.com/office/drawing/2014/main" id="{AB31C08B-833E-827B-D7E0-6B9FCCCF6160}"/>
                </a:ext>
              </a:extLst>
            </p:cNvPr>
            <p:cNvSpPr/>
            <p:nvPr/>
          </p:nvSpPr>
          <p:spPr bwMode="gray">
            <a:xfrm>
              <a:off x="51562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1" name="Forme libre : forme 7540">
              <a:extLst>
                <a:ext uri="{FF2B5EF4-FFF2-40B4-BE49-F238E27FC236}">
                  <a16:creationId xmlns:a16="http://schemas.microsoft.com/office/drawing/2014/main" id="{6994737D-F740-5DD1-8F55-AEB548DBFEC7}"/>
                </a:ext>
              </a:extLst>
            </p:cNvPr>
            <p:cNvSpPr/>
            <p:nvPr/>
          </p:nvSpPr>
          <p:spPr bwMode="gray">
            <a:xfrm>
              <a:off x="51066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2" name="Forme libre : forme 7541">
              <a:extLst>
                <a:ext uri="{FF2B5EF4-FFF2-40B4-BE49-F238E27FC236}">
                  <a16:creationId xmlns:a16="http://schemas.microsoft.com/office/drawing/2014/main" id="{26D0B54B-4278-ED5D-2B79-074939040135}"/>
                </a:ext>
              </a:extLst>
            </p:cNvPr>
            <p:cNvSpPr/>
            <p:nvPr/>
          </p:nvSpPr>
          <p:spPr bwMode="gray">
            <a:xfrm>
              <a:off x="50584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3" name="Forme libre : forme 7542">
              <a:extLst>
                <a:ext uri="{FF2B5EF4-FFF2-40B4-BE49-F238E27FC236}">
                  <a16:creationId xmlns:a16="http://schemas.microsoft.com/office/drawing/2014/main" id="{3267891B-092A-3637-B8DA-F2AB86F72104}"/>
                </a:ext>
              </a:extLst>
            </p:cNvPr>
            <p:cNvSpPr/>
            <p:nvPr/>
          </p:nvSpPr>
          <p:spPr bwMode="gray">
            <a:xfrm>
              <a:off x="50088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4" name="Forme libre : forme 7543">
              <a:extLst>
                <a:ext uri="{FF2B5EF4-FFF2-40B4-BE49-F238E27FC236}">
                  <a16:creationId xmlns:a16="http://schemas.microsoft.com/office/drawing/2014/main" id="{CB961DD3-7A6C-D840-049C-69924184C995}"/>
                </a:ext>
              </a:extLst>
            </p:cNvPr>
            <p:cNvSpPr/>
            <p:nvPr/>
          </p:nvSpPr>
          <p:spPr bwMode="gray">
            <a:xfrm>
              <a:off x="49606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5" name="Forme libre : forme 7544">
              <a:extLst>
                <a:ext uri="{FF2B5EF4-FFF2-40B4-BE49-F238E27FC236}">
                  <a16:creationId xmlns:a16="http://schemas.microsoft.com/office/drawing/2014/main" id="{E7A5299A-F13B-38DA-1CE4-E09379465A6E}"/>
                </a:ext>
              </a:extLst>
            </p:cNvPr>
            <p:cNvSpPr/>
            <p:nvPr/>
          </p:nvSpPr>
          <p:spPr bwMode="gray">
            <a:xfrm>
              <a:off x="49110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6" name="Forme libre : forme 7545">
              <a:extLst>
                <a:ext uri="{FF2B5EF4-FFF2-40B4-BE49-F238E27FC236}">
                  <a16:creationId xmlns:a16="http://schemas.microsoft.com/office/drawing/2014/main" id="{FB75A60F-1796-95F7-F420-AA02D14EECF4}"/>
                </a:ext>
              </a:extLst>
            </p:cNvPr>
            <p:cNvSpPr/>
            <p:nvPr/>
          </p:nvSpPr>
          <p:spPr bwMode="gray">
            <a:xfrm>
              <a:off x="486156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7" name="Forme libre : forme 7546">
              <a:extLst>
                <a:ext uri="{FF2B5EF4-FFF2-40B4-BE49-F238E27FC236}">
                  <a16:creationId xmlns:a16="http://schemas.microsoft.com/office/drawing/2014/main" id="{4EBF894A-03F7-BB85-4909-F9A726439532}"/>
                </a:ext>
              </a:extLst>
            </p:cNvPr>
            <p:cNvSpPr/>
            <p:nvPr/>
          </p:nvSpPr>
          <p:spPr bwMode="gray">
            <a:xfrm>
              <a:off x="48133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8" name="Forme libre : forme 7547">
              <a:extLst>
                <a:ext uri="{FF2B5EF4-FFF2-40B4-BE49-F238E27FC236}">
                  <a16:creationId xmlns:a16="http://schemas.microsoft.com/office/drawing/2014/main" id="{63D1A7F0-6E6A-A0FD-8125-E7969316CFD9}"/>
                </a:ext>
              </a:extLst>
            </p:cNvPr>
            <p:cNvSpPr/>
            <p:nvPr/>
          </p:nvSpPr>
          <p:spPr bwMode="gray">
            <a:xfrm>
              <a:off x="47637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49" name="Forme libre : forme 7548">
              <a:extLst>
                <a:ext uri="{FF2B5EF4-FFF2-40B4-BE49-F238E27FC236}">
                  <a16:creationId xmlns:a16="http://schemas.microsoft.com/office/drawing/2014/main" id="{33F98901-2474-16D9-3146-ED9E7A05F611}"/>
                </a:ext>
              </a:extLst>
            </p:cNvPr>
            <p:cNvSpPr/>
            <p:nvPr/>
          </p:nvSpPr>
          <p:spPr bwMode="gray">
            <a:xfrm>
              <a:off x="47155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0" name="Forme libre : forme 7549">
              <a:extLst>
                <a:ext uri="{FF2B5EF4-FFF2-40B4-BE49-F238E27FC236}">
                  <a16:creationId xmlns:a16="http://schemas.microsoft.com/office/drawing/2014/main" id="{1B4FF251-6985-89E3-8F4C-4C676DC2D5D4}"/>
                </a:ext>
              </a:extLst>
            </p:cNvPr>
            <p:cNvSpPr/>
            <p:nvPr/>
          </p:nvSpPr>
          <p:spPr bwMode="gray">
            <a:xfrm>
              <a:off x="46659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1" name="Forme libre : forme 7550">
              <a:extLst>
                <a:ext uri="{FF2B5EF4-FFF2-40B4-BE49-F238E27FC236}">
                  <a16:creationId xmlns:a16="http://schemas.microsoft.com/office/drawing/2014/main" id="{9E1F3BF4-714B-BBD7-09F1-C6343221492E}"/>
                </a:ext>
              </a:extLst>
            </p:cNvPr>
            <p:cNvSpPr/>
            <p:nvPr/>
          </p:nvSpPr>
          <p:spPr bwMode="gray">
            <a:xfrm>
              <a:off x="46177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2" name="Forme libre : forme 7551">
              <a:extLst>
                <a:ext uri="{FF2B5EF4-FFF2-40B4-BE49-F238E27FC236}">
                  <a16:creationId xmlns:a16="http://schemas.microsoft.com/office/drawing/2014/main" id="{20DE9947-AED6-5BF9-81C7-BE8AE8539270}"/>
                </a:ext>
              </a:extLst>
            </p:cNvPr>
            <p:cNvSpPr/>
            <p:nvPr/>
          </p:nvSpPr>
          <p:spPr bwMode="gray">
            <a:xfrm>
              <a:off x="45681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3" name="Forme libre : forme 7552">
              <a:extLst>
                <a:ext uri="{FF2B5EF4-FFF2-40B4-BE49-F238E27FC236}">
                  <a16:creationId xmlns:a16="http://schemas.microsoft.com/office/drawing/2014/main" id="{024E9920-0D40-7798-A249-9B74C30D512B}"/>
                </a:ext>
              </a:extLst>
            </p:cNvPr>
            <p:cNvSpPr/>
            <p:nvPr/>
          </p:nvSpPr>
          <p:spPr bwMode="gray">
            <a:xfrm>
              <a:off x="451866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4" name="Forme libre : forme 7553">
              <a:extLst>
                <a:ext uri="{FF2B5EF4-FFF2-40B4-BE49-F238E27FC236}">
                  <a16:creationId xmlns:a16="http://schemas.microsoft.com/office/drawing/2014/main" id="{A08F7437-AB1F-D3BA-A7DC-6EC153E779BC}"/>
                </a:ext>
              </a:extLst>
            </p:cNvPr>
            <p:cNvSpPr/>
            <p:nvPr/>
          </p:nvSpPr>
          <p:spPr bwMode="gray">
            <a:xfrm>
              <a:off x="44704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5" name="Forme libre : forme 7554">
              <a:extLst>
                <a:ext uri="{FF2B5EF4-FFF2-40B4-BE49-F238E27FC236}">
                  <a16:creationId xmlns:a16="http://schemas.microsoft.com/office/drawing/2014/main" id="{288E5E04-EC31-0215-D461-23932B7E88EA}"/>
                </a:ext>
              </a:extLst>
            </p:cNvPr>
            <p:cNvSpPr/>
            <p:nvPr/>
          </p:nvSpPr>
          <p:spPr bwMode="gray">
            <a:xfrm>
              <a:off x="44208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6" name="Forme libre : forme 7555">
              <a:extLst>
                <a:ext uri="{FF2B5EF4-FFF2-40B4-BE49-F238E27FC236}">
                  <a16:creationId xmlns:a16="http://schemas.microsoft.com/office/drawing/2014/main" id="{38DC7E27-F827-4981-0141-B2C84E7837C8}"/>
                </a:ext>
              </a:extLst>
            </p:cNvPr>
            <p:cNvSpPr/>
            <p:nvPr/>
          </p:nvSpPr>
          <p:spPr bwMode="gray">
            <a:xfrm>
              <a:off x="43726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7" name="Forme libre : forme 7556">
              <a:extLst>
                <a:ext uri="{FF2B5EF4-FFF2-40B4-BE49-F238E27FC236}">
                  <a16:creationId xmlns:a16="http://schemas.microsoft.com/office/drawing/2014/main" id="{5DCE4C2C-B296-6C91-C848-8528C7E793CE}"/>
                </a:ext>
              </a:extLst>
            </p:cNvPr>
            <p:cNvSpPr/>
            <p:nvPr/>
          </p:nvSpPr>
          <p:spPr bwMode="gray">
            <a:xfrm>
              <a:off x="43230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8" name="Forme libre : forme 7557">
              <a:extLst>
                <a:ext uri="{FF2B5EF4-FFF2-40B4-BE49-F238E27FC236}">
                  <a16:creationId xmlns:a16="http://schemas.microsoft.com/office/drawing/2014/main" id="{BEBDE36A-6798-D448-794D-F59E3B4691DD}"/>
                </a:ext>
              </a:extLst>
            </p:cNvPr>
            <p:cNvSpPr/>
            <p:nvPr/>
          </p:nvSpPr>
          <p:spPr bwMode="gray">
            <a:xfrm>
              <a:off x="42252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59" name="Forme libre : forme 7558">
              <a:extLst>
                <a:ext uri="{FF2B5EF4-FFF2-40B4-BE49-F238E27FC236}">
                  <a16:creationId xmlns:a16="http://schemas.microsoft.com/office/drawing/2014/main" id="{0D840A6A-7BD2-1891-7FB5-EA4CBE6CF998}"/>
                </a:ext>
              </a:extLst>
            </p:cNvPr>
            <p:cNvSpPr/>
            <p:nvPr/>
          </p:nvSpPr>
          <p:spPr bwMode="gray">
            <a:xfrm>
              <a:off x="417576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0" name="Forme libre : forme 7559">
              <a:extLst>
                <a:ext uri="{FF2B5EF4-FFF2-40B4-BE49-F238E27FC236}">
                  <a16:creationId xmlns:a16="http://schemas.microsoft.com/office/drawing/2014/main" id="{44C3D843-03AA-B2E1-0BB4-1FCF22D77C81}"/>
                </a:ext>
              </a:extLst>
            </p:cNvPr>
            <p:cNvSpPr/>
            <p:nvPr/>
          </p:nvSpPr>
          <p:spPr bwMode="gray">
            <a:xfrm>
              <a:off x="41275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1" name="Forme libre : forme 7560">
              <a:extLst>
                <a:ext uri="{FF2B5EF4-FFF2-40B4-BE49-F238E27FC236}">
                  <a16:creationId xmlns:a16="http://schemas.microsoft.com/office/drawing/2014/main" id="{D60AAC37-7840-4BF2-A25B-A65588E2FB41}"/>
                </a:ext>
              </a:extLst>
            </p:cNvPr>
            <p:cNvSpPr/>
            <p:nvPr/>
          </p:nvSpPr>
          <p:spPr bwMode="gray">
            <a:xfrm>
              <a:off x="40779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2" name="Forme libre : forme 7561">
              <a:extLst>
                <a:ext uri="{FF2B5EF4-FFF2-40B4-BE49-F238E27FC236}">
                  <a16:creationId xmlns:a16="http://schemas.microsoft.com/office/drawing/2014/main" id="{7A135177-B11B-2047-7E5B-93B12AFD4B30}"/>
                </a:ext>
              </a:extLst>
            </p:cNvPr>
            <p:cNvSpPr/>
            <p:nvPr/>
          </p:nvSpPr>
          <p:spPr bwMode="gray">
            <a:xfrm>
              <a:off x="402844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3" name="Forme libre : forme 7562">
              <a:extLst>
                <a:ext uri="{FF2B5EF4-FFF2-40B4-BE49-F238E27FC236}">
                  <a16:creationId xmlns:a16="http://schemas.microsoft.com/office/drawing/2014/main" id="{3972DF49-8583-6F57-203A-3E5F36A4D133}"/>
                </a:ext>
              </a:extLst>
            </p:cNvPr>
            <p:cNvSpPr/>
            <p:nvPr/>
          </p:nvSpPr>
          <p:spPr bwMode="gray">
            <a:xfrm>
              <a:off x="39801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4" name="Forme libre : forme 7563">
              <a:extLst>
                <a:ext uri="{FF2B5EF4-FFF2-40B4-BE49-F238E27FC236}">
                  <a16:creationId xmlns:a16="http://schemas.microsoft.com/office/drawing/2014/main" id="{9117E8DC-00A3-F722-067B-568CBB27BC67}"/>
                </a:ext>
              </a:extLst>
            </p:cNvPr>
            <p:cNvSpPr/>
            <p:nvPr/>
          </p:nvSpPr>
          <p:spPr bwMode="gray">
            <a:xfrm>
              <a:off x="30492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5" name="Forme libre : forme 7564">
              <a:extLst>
                <a:ext uri="{FF2B5EF4-FFF2-40B4-BE49-F238E27FC236}">
                  <a16:creationId xmlns:a16="http://schemas.microsoft.com/office/drawing/2014/main" id="{44CFDCB0-36D7-82A2-E6C6-4E323E7E6D1D}"/>
                </a:ext>
              </a:extLst>
            </p:cNvPr>
            <p:cNvSpPr/>
            <p:nvPr/>
          </p:nvSpPr>
          <p:spPr bwMode="gray">
            <a:xfrm>
              <a:off x="299974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6" name="Forme libre : forme 7565">
              <a:extLst>
                <a:ext uri="{FF2B5EF4-FFF2-40B4-BE49-F238E27FC236}">
                  <a16:creationId xmlns:a16="http://schemas.microsoft.com/office/drawing/2014/main" id="{DD4E547B-31F0-03AA-6B59-A6457F798894}"/>
                </a:ext>
              </a:extLst>
            </p:cNvPr>
            <p:cNvSpPr/>
            <p:nvPr/>
          </p:nvSpPr>
          <p:spPr bwMode="gray">
            <a:xfrm>
              <a:off x="29502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7" name="Forme libre : forme 7566">
              <a:extLst>
                <a:ext uri="{FF2B5EF4-FFF2-40B4-BE49-F238E27FC236}">
                  <a16:creationId xmlns:a16="http://schemas.microsoft.com/office/drawing/2014/main" id="{2033F4F6-D4B2-5CB6-69AD-3873198562A8}"/>
                </a:ext>
              </a:extLst>
            </p:cNvPr>
            <p:cNvSpPr/>
            <p:nvPr/>
          </p:nvSpPr>
          <p:spPr bwMode="gray">
            <a:xfrm>
              <a:off x="25095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8" name="Forme libre : forme 7567">
              <a:extLst>
                <a:ext uri="{FF2B5EF4-FFF2-40B4-BE49-F238E27FC236}">
                  <a16:creationId xmlns:a16="http://schemas.microsoft.com/office/drawing/2014/main" id="{28D37670-FA54-2261-A655-6EA5B6201C0B}"/>
                </a:ext>
              </a:extLst>
            </p:cNvPr>
            <p:cNvSpPr/>
            <p:nvPr/>
          </p:nvSpPr>
          <p:spPr bwMode="gray">
            <a:xfrm>
              <a:off x="24599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69" name="Forme libre : forme 7568">
              <a:extLst>
                <a:ext uri="{FF2B5EF4-FFF2-40B4-BE49-F238E27FC236}">
                  <a16:creationId xmlns:a16="http://schemas.microsoft.com/office/drawing/2014/main" id="{BE8F4525-13B3-DBAE-6B39-01DC1CB17507}"/>
                </a:ext>
              </a:extLst>
            </p:cNvPr>
            <p:cNvSpPr/>
            <p:nvPr/>
          </p:nvSpPr>
          <p:spPr bwMode="gray">
            <a:xfrm>
              <a:off x="24117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0" name="Forme libre : forme 7569">
              <a:extLst>
                <a:ext uri="{FF2B5EF4-FFF2-40B4-BE49-F238E27FC236}">
                  <a16:creationId xmlns:a16="http://schemas.microsoft.com/office/drawing/2014/main" id="{A7E38766-8DED-FD90-E021-DC9CB6E5CADD}"/>
                </a:ext>
              </a:extLst>
            </p:cNvPr>
            <p:cNvSpPr/>
            <p:nvPr/>
          </p:nvSpPr>
          <p:spPr bwMode="gray">
            <a:xfrm>
              <a:off x="23622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1" name="Forme libre : forme 7570">
              <a:extLst>
                <a:ext uri="{FF2B5EF4-FFF2-40B4-BE49-F238E27FC236}">
                  <a16:creationId xmlns:a16="http://schemas.microsoft.com/office/drawing/2014/main" id="{DBF2B7B3-6C1C-AD44-A06A-7C7ED8553F18}"/>
                </a:ext>
              </a:extLst>
            </p:cNvPr>
            <p:cNvSpPr/>
            <p:nvPr/>
          </p:nvSpPr>
          <p:spPr bwMode="gray">
            <a:xfrm>
              <a:off x="20193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2" name="Forme libre : forme 7571">
              <a:extLst>
                <a:ext uri="{FF2B5EF4-FFF2-40B4-BE49-F238E27FC236}">
                  <a16:creationId xmlns:a16="http://schemas.microsoft.com/office/drawing/2014/main" id="{53D5D36D-F76F-665C-202C-6557FE87273D}"/>
                </a:ext>
              </a:extLst>
            </p:cNvPr>
            <p:cNvSpPr/>
            <p:nvPr/>
          </p:nvSpPr>
          <p:spPr bwMode="gray">
            <a:xfrm>
              <a:off x="19697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3" name="Forme libre : forme 7572">
              <a:extLst>
                <a:ext uri="{FF2B5EF4-FFF2-40B4-BE49-F238E27FC236}">
                  <a16:creationId xmlns:a16="http://schemas.microsoft.com/office/drawing/2014/main" id="{08C5138A-0FD7-6557-4EDD-2B5C754865B8}"/>
                </a:ext>
              </a:extLst>
            </p:cNvPr>
            <p:cNvSpPr/>
            <p:nvPr/>
          </p:nvSpPr>
          <p:spPr bwMode="gray">
            <a:xfrm>
              <a:off x="192151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4" name="Forme libre : forme 7573">
              <a:extLst>
                <a:ext uri="{FF2B5EF4-FFF2-40B4-BE49-F238E27FC236}">
                  <a16:creationId xmlns:a16="http://schemas.microsoft.com/office/drawing/2014/main" id="{F40779C1-D45A-9A19-EEED-7DCCA5826D88}"/>
                </a:ext>
              </a:extLst>
            </p:cNvPr>
            <p:cNvSpPr/>
            <p:nvPr/>
          </p:nvSpPr>
          <p:spPr bwMode="gray">
            <a:xfrm>
              <a:off x="187198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5" name="Forme libre : forme 7574">
              <a:extLst>
                <a:ext uri="{FF2B5EF4-FFF2-40B4-BE49-F238E27FC236}">
                  <a16:creationId xmlns:a16="http://schemas.microsoft.com/office/drawing/2014/main" id="{4E269CA8-0585-B8F5-B345-27943D7A42DC}"/>
                </a:ext>
              </a:extLst>
            </p:cNvPr>
            <p:cNvSpPr/>
            <p:nvPr/>
          </p:nvSpPr>
          <p:spPr bwMode="gray">
            <a:xfrm>
              <a:off x="182372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6" name="Forme libre : forme 7575">
              <a:extLst>
                <a:ext uri="{FF2B5EF4-FFF2-40B4-BE49-F238E27FC236}">
                  <a16:creationId xmlns:a16="http://schemas.microsoft.com/office/drawing/2014/main" id="{265083CD-E287-BFE7-45A7-7531E7FC3469}"/>
                </a:ext>
              </a:extLst>
            </p:cNvPr>
            <p:cNvSpPr/>
            <p:nvPr/>
          </p:nvSpPr>
          <p:spPr bwMode="gray">
            <a:xfrm>
              <a:off x="177419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7" name="Forme libre : forme 7576">
              <a:extLst>
                <a:ext uri="{FF2B5EF4-FFF2-40B4-BE49-F238E27FC236}">
                  <a16:creationId xmlns:a16="http://schemas.microsoft.com/office/drawing/2014/main" id="{2B2CD219-551E-C3C7-C61E-E6BD18125B49}"/>
                </a:ext>
              </a:extLst>
            </p:cNvPr>
            <p:cNvSpPr/>
            <p:nvPr/>
          </p:nvSpPr>
          <p:spPr bwMode="gray">
            <a:xfrm>
              <a:off x="172593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8" name="Forme libre : forme 7577">
              <a:extLst>
                <a:ext uri="{FF2B5EF4-FFF2-40B4-BE49-F238E27FC236}">
                  <a16:creationId xmlns:a16="http://schemas.microsoft.com/office/drawing/2014/main" id="{96A65B52-00EB-B014-AD41-5FC355963914}"/>
                </a:ext>
              </a:extLst>
            </p:cNvPr>
            <p:cNvSpPr/>
            <p:nvPr/>
          </p:nvSpPr>
          <p:spPr bwMode="gray">
            <a:xfrm>
              <a:off x="167640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79" name="Forme libre : forme 7578">
              <a:extLst>
                <a:ext uri="{FF2B5EF4-FFF2-40B4-BE49-F238E27FC236}">
                  <a16:creationId xmlns:a16="http://schemas.microsoft.com/office/drawing/2014/main" id="{9800EF47-E0B4-E6E0-E768-94FFD0882AED}"/>
                </a:ext>
              </a:extLst>
            </p:cNvPr>
            <p:cNvSpPr/>
            <p:nvPr/>
          </p:nvSpPr>
          <p:spPr bwMode="gray">
            <a:xfrm>
              <a:off x="1626870" y="242951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0" name="Forme libre : forme 7579">
              <a:extLst>
                <a:ext uri="{FF2B5EF4-FFF2-40B4-BE49-F238E27FC236}">
                  <a16:creationId xmlns:a16="http://schemas.microsoft.com/office/drawing/2014/main" id="{E9C39CF4-4E2B-E8F3-FEED-D22F96FEACC4}"/>
                </a:ext>
              </a:extLst>
            </p:cNvPr>
            <p:cNvSpPr/>
            <p:nvPr/>
          </p:nvSpPr>
          <p:spPr bwMode="gray">
            <a:xfrm>
              <a:off x="157861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1" name="Forme libre : forme 7580">
              <a:extLst>
                <a:ext uri="{FF2B5EF4-FFF2-40B4-BE49-F238E27FC236}">
                  <a16:creationId xmlns:a16="http://schemas.microsoft.com/office/drawing/2014/main" id="{2790DA72-A516-B9E3-89E9-333DD196187E}"/>
                </a:ext>
              </a:extLst>
            </p:cNvPr>
            <p:cNvSpPr/>
            <p:nvPr/>
          </p:nvSpPr>
          <p:spPr bwMode="gray">
            <a:xfrm>
              <a:off x="152908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2" name="Forme libre : forme 7581">
              <a:extLst>
                <a:ext uri="{FF2B5EF4-FFF2-40B4-BE49-F238E27FC236}">
                  <a16:creationId xmlns:a16="http://schemas.microsoft.com/office/drawing/2014/main" id="{0ECAC484-B783-C619-14A4-9C9E65E906F3}"/>
                </a:ext>
              </a:extLst>
            </p:cNvPr>
            <p:cNvSpPr/>
            <p:nvPr/>
          </p:nvSpPr>
          <p:spPr bwMode="gray">
            <a:xfrm>
              <a:off x="148082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3" name="Forme libre : forme 7582">
              <a:extLst>
                <a:ext uri="{FF2B5EF4-FFF2-40B4-BE49-F238E27FC236}">
                  <a16:creationId xmlns:a16="http://schemas.microsoft.com/office/drawing/2014/main" id="{7B878345-2FEF-4F5A-C6A5-E97F8ABD2547}"/>
                </a:ext>
              </a:extLst>
            </p:cNvPr>
            <p:cNvSpPr/>
            <p:nvPr/>
          </p:nvSpPr>
          <p:spPr bwMode="gray">
            <a:xfrm>
              <a:off x="143129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4" name="Forme libre : forme 7583">
              <a:extLst>
                <a:ext uri="{FF2B5EF4-FFF2-40B4-BE49-F238E27FC236}">
                  <a16:creationId xmlns:a16="http://schemas.microsoft.com/office/drawing/2014/main" id="{37CC9B26-4483-E062-ACB4-EABA9316EC69}"/>
                </a:ext>
              </a:extLst>
            </p:cNvPr>
            <p:cNvSpPr/>
            <p:nvPr/>
          </p:nvSpPr>
          <p:spPr bwMode="gray">
            <a:xfrm>
              <a:off x="138176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5" name="Forme libre : forme 7584">
              <a:extLst>
                <a:ext uri="{FF2B5EF4-FFF2-40B4-BE49-F238E27FC236}">
                  <a16:creationId xmlns:a16="http://schemas.microsoft.com/office/drawing/2014/main" id="{A5699C94-477D-65EE-5F8A-C5AAF15F1D79}"/>
                </a:ext>
              </a:extLst>
            </p:cNvPr>
            <p:cNvSpPr/>
            <p:nvPr/>
          </p:nvSpPr>
          <p:spPr bwMode="gray">
            <a:xfrm>
              <a:off x="133350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6" name="Forme libre : forme 7585">
              <a:extLst>
                <a:ext uri="{FF2B5EF4-FFF2-40B4-BE49-F238E27FC236}">
                  <a16:creationId xmlns:a16="http://schemas.microsoft.com/office/drawing/2014/main" id="{88E57B48-ED26-1B55-B406-4E0FB5397AE2}"/>
                </a:ext>
              </a:extLst>
            </p:cNvPr>
            <p:cNvSpPr/>
            <p:nvPr/>
          </p:nvSpPr>
          <p:spPr bwMode="gray">
            <a:xfrm>
              <a:off x="128397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7" name="Forme libre : forme 7586">
              <a:extLst>
                <a:ext uri="{FF2B5EF4-FFF2-40B4-BE49-F238E27FC236}">
                  <a16:creationId xmlns:a16="http://schemas.microsoft.com/office/drawing/2014/main" id="{3BFE359F-5782-2D81-9824-C1493532E9DD}"/>
                </a:ext>
              </a:extLst>
            </p:cNvPr>
            <p:cNvSpPr/>
            <p:nvPr/>
          </p:nvSpPr>
          <p:spPr bwMode="gray">
            <a:xfrm>
              <a:off x="123571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8" name="Forme libre : forme 7587">
              <a:extLst>
                <a:ext uri="{FF2B5EF4-FFF2-40B4-BE49-F238E27FC236}">
                  <a16:creationId xmlns:a16="http://schemas.microsoft.com/office/drawing/2014/main" id="{CF6BB856-EC72-AB8D-9503-C9B56A5A6E3F}"/>
                </a:ext>
              </a:extLst>
            </p:cNvPr>
            <p:cNvSpPr/>
            <p:nvPr/>
          </p:nvSpPr>
          <p:spPr bwMode="gray">
            <a:xfrm>
              <a:off x="118618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89" name="Forme libre : forme 7588">
              <a:extLst>
                <a:ext uri="{FF2B5EF4-FFF2-40B4-BE49-F238E27FC236}">
                  <a16:creationId xmlns:a16="http://schemas.microsoft.com/office/drawing/2014/main" id="{DFC5ACB2-0F58-61B0-2703-A46B1E7E2A00}"/>
                </a:ext>
              </a:extLst>
            </p:cNvPr>
            <p:cNvSpPr/>
            <p:nvPr/>
          </p:nvSpPr>
          <p:spPr bwMode="gray">
            <a:xfrm>
              <a:off x="113665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0" name="Forme libre : forme 7589">
              <a:extLst>
                <a:ext uri="{FF2B5EF4-FFF2-40B4-BE49-F238E27FC236}">
                  <a16:creationId xmlns:a16="http://schemas.microsoft.com/office/drawing/2014/main" id="{8530F5D1-84B0-B1AE-5917-356213B56730}"/>
                </a:ext>
              </a:extLst>
            </p:cNvPr>
            <p:cNvSpPr/>
            <p:nvPr/>
          </p:nvSpPr>
          <p:spPr bwMode="gray">
            <a:xfrm>
              <a:off x="108839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1" name="Forme libre : forme 7590">
              <a:extLst>
                <a:ext uri="{FF2B5EF4-FFF2-40B4-BE49-F238E27FC236}">
                  <a16:creationId xmlns:a16="http://schemas.microsoft.com/office/drawing/2014/main" id="{F7C23E81-84E4-C690-9565-F0C6C27EA2BE}"/>
                </a:ext>
              </a:extLst>
            </p:cNvPr>
            <p:cNvSpPr/>
            <p:nvPr/>
          </p:nvSpPr>
          <p:spPr bwMode="gray">
            <a:xfrm>
              <a:off x="103886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2" name="Forme libre : forme 7591">
              <a:extLst>
                <a:ext uri="{FF2B5EF4-FFF2-40B4-BE49-F238E27FC236}">
                  <a16:creationId xmlns:a16="http://schemas.microsoft.com/office/drawing/2014/main" id="{C0715F5F-B9A1-A317-1BEF-70737A75C2ED}"/>
                </a:ext>
              </a:extLst>
            </p:cNvPr>
            <p:cNvSpPr/>
            <p:nvPr/>
          </p:nvSpPr>
          <p:spPr bwMode="gray">
            <a:xfrm>
              <a:off x="99060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3" name="Forme libre : forme 7592">
              <a:extLst>
                <a:ext uri="{FF2B5EF4-FFF2-40B4-BE49-F238E27FC236}">
                  <a16:creationId xmlns:a16="http://schemas.microsoft.com/office/drawing/2014/main" id="{DD6C405E-65B2-B632-7E98-4A2E29BBAE2E}"/>
                </a:ext>
              </a:extLst>
            </p:cNvPr>
            <p:cNvSpPr/>
            <p:nvPr/>
          </p:nvSpPr>
          <p:spPr bwMode="gray">
            <a:xfrm>
              <a:off x="94106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4" name="Forme libre : forme 7593">
              <a:extLst>
                <a:ext uri="{FF2B5EF4-FFF2-40B4-BE49-F238E27FC236}">
                  <a16:creationId xmlns:a16="http://schemas.microsoft.com/office/drawing/2014/main" id="{50AA9158-61D5-85F7-8521-CED82D5439E5}"/>
                </a:ext>
              </a:extLst>
            </p:cNvPr>
            <p:cNvSpPr/>
            <p:nvPr/>
          </p:nvSpPr>
          <p:spPr bwMode="gray">
            <a:xfrm>
              <a:off x="89154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5" name="Forme libre : forme 7594">
              <a:extLst>
                <a:ext uri="{FF2B5EF4-FFF2-40B4-BE49-F238E27FC236}">
                  <a16:creationId xmlns:a16="http://schemas.microsoft.com/office/drawing/2014/main" id="{1522E89A-F301-2EB7-016D-2A6DD685B53D}"/>
                </a:ext>
              </a:extLst>
            </p:cNvPr>
            <p:cNvSpPr/>
            <p:nvPr/>
          </p:nvSpPr>
          <p:spPr bwMode="gray">
            <a:xfrm>
              <a:off x="843279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6" name="Forme libre : forme 7595">
              <a:extLst>
                <a:ext uri="{FF2B5EF4-FFF2-40B4-BE49-F238E27FC236}">
                  <a16:creationId xmlns:a16="http://schemas.microsoft.com/office/drawing/2014/main" id="{031EB397-8360-442C-5317-514EBDD5D6F4}"/>
                </a:ext>
              </a:extLst>
            </p:cNvPr>
            <p:cNvSpPr/>
            <p:nvPr/>
          </p:nvSpPr>
          <p:spPr bwMode="gray">
            <a:xfrm>
              <a:off x="79375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7" name="Forme libre : forme 7596">
              <a:extLst>
                <a:ext uri="{FF2B5EF4-FFF2-40B4-BE49-F238E27FC236}">
                  <a16:creationId xmlns:a16="http://schemas.microsoft.com/office/drawing/2014/main" id="{EF080BB6-7E4A-65AA-7C24-29C187B097C5}"/>
                </a:ext>
              </a:extLst>
            </p:cNvPr>
            <p:cNvSpPr/>
            <p:nvPr/>
          </p:nvSpPr>
          <p:spPr bwMode="gray">
            <a:xfrm>
              <a:off x="74549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8" name="Forme libre : forme 7597">
              <a:extLst>
                <a:ext uri="{FF2B5EF4-FFF2-40B4-BE49-F238E27FC236}">
                  <a16:creationId xmlns:a16="http://schemas.microsoft.com/office/drawing/2014/main" id="{3EF3B073-7FEC-1682-6488-8BEAAA4A58FF}"/>
                </a:ext>
              </a:extLst>
            </p:cNvPr>
            <p:cNvSpPr/>
            <p:nvPr/>
          </p:nvSpPr>
          <p:spPr bwMode="gray">
            <a:xfrm>
              <a:off x="69596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99" name="Forme libre : forme 7598">
              <a:extLst>
                <a:ext uri="{FF2B5EF4-FFF2-40B4-BE49-F238E27FC236}">
                  <a16:creationId xmlns:a16="http://schemas.microsoft.com/office/drawing/2014/main" id="{A6165D16-E90D-77B5-1F4B-2E2AEFAB136B}"/>
                </a:ext>
              </a:extLst>
            </p:cNvPr>
            <p:cNvSpPr/>
            <p:nvPr/>
          </p:nvSpPr>
          <p:spPr bwMode="gray">
            <a:xfrm>
              <a:off x="646430" y="242951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0" name="Forme libre : forme 7599">
              <a:extLst>
                <a:ext uri="{FF2B5EF4-FFF2-40B4-BE49-F238E27FC236}">
                  <a16:creationId xmlns:a16="http://schemas.microsoft.com/office/drawing/2014/main" id="{FB2ECD77-AF7A-1AB9-D18E-A4F830ABFF51}"/>
                </a:ext>
              </a:extLst>
            </p:cNvPr>
            <p:cNvSpPr/>
            <p:nvPr/>
          </p:nvSpPr>
          <p:spPr bwMode="gray">
            <a:xfrm>
              <a:off x="731265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1" name="Forme libre : forme 7600">
              <a:extLst>
                <a:ext uri="{FF2B5EF4-FFF2-40B4-BE49-F238E27FC236}">
                  <a16:creationId xmlns:a16="http://schemas.microsoft.com/office/drawing/2014/main" id="{85534587-D485-7767-AEAF-F75A723ECFBA}"/>
                </a:ext>
              </a:extLst>
            </p:cNvPr>
            <p:cNvSpPr/>
            <p:nvPr/>
          </p:nvSpPr>
          <p:spPr bwMode="gray">
            <a:xfrm>
              <a:off x="726440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2" name="Forme libre : forme 7601">
              <a:extLst>
                <a:ext uri="{FF2B5EF4-FFF2-40B4-BE49-F238E27FC236}">
                  <a16:creationId xmlns:a16="http://schemas.microsoft.com/office/drawing/2014/main" id="{30C6D1D6-286F-353D-0974-AE911253C1E0}"/>
                </a:ext>
              </a:extLst>
            </p:cNvPr>
            <p:cNvSpPr/>
            <p:nvPr/>
          </p:nvSpPr>
          <p:spPr bwMode="gray">
            <a:xfrm>
              <a:off x="721486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3" name="Forme libre : forme 7602">
              <a:extLst>
                <a:ext uri="{FF2B5EF4-FFF2-40B4-BE49-F238E27FC236}">
                  <a16:creationId xmlns:a16="http://schemas.microsoft.com/office/drawing/2014/main" id="{4177F304-2576-E1F7-6324-660F15A0ECB4}"/>
                </a:ext>
              </a:extLst>
            </p:cNvPr>
            <p:cNvSpPr/>
            <p:nvPr/>
          </p:nvSpPr>
          <p:spPr bwMode="gray">
            <a:xfrm>
              <a:off x="716533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4" name="Forme libre : forme 7603">
              <a:extLst>
                <a:ext uri="{FF2B5EF4-FFF2-40B4-BE49-F238E27FC236}">
                  <a16:creationId xmlns:a16="http://schemas.microsoft.com/office/drawing/2014/main" id="{BAF1D8A4-62A4-D8EA-46F4-76BF7235DFDF}"/>
                </a:ext>
              </a:extLst>
            </p:cNvPr>
            <p:cNvSpPr/>
            <p:nvPr/>
          </p:nvSpPr>
          <p:spPr bwMode="gray">
            <a:xfrm>
              <a:off x="711708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5" name="Forme libre : forme 7604">
              <a:extLst>
                <a:ext uri="{FF2B5EF4-FFF2-40B4-BE49-F238E27FC236}">
                  <a16:creationId xmlns:a16="http://schemas.microsoft.com/office/drawing/2014/main" id="{CC78D993-7112-19CD-1D2F-7C099681ACE2}"/>
                </a:ext>
              </a:extLst>
            </p:cNvPr>
            <p:cNvSpPr/>
            <p:nvPr/>
          </p:nvSpPr>
          <p:spPr bwMode="gray">
            <a:xfrm>
              <a:off x="706755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6" name="Forme libre : forme 7605">
              <a:extLst>
                <a:ext uri="{FF2B5EF4-FFF2-40B4-BE49-F238E27FC236}">
                  <a16:creationId xmlns:a16="http://schemas.microsoft.com/office/drawing/2014/main" id="{6502A6DD-1B63-6CCE-B78B-6E51C7758465}"/>
                </a:ext>
              </a:extLst>
            </p:cNvPr>
            <p:cNvSpPr/>
            <p:nvPr/>
          </p:nvSpPr>
          <p:spPr bwMode="gray">
            <a:xfrm>
              <a:off x="701928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7" name="Forme libre : forme 7606">
              <a:extLst>
                <a:ext uri="{FF2B5EF4-FFF2-40B4-BE49-F238E27FC236}">
                  <a16:creationId xmlns:a16="http://schemas.microsoft.com/office/drawing/2014/main" id="{7EF84F62-3704-71F0-1AC1-8CE8A7B4EB72}"/>
                </a:ext>
              </a:extLst>
            </p:cNvPr>
            <p:cNvSpPr/>
            <p:nvPr/>
          </p:nvSpPr>
          <p:spPr bwMode="gray">
            <a:xfrm>
              <a:off x="696975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8" name="Forme libre : forme 7607">
              <a:extLst>
                <a:ext uri="{FF2B5EF4-FFF2-40B4-BE49-F238E27FC236}">
                  <a16:creationId xmlns:a16="http://schemas.microsoft.com/office/drawing/2014/main" id="{4A7832C0-B749-4E45-67D1-DEE7BC86556E}"/>
                </a:ext>
              </a:extLst>
            </p:cNvPr>
            <p:cNvSpPr/>
            <p:nvPr/>
          </p:nvSpPr>
          <p:spPr bwMode="gray">
            <a:xfrm>
              <a:off x="692023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09" name="Forme libre : forme 7608">
              <a:extLst>
                <a:ext uri="{FF2B5EF4-FFF2-40B4-BE49-F238E27FC236}">
                  <a16:creationId xmlns:a16="http://schemas.microsoft.com/office/drawing/2014/main" id="{E03FCDF5-1616-38CC-F482-14C76F3B6CBB}"/>
                </a:ext>
              </a:extLst>
            </p:cNvPr>
            <p:cNvSpPr/>
            <p:nvPr/>
          </p:nvSpPr>
          <p:spPr bwMode="gray">
            <a:xfrm>
              <a:off x="687196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0" name="Forme libre : forme 7609">
              <a:extLst>
                <a:ext uri="{FF2B5EF4-FFF2-40B4-BE49-F238E27FC236}">
                  <a16:creationId xmlns:a16="http://schemas.microsoft.com/office/drawing/2014/main" id="{CA6AD18D-B746-93A1-08C9-13985CBAC02B}"/>
                </a:ext>
              </a:extLst>
            </p:cNvPr>
            <p:cNvSpPr/>
            <p:nvPr/>
          </p:nvSpPr>
          <p:spPr bwMode="gray">
            <a:xfrm>
              <a:off x="682243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1" name="Forme libre : forme 7610">
              <a:extLst>
                <a:ext uri="{FF2B5EF4-FFF2-40B4-BE49-F238E27FC236}">
                  <a16:creationId xmlns:a16="http://schemas.microsoft.com/office/drawing/2014/main" id="{4385B6C7-E272-E3CA-0251-0C1243FB0CE0}"/>
                </a:ext>
              </a:extLst>
            </p:cNvPr>
            <p:cNvSpPr/>
            <p:nvPr/>
          </p:nvSpPr>
          <p:spPr bwMode="gray">
            <a:xfrm>
              <a:off x="677418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2" name="Forme libre : forme 7611">
              <a:extLst>
                <a:ext uri="{FF2B5EF4-FFF2-40B4-BE49-F238E27FC236}">
                  <a16:creationId xmlns:a16="http://schemas.microsoft.com/office/drawing/2014/main" id="{152056DF-C636-3244-593E-1A5598385A16}"/>
                </a:ext>
              </a:extLst>
            </p:cNvPr>
            <p:cNvSpPr/>
            <p:nvPr/>
          </p:nvSpPr>
          <p:spPr bwMode="gray">
            <a:xfrm>
              <a:off x="672465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3" name="Forme libre : forme 7612">
              <a:extLst>
                <a:ext uri="{FF2B5EF4-FFF2-40B4-BE49-F238E27FC236}">
                  <a16:creationId xmlns:a16="http://schemas.microsoft.com/office/drawing/2014/main" id="{09307CCD-4F62-A0A2-9907-93E6056B87B7}"/>
                </a:ext>
              </a:extLst>
            </p:cNvPr>
            <p:cNvSpPr/>
            <p:nvPr/>
          </p:nvSpPr>
          <p:spPr bwMode="gray">
            <a:xfrm>
              <a:off x="667511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4" name="Forme libre : forme 7613">
              <a:extLst>
                <a:ext uri="{FF2B5EF4-FFF2-40B4-BE49-F238E27FC236}">
                  <a16:creationId xmlns:a16="http://schemas.microsoft.com/office/drawing/2014/main" id="{062A7A34-E895-6CCF-A9F3-08730A31BDC9}"/>
                </a:ext>
              </a:extLst>
            </p:cNvPr>
            <p:cNvSpPr/>
            <p:nvPr/>
          </p:nvSpPr>
          <p:spPr bwMode="gray">
            <a:xfrm>
              <a:off x="662685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5" name="Forme libre : forme 7614">
              <a:extLst>
                <a:ext uri="{FF2B5EF4-FFF2-40B4-BE49-F238E27FC236}">
                  <a16:creationId xmlns:a16="http://schemas.microsoft.com/office/drawing/2014/main" id="{9CA5F509-319C-F6C4-FA65-082B1A3537D2}"/>
                </a:ext>
              </a:extLst>
            </p:cNvPr>
            <p:cNvSpPr/>
            <p:nvPr/>
          </p:nvSpPr>
          <p:spPr bwMode="gray">
            <a:xfrm>
              <a:off x="657733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6" name="Forme libre : forme 7615">
              <a:extLst>
                <a:ext uri="{FF2B5EF4-FFF2-40B4-BE49-F238E27FC236}">
                  <a16:creationId xmlns:a16="http://schemas.microsoft.com/office/drawing/2014/main" id="{11DD8A23-72AF-0834-5C87-97DCFA07F74B}"/>
                </a:ext>
              </a:extLst>
            </p:cNvPr>
            <p:cNvSpPr/>
            <p:nvPr/>
          </p:nvSpPr>
          <p:spPr bwMode="gray">
            <a:xfrm>
              <a:off x="652906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7" name="Forme libre : forme 7616">
              <a:extLst>
                <a:ext uri="{FF2B5EF4-FFF2-40B4-BE49-F238E27FC236}">
                  <a16:creationId xmlns:a16="http://schemas.microsoft.com/office/drawing/2014/main" id="{860FBD41-A147-000B-7936-D220B1DAC91C}"/>
                </a:ext>
              </a:extLst>
            </p:cNvPr>
            <p:cNvSpPr/>
            <p:nvPr/>
          </p:nvSpPr>
          <p:spPr bwMode="gray">
            <a:xfrm>
              <a:off x="647954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8" name="Forme libre : forme 7617">
              <a:extLst>
                <a:ext uri="{FF2B5EF4-FFF2-40B4-BE49-F238E27FC236}">
                  <a16:creationId xmlns:a16="http://schemas.microsoft.com/office/drawing/2014/main" id="{B4C75B7F-D25E-FEDC-5C84-1649CB05C582}"/>
                </a:ext>
              </a:extLst>
            </p:cNvPr>
            <p:cNvSpPr/>
            <p:nvPr/>
          </p:nvSpPr>
          <p:spPr bwMode="gray">
            <a:xfrm>
              <a:off x="64300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19" name="Forme libre : forme 7618">
              <a:extLst>
                <a:ext uri="{FF2B5EF4-FFF2-40B4-BE49-F238E27FC236}">
                  <a16:creationId xmlns:a16="http://schemas.microsoft.com/office/drawing/2014/main" id="{56F51535-D203-85D7-2B39-5AB2CDDA0ADF}"/>
                </a:ext>
              </a:extLst>
            </p:cNvPr>
            <p:cNvSpPr/>
            <p:nvPr/>
          </p:nvSpPr>
          <p:spPr bwMode="gray">
            <a:xfrm>
              <a:off x="638175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0" name="Forme libre : forme 7619">
              <a:extLst>
                <a:ext uri="{FF2B5EF4-FFF2-40B4-BE49-F238E27FC236}">
                  <a16:creationId xmlns:a16="http://schemas.microsoft.com/office/drawing/2014/main" id="{34706CCC-610B-5746-4B23-71C1F0F6FD39}"/>
                </a:ext>
              </a:extLst>
            </p:cNvPr>
            <p:cNvSpPr/>
            <p:nvPr/>
          </p:nvSpPr>
          <p:spPr bwMode="gray">
            <a:xfrm>
              <a:off x="63322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1" name="Forme libre : forme 7620">
              <a:extLst>
                <a:ext uri="{FF2B5EF4-FFF2-40B4-BE49-F238E27FC236}">
                  <a16:creationId xmlns:a16="http://schemas.microsoft.com/office/drawing/2014/main" id="{8A8DB3BC-22B1-1132-45B1-75A421836A4C}"/>
                </a:ext>
              </a:extLst>
            </p:cNvPr>
            <p:cNvSpPr/>
            <p:nvPr/>
          </p:nvSpPr>
          <p:spPr bwMode="gray">
            <a:xfrm>
              <a:off x="628396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2" name="Forme libre : forme 7621">
              <a:extLst>
                <a:ext uri="{FF2B5EF4-FFF2-40B4-BE49-F238E27FC236}">
                  <a16:creationId xmlns:a16="http://schemas.microsoft.com/office/drawing/2014/main" id="{B185B059-4497-CBBE-36DD-9ACD3109A2B5}"/>
                </a:ext>
              </a:extLst>
            </p:cNvPr>
            <p:cNvSpPr/>
            <p:nvPr/>
          </p:nvSpPr>
          <p:spPr bwMode="gray">
            <a:xfrm>
              <a:off x="62344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3" name="Forme libre : forme 7622">
              <a:extLst>
                <a:ext uri="{FF2B5EF4-FFF2-40B4-BE49-F238E27FC236}">
                  <a16:creationId xmlns:a16="http://schemas.microsoft.com/office/drawing/2014/main" id="{4450A7AC-E821-86B5-FDFB-CBE147D99509}"/>
                </a:ext>
              </a:extLst>
            </p:cNvPr>
            <p:cNvSpPr/>
            <p:nvPr/>
          </p:nvSpPr>
          <p:spPr bwMode="gray">
            <a:xfrm>
              <a:off x="61849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4" name="Forme libre : forme 7623">
              <a:extLst>
                <a:ext uri="{FF2B5EF4-FFF2-40B4-BE49-F238E27FC236}">
                  <a16:creationId xmlns:a16="http://schemas.microsoft.com/office/drawing/2014/main" id="{1F3D59E3-314A-3DFA-33C8-7AB6A25A0C08}"/>
                </a:ext>
              </a:extLst>
            </p:cNvPr>
            <p:cNvSpPr/>
            <p:nvPr/>
          </p:nvSpPr>
          <p:spPr bwMode="gray">
            <a:xfrm>
              <a:off x="613664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5" name="Forme libre : forme 7624">
              <a:extLst>
                <a:ext uri="{FF2B5EF4-FFF2-40B4-BE49-F238E27FC236}">
                  <a16:creationId xmlns:a16="http://schemas.microsoft.com/office/drawing/2014/main" id="{EC02B535-1EA8-B785-CBC6-AFBCBBFF8835}"/>
                </a:ext>
              </a:extLst>
            </p:cNvPr>
            <p:cNvSpPr/>
            <p:nvPr/>
          </p:nvSpPr>
          <p:spPr bwMode="gray">
            <a:xfrm>
              <a:off x="60871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6" name="Forme libre : forme 7625">
              <a:extLst>
                <a:ext uri="{FF2B5EF4-FFF2-40B4-BE49-F238E27FC236}">
                  <a16:creationId xmlns:a16="http://schemas.microsoft.com/office/drawing/2014/main" id="{DB3618E0-0DCC-E797-46A0-C7E29DE88099}"/>
                </a:ext>
              </a:extLst>
            </p:cNvPr>
            <p:cNvSpPr/>
            <p:nvPr/>
          </p:nvSpPr>
          <p:spPr bwMode="gray">
            <a:xfrm>
              <a:off x="603885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7" name="Forme libre : forme 7626">
              <a:extLst>
                <a:ext uri="{FF2B5EF4-FFF2-40B4-BE49-F238E27FC236}">
                  <a16:creationId xmlns:a16="http://schemas.microsoft.com/office/drawing/2014/main" id="{D9803E68-D419-D07D-158A-15D0248C3755}"/>
                </a:ext>
              </a:extLst>
            </p:cNvPr>
            <p:cNvSpPr/>
            <p:nvPr/>
          </p:nvSpPr>
          <p:spPr bwMode="gray">
            <a:xfrm>
              <a:off x="59893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8" name="Forme libre : forme 7627">
              <a:extLst>
                <a:ext uri="{FF2B5EF4-FFF2-40B4-BE49-F238E27FC236}">
                  <a16:creationId xmlns:a16="http://schemas.microsoft.com/office/drawing/2014/main" id="{96DCBA51-4CBD-1ECD-6618-1C629D1765F8}"/>
                </a:ext>
              </a:extLst>
            </p:cNvPr>
            <p:cNvSpPr/>
            <p:nvPr/>
          </p:nvSpPr>
          <p:spPr bwMode="gray">
            <a:xfrm>
              <a:off x="594106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29" name="Forme libre : forme 7628">
              <a:extLst>
                <a:ext uri="{FF2B5EF4-FFF2-40B4-BE49-F238E27FC236}">
                  <a16:creationId xmlns:a16="http://schemas.microsoft.com/office/drawing/2014/main" id="{0195862C-CADC-6549-8B06-A20851B8262B}"/>
                </a:ext>
              </a:extLst>
            </p:cNvPr>
            <p:cNvSpPr/>
            <p:nvPr/>
          </p:nvSpPr>
          <p:spPr bwMode="gray">
            <a:xfrm>
              <a:off x="58915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0" name="Forme libre : forme 7629">
              <a:extLst>
                <a:ext uri="{FF2B5EF4-FFF2-40B4-BE49-F238E27FC236}">
                  <a16:creationId xmlns:a16="http://schemas.microsoft.com/office/drawing/2014/main" id="{AD2B89FD-D8B8-002D-59E2-715AED17C9A1}"/>
                </a:ext>
              </a:extLst>
            </p:cNvPr>
            <p:cNvSpPr/>
            <p:nvPr/>
          </p:nvSpPr>
          <p:spPr bwMode="gray">
            <a:xfrm>
              <a:off x="58420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1" name="Forme libre : forme 7630">
              <a:extLst>
                <a:ext uri="{FF2B5EF4-FFF2-40B4-BE49-F238E27FC236}">
                  <a16:creationId xmlns:a16="http://schemas.microsoft.com/office/drawing/2014/main" id="{7FE02C3E-90C9-6627-3CFC-52BAC742101B}"/>
                </a:ext>
              </a:extLst>
            </p:cNvPr>
            <p:cNvSpPr/>
            <p:nvPr/>
          </p:nvSpPr>
          <p:spPr bwMode="gray">
            <a:xfrm>
              <a:off x="579374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2" name="Forme libre : forme 7631">
              <a:extLst>
                <a:ext uri="{FF2B5EF4-FFF2-40B4-BE49-F238E27FC236}">
                  <a16:creationId xmlns:a16="http://schemas.microsoft.com/office/drawing/2014/main" id="{6EDBA04B-E355-928D-322E-6C754C0AF67B}"/>
                </a:ext>
              </a:extLst>
            </p:cNvPr>
            <p:cNvSpPr/>
            <p:nvPr/>
          </p:nvSpPr>
          <p:spPr bwMode="gray">
            <a:xfrm>
              <a:off x="57442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3" name="Forme libre : forme 7632">
              <a:extLst>
                <a:ext uri="{FF2B5EF4-FFF2-40B4-BE49-F238E27FC236}">
                  <a16:creationId xmlns:a16="http://schemas.microsoft.com/office/drawing/2014/main" id="{D3E201FC-F075-8533-B4B9-C4F5CEF83C81}"/>
                </a:ext>
              </a:extLst>
            </p:cNvPr>
            <p:cNvSpPr/>
            <p:nvPr/>
          </p:nvSpPr>
          <p:spPr bwMode="gray">
            <a:xfrm>
              <a:off x="569595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4" name="Forme libre : forme 7633">
              <a:extLst>
                <a:ext uri="{FF2B5EF4-FFF2-40B4-BE49-F238E27FC236}">
                  <a16:creationId xmlns:a16="http://schemas.microsoft.com/office/drawing/2014/main" id="{2B16CE90-7CCC-11E4-59D0-963025C89849}"/>
                </a:ext>
              </a:extLst>
            </p:cNvPr>
            <p:cNvSpPr/>
            <p:nvPr/>
          </p:nvSpPr>
          <p:spPr bwMode="gray">
            <a:xfrm>
              <a:off x="56464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5" name="Forme libre : forme 7634">
              <a:extLst>
                <a:ext uri="{FF2B5EF4-FFF2-40B4-BE49-F238E27FC236}">
                  <a16:creationId xmlns:a16="http://schemas.microsoft.com/office/drawing/2014/main" id="{81CBDC36-8337-0F37-2256-D8756CCC6A6D}"/>
                </a:ext>
              </a:extLst>
            </p:cNvPr>
            <p:cNvSpPr/>
            <p:nvPr/>
          </p:nvSpPr>
          <p:spPr bwMode="gray">
            <a:xfrm>
              <a:off x="55968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6" name="Forme libre : forme 7635">
              <a:extLst>
                <a:ext uri="{FF2B5EF4-FFF2-40B4-BE49-F238E27FC236}">
                  <a16:creationId xmlns:a16="http://schemas.microsoft.com/office/drawing/2014/main" id="{7614B4D9-1542-92BA-8F78-24D5099748E8}"/>
                </a:ext>
              </a:extLst>
            </p:cNvPr>
            <p:cNvSpPr/>
            <p:nvPr/>
          </p:nvSpPr>
          <p:spPr bwMode="gray">
            <a:xfrm>
              <a:off x="55486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7" name="Forme libre : forme 7636">
              <a:extLst>
                <a:ext uri="{FF2B5EF4-FFF2-40B4-BE49-F238E27FC236}">
                  <a16:creationId xmlns:a16="http://schemas.microsoft.com/office/drawing/2014/main" id="{A68F653D-A363-77BF-5400-A614DE11A519}"/>
                </a:ext>
              </a:extLst>
            </p:cNvPr>
            <p:cNvSpPr/>
            <p:nvPr/>
          </p:nvSpPr>
          <p:spPr bwMode="gray">
            <a:xfrm>
              <a:off x="54991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8" name="Forme libre : forme 7637">
              <a:extLst>
                <a:ext uri="{FF2B5EF4-FFF2-40B4-BE49-F238E27FC236}">
                  <a16:creationId xmlns:a16="http://schemas.microsoft.com/office/drawing/2014/main" id="{1EB428BD-CB67-7383-13C6-BBCE934F43A3}"/>
                </a:ext>
              </a:extLst>
            </p:cNvPr>
            <p:cNvSpPr/>
            <p:nvPr/>
          </p:nvSpPr>
          <p:spPr bwMode="gray">
            <a:xfrm>
              <a:off x="545084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39" name="Forme libre : forme 7638">
              <a:extLst>
                <a:ext uri="{FF2B5EF4-FFF2-40B4-BE49-F238E27FC236}">
                  <a16:creationId xmlns:a16="http://schemas.microsoft.com/office/drawing/2014/main" id="{AC49AF22-C737-E777-543B-82F929531171}"/>
                </a:ext>
              </a:extLst>
            </p:cNvPr>
            <p:cNvSpPr/>
            <p:nvPr/>
          </p:nvSpPr>
          <p:spPr bwMode="gray">
            <a:xfrm>
              <a:off x="54013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0" name="Forme libre : forme 7639">
              <a:extLst>
                <a:ext uri="{FF2B5EF4-FFF2-40B4-BE49-F238E27FC236}">
                  <a16:creationId xmlns:a16="http://schemas.microsoft.com/office/drawing/2014/main" id="{64E911B2-629E-CE5F-2C04-162D1C0FC950}"/>
                </a:ext>
              </a:extLst>
            </p:cNvPr>
            <p:cNvSpPr/>
            <p:nvPr/>
          </p:nvSpPr>
          <p:spPr bwMode="gray">
            <a:xfrm>
              <a:off x="535178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1" name="Forme libre : forme 7640">
              <a:extLst>
                <a:ext uri="{FF2B5EF4-FFF2-40B4-BE49-F238E27FC236}">
                  <a16:creationId xmlns:a16="http://schemas.microsoft.com/office/drawing/2014/main" id="{FBD49036-6800-075E-49B9-03FC894207C5}"/>
                </a:ext>
              </a:extLst>
            </p:cNvPr>
            <p:cNvSpPr/>
            <p:nvPr/>
          </p:nvSpPr>
          <p:spPr bwMode="gray">
            <a:xfrm>
              <a:off x="53035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2" name="Forme libre : forme 7641">
              <a:extLst>
                <a:ext uri="{FF2B5EF4-FFF2-40B4-BE49-F238E27FC236}">
                  <a16:creationId xmlns:a16="http://schemas.microsoft.com/office/drawing/2014/main" id="{530A4560-C5C6-3327-5F18-8D9F9652AA85}"/>
                </a:ext>
              </a:extLst>
            </p:cNvPr>
            <p:cNvSpPr/>
            <p:nvPr/>
          </p:nvSpPr>
          <p:spPr bwMode="gray">
            <a:xfrm>
              <a:off x="52539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3" name="Forme libre : forme 7642">
              <a:extLst>
                <a:ext uri="{FF2B5EF4-FFF2-40B4-BE49-F238E27FC236}">
                  <a16:creationId xmlns:a16="http://schemas.microsoft.com/office/drawing/2014/main" id="{8C3B08E9-D548-F428-EF4F-1963D9FAF05B}"/>
                </a:ext>
              </a:extLst>
            </p:cNvPr>
            <p:cNvSpPr/>
            <p:nvPr/>
          </p:nvSpPr>
          <p:spPr bwMode="gray">
            <a:xfrm>
              <a:off x="52057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4" name="Forme libre : forme 7643">
              <a:extLst>
                <a:ext uri="{FF2B5EF4-FFF2-40B4-BE49-F238E27FC236}">
                  <a16:creationId xmlns:a16="http://schemas.microsoft.com/office/drawing/2014/main" id="{9D06D76B-293B-758B-A49E-2A6D525A6970}"/>
                </a:ext>
              </a:extLst>
            </p:cNvPr>
            <p:cNvSpPr/>
            <p:nvPr/>
          </p:nvSpPr>
          <p:spPr bwMode="gray">
            <a:xfrm>
              <a:off x="51562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5" name="Forme libre : forme 7644">
              <a:extLst>
                <a:ext uri="{FF2B5EF4-FFF2-40B4-BE49-F238E27FC236}">
                  <a16:creationId xmlns:a16="http://schemas.microsoft.com/office/drawing/2014/main" id="{36D0600F-2306-5FEE-BD95-DA45C0C0A35F}"/>
                </a:ext>
              </a:extLst>
            </p:cNvPr>
            <p:cNvSpPr/>
            <p:nvPr/>
          </p:nvSpPr>
          <p:spPr bwMode="gray">
            <a:xfrm>
              <a:off x="51066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6" name="Forme libre : forme 7645">
              <a:extLst>
                <a:ext uri="{FF2B5EF4-FFF2-40B4-BE49-F238E27FC236}">
                  <a16:creationId xmlns:a16="http://schemas.microsoft.com/office/drawing/2014/main" id="{82A17893-6E37-36ED-91D5-F720149D916E}"/>
                </a:ext>
              </a:extLst>
            </p:cNvPr>
            <p:cNvSpPr/>
            <p:nvPr/>
          </p:nvSpPr>
          <p:spPr bwMode="gray">
            <a:xfrm>
              <a:off x="50584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7" name="Forme libre : forme 7646">
              <a:extLst>
                <a:ext uri="{FF2B5EF4-FFF2-40B4-BE49-F238E27FC236}">
                  <a16:creationId xmlns:a16="http://schemas.microsoft.com/office/drawing/2014/main" id="{BB8CA453-B837-31AF-2134-6A53E97B558D}"/>
                </a:ext>
              </a:extLst>
            </p:cNvPr>
            <p:cNvSpPr/>
            <p:nvPr/>
          </p:nvSpPr>
          <p:spPr bwMode="gray">
            <a:xfrm>
              <a:off x="500888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8" name="Forme libre : forme 7647">
              <a:extLst>
                <a:ext uri="{FF2B5EF4-FFF2-40B4-BE49-F238E27FC236}">
                  <a16:creationId xmlns:a16="http://schemas.microsoft.com/office/drawing/2014/main" id="{3465B4CC-CF91-CC04-DEDB-B8AFE6B92CF4}"/>
                </a:ext>
              </a:extLst>
            </p:cNvPr>
            <p:cNvSpPr/>
            <p:nvPr/>
          </p:nvSpPr>
          <p:spPr bwMode="gray">
            <a:xfrm>
              <a:off x="49606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49" name="Forme libre : forme 7648">
              <a:extLst>
                <a:ext uri="{FF2B5EF4-FFF2-40B4-BE49-F238E27FC236}">
                  <a16:creationId xmlns:a16="http://schemas.microsoft.com/office/drawing/2014/main" id="{E97793A9-FB6C-C3B9-60A5-A0946451F434}"/>
                </a:ext>
              </a:extLst>
            </p:cNvPr>
            <p:cNvSpPr/>
            <p:nvPr/>
          </p:nvSpPr>
          <p:spPr bwMode="gray">
            <a:xfrm>
              <a:off x="49110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0" name="Forme libre : forme 7649">
              <a:extLst>
                <a:ext uri="{FF2B5EF4-FFF2-40B4-BE49-F238E27FC236}">
                  <a16:creationId xmlns:a16="http://schemas.microsoft.com/office/drawing/2014/main" id="{586243A5-C050-35B6-DAF8-EDCA013D40E4}"/>
                </a:ext>
              </a:extLst>
            </p:cNvPr>
            <p:cNvSpPr/>
            <p:nvPr/>
          </p:nvSpPr>
          <p:spPr bwMode="gray">
            <a:xfrm>
              <a:off x="486156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1" name="Forme libre : forme 7650">
              <a:extLst>
                <a:ext uri="{FF2B5EF4-FFF2-40B4-BE49-F238E27FC236}">
                  <a16:creationId xmlns:a16="http://schemas.microsoft.com/office/drawing/2014/main" id="{E45364E7-4BA5-C934-95DC-0E7BC82BDE86}"/>
                </a:ext>
              </a:extLst>
            </p:cNvPr>
            <p:cNvSpPr/>
            <p:nvPr/>
          </p:nvSpPr>
          <p:spPr bwMode="gray">
            <a:xfrm>
              <a:off x="48133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2" name="Forme libre : forme 7651">
              <a:extLst>
                <a:ext uri="{FF2B5EF4-FFF2-40B4-BE49-F238E27FC236}">
                  <a16:creationId xmlns:a16="http://schemas.microsoft.com/office/drawing/2014/main" id="{F0AE254A-6F4F-2359-B248-B00586BF565B}"/>
                </a:ext>
              </a:extLst>
            </p:cNvPr>
            <p:cNvSpPr/>
            <p:nvPr/>
          </p:nvSpPr>
          <p:spPr bwMode="gray">
            <a:xfrm>
              <a:off x="47637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3" name="Forme libre : forme 7652">
              <a:extLst>
                <a:ext uri="{FF2B5EF4-FFF2-40B4-BE49-F238E27FC236}">
                  <a16:creationId xmlns:a16="http://schemas.microsoft.com/office/drawing/2014/main" id="{C2768949-0A16-1BAC-AB68-D596C73DFF26}"/>
                </a:ext>
              </a:extLst>
            </p:cNvPr>
            <p:cNvSpPr/>
            <p:nvPr/>
          </p:nvSpPr>
          <p:spPr bwMode="gray">
            <a:xfrm>
              <a:off x="47155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4" name="Forme libre : forme 7653">
              <a:extLst>
                <a:ext uri="{FF2B5EF4-FFF2-40B4-BE49-F238E27FC236}">
                  <a16:creationId xmlns:a16="http://schemas.microsoft.com/office/drawing/2014/main" id="{DE4599D0-3D4C-712A-A247-F1F66509E206}"/>
                </a:ext>
              </a:extLst>
            </p:cNvPr>
            <p:cNvSpPr/>
            <p:nvPr/>
          </p:nvSpPr>
          <p:spPr bwMode="gray">
            <a:xfrm>
              <a:off x="466598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5" name="Forme libre : forme 7654">
              <a:extLst>
                <a:ext uri="{FF2B5EF4-FFF2-40B4-BE49-F238E27FC236}">
                  <a16:creationId xmlns:a16="http://schemas.microsoft.com/office/drawing/2014/main" id="{1F05F7D0-DE7F-0D06-4C05-CE77795FF495}"/>
                </a:ext>
              </a:extLst>
            </p:cNvPr>
            <p:cNvSpPr/>
            <p:nvPr/>
          </p:nvSpPr>
          <p:spPr bwMode="gray">
            <a:xfrm>
              <a:off x="46177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6" name="Forme libre : forme 7655">
              <a:extLst>
                <a:ext uri="{FF2B5EF4-FFF2-40B4-BE49-F238E27FC236}">
                  <a16:creationId xmlns:a16="http://schemas.microsoft.com/office/drawing/2014/main" id="{0B67A33D-5BEF-920D-7E9E-683BE163D95A}"/>
                </a:ext>
              </a:extLst>
            </p:cNvPr>
            <p:cNvSpPr/>
            <p:nvPr/>
          </p:nvSpPr>
          <p:spPr bwMode="gray">
            <a:xfrm>
              <a:off x="45681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7" name="Forme libre : forme 7656">
              <a:extLst>
                <a:ext uri="{FF2B5EF4-FFF2-40B4-BE49-F238E27FC236}">
                  <a16:creationId xmlns:a16="http://schemas.microsoft.com/office/drawing/2014/main" id="{B118DC41-815F-0C1E-7F57-CCCB64EB4ADC}"/>
                </a:ext>
              </a:extLst>
            </p:cNvPr>
            <p:cNvSpPr/>
            <p:nvPr/>
          </p:nvSpPr>
          <p:spPr bwMode="gray">
            <a:xfrm>
              <a:off x="451866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8" name="Forme libre : forme 7657">
              <a:extLst>
                <a:ext uri="{FF2B5EF4-FFF2-40B4-BE49-F238E27FC236}">
                  <a16:creationId xmlns:a16="http://schemas.microsoft.com/office/drawing/2014/main" id="{9ABB8F86-F529-48B8-394C-538CDBDA35CC}"/>
                </a:ext>
              </a:extLst>
            </p:cNvPr>
            <p:cNvSpPr/>
            <p:nvPr/>
          </p:nvSpPr>
          <p:spPr bwMode="gray">
            <a:xfrm>
              <a:off x="44704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59" name="Forme libre : forme 7658">
              <a:extLst>
                <a:ext uri="{FF2B5EF4-FFF2-40B4-BE49-F238E27FC236}">
                  <a16:creationId xmlns:a16="http://schemas.microsoft.com/office/drawing/2014/main" id="{44DB2BE6-4782-D32D-6FC4-675951891FA0}"/>
                </a:ext>
              </a:extLst>
            </p:cNvPr>
            <p:cNvSpPr/>
            <p:nvPr/>
          </p:nvSpPr>
          <p:spPr bwMode="gray">
            <a:xfrm>
              <a:off x="44208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0" name="Forme libre : forme 7659">
              <a:extLst>
                <a:ext uri="{FF2B5EF4-FFF2-40B4-BE49-F238E27FC236}">
                  <a16:creationId xmlns:a16="http://schemas.microsoft.com/office/drawing/2014/main" id="{1F498621-DA60-CEDB-88C8-F328655361CA}"/>
                </a:ext>
              </a:extLst>
            </p:cNvPr>
            <p:cNvSpPr/>
            <p:nvPr/>
          </p:nvSpPr>
          <p:spPr bwMode="gray">
            <a:xfrm>
              <a:off x="43726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1" name="Forme libre : forme 7660">
              <a:extLst>
                <a:ext uri="{FF2B5EF4-FFF2-40B4-BE49-F238E27FC236}">
                  <a16:creationId xmlns:a16="http://schemas.microsoft.com/office/drawing/2014/main" id="{11D5F772-A2CA-84B4-1D0C-09523CA9366C}"/>
                </a:ext>
              </a:extLst>
            </p:cNvPr>
            <p:cNvSpPr/>
            <p:nvPr/>
          </p:nvSpPr>
          <p:spPr bwMode="gray">
            <a:xfrm>
              <a:off x="432308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2" name="Forme libre : forme 7661">
              <a:extLst>
                <a:ext uri="{FF2B5EF4-FFF2-40B4-BE49-F238E27FC236}">
                  <a16:creationId xmlns:a16="http://schemas.microsoft.com/office/drawing/2014/main" id="{B6327DC0-66B1-2ACB-9C71-8CEEE35CA06E}"/>
                </a:ext>
              </a:extLst>
            </p:cNvPr>
            <p:cNvSpPr/>
            <p:nvPr/>
          </p:nvSpPr>
          <p:spPr bwMode="gray">
            <a:xfrm>
              <a:off x="42252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3" name="Forme libre : forme 7662">
              <a:extLst>
                <a:ext uri="{FF2B5EF4-FFF2-40B4-BE49-F238E27FC236}">
                  <a16:creationId xmlns:a16="http://schemas.microsoft.com/office/drawing/2014/main" id="{D6852E5D-EA87-F64F-B664-BE140671654A}"/>
                </a:ext>
              </a:extLst>
            </p:cNvPr>
            <p:cNvSpPr/>
            <p:nvPr/>
          </p:nvSpPr>
          <p:spPr bwMode="gray">
            <a:xfrm>
              <a:off x="417576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4" name="Forme libre : forme 7663">
              <a:extLst>
                <a:ext uri="{FF2B5EF4-FFF2-40B4-BE49-F238E27FC236}">
                  <a16:creationId xmlns:a16="http://schemas.microsoft.com/office/drawing/2014/main" id="{374863FE-B266-A33F-2A2F-B205978024FE}"/>
                </a:ext>
              </a:extLst>
            </p:cNvPr>
            <p:cNvSpPr/>
            <p:nvPr/>
          </p:nvSpPr>
          <p:spPr bwMode="gray">
            <a:xfrm>
              <a:off x="41275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5" name="Forme libre : forme 7664">
              <a:extLst>
                <a:ext uri="{FF2B5EF4-FFF2-40B4-BE49-F238E27FC236}">
                  <a16:creationId xmlns:a16="http://schemas.microsoft.com/office/drawing/2014/main" id="{DCB41A21-B925-CD6C-1F2E-85941DE5B508}"/>
                </a:ext>
              </a:extLst>
            </p:cNvPr>
            <p:cNvSpPr/>
            <p:nvPr/>
          </p:nvSpPr>
          <p:spPr bwMode="gray">
            <a:xfrm>
              <a:off x="40779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6" name="Forme libre : forme 7665">
              <a:extLst>
                <a:ext uri="{FF2B5EF4-FFF2-40B4-BE49-F238E27FC236}">
                  <a16:creationId xmlns:a16="http://schemas.microsoft.com/office/drawing/2014/main" id="{FC931016-174F-5831-0662-CA45033159E4}"/>
                </a:ext>
              </a:extLst>
            </p:cNvPr>
            <p:cNvSpPr/>
            <p:nvPr/>
          </p:nvSpPr>
          <p:spPr bwMode="gray">
            <a:xfrm>
              <a:off x="402844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7" name="Forme libre : forme 7666">
              <a:extLst>
                <a:ext uri="{FF2B5EF4-FFF2-40B4-BE49-F238E27FC236}">
                  <a16:creationId xmlns:a16="http://schemas.microsoft.com/office/drawing/2014/main" id="{450A29FE-BCE4-52F4-4BB3-F24F6671E510}"/>
                </a:ext>
              </a:extLst>
            </p:cNvPr>
            <p:cNvSpPr/>
            <p:nvPr/>
          </p:nvSpPr>
          <p:spPr bwMode="gray">
            <a:xfrm>
              <a:off x="30975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8" name="Forme libre : forme 7667">
              <a:extLst>
                <a:ext uri="{FF2B5EF4-FFF2-40B4-BE49-F238E27FC236}">
                  <a16:creationId xmlns:a16="http://schemas.microsoft.com/office/drawing/2014/main" id="{A917E58D-8B14-E899-5276-F82F7B5B6E3D}"/>
                </a:ext>
              </a:extLst>
            </p:cNvPr>
            <p:cNvSpPr/>
            <p:nvPr/>
          </p:nvSpPr>
          <p:spPr bwMode="gray">
            <a:xfrm>
              <a:off x="30492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69" name="Forme libre : forme 7668">
              <a:extLst>
                <a:ext uri="{FF2B5EF4-FFF2-40B4-BE49-F238E27FC236}">
                  <a16:creationId xmlns:a16="http://schemas.microsoft.com/office/drawing/2014/main" id="{5926488D-5679-69F1-7955-FCFA669FF11A}"/>
                </a:ext>
              </a:extLst>
            </p:cNvPr>
            <p:cNvSpPr/>
            <p:nvPr/>
          </p:nvSpPr>
          <p:spPr bwMode="gray">
            <a:xfrm>
              <a:off x="299974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0" name="Forme libre : forme 7669">
              <a:extLst>
                <a:ext uri="{FF2B5EF4-FFF2-40B4-BE49-F238E27FC236}">
                  <a16:creationId xmlns:a16="http://schemas.microsoft.com/office/drawing/2014/main" id="{914055C4-C2C0-AE81-4DD0-177CCE2E2296}"/>
                </a:ext>
              </a:extLst>
            </p:cNvPr>
            <p:cNvSpPr/>
            <p:nvPr/>
          </p:nvSpPr>
          <p:spPr bwMode="gray">
            <a:xfrm>
              <a:off x="29502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1" name="Forme libre : forme 7670">
              <a:extLst>
                <a:ext uri="{FF2B5EF4-FFF2-40B4-BE49-F238E27FC236}">
                  <a16:creationId xmlns:a16="http://schemas.microsoft.com/office/drawing/2014/main" id="{D01A2253-36FE-B981-A2D0-C725838198C2}"/>
                </a:ext>
              </a:extLst>
            </p:cNvPr>
            <p:cNvSpPr/>
            <p:nvPr/>
          </p:nvSpPr>
          <p:spPr bwMode="gray">
            <a:xfrm>
              <a:off x="26073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2" name="Forme libre : forme 7671">
              <a:extLst>
                <a:ext uri="{FF2B5EF4-FFF2-40B4-BE49-F238E27FC236}">
                  <a16:creationId xmlns:a16="http://schemas.microsoft.com/office/drawing/2014/main" id="{FC2330D5-7718-58FF-31F3-1CF85470FBAC}"/>
                </a:ext>
              </a:extLst>
            </p:cNvPr>
            <p:cNvSpPr/>
            <p:nvPr/>
          </p:nvSpPr>
          <p:spPr bwMode="gray">
            <a:xfrm>
              <a:off x="255905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3" name="Forme libre : forme 7672">
              <a:extLst>
                <a:ext uri="{FF2B5EF4-FFF2-40B4-BE49-F238E27FC236}">
                  <a16:creationId xmlns:a16="http://schemas.microsoft.com/office/drawing/2014/main" id="{36D42ACE-AC21-C640-9656-9FF43EB5CEB4}"/>
                </a:ext>
              </a:extLst>
            </p:cNvPr>
            <p:cNvSpPr/>
            <p:nvPr/>
          </p:nvSpPr>
          <p:spPr bwMode="gray">
            <a:xfrm>
              <a:off x="24599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4" name="Forme libre : forme 7673">
              <a:extLst>
                <a:ext uri="{FF2B5EF4-FFF2-40B4-BE49-F238E27FC236}">
                  <a16:creationId xmlns:a16="http://schemas.microsoft.com/office/drawing/2014/main" id="{F1AE2C53-263D-90E2-0D2C-66444BD0CE18}"/>
                </a:ext>
              </a:extLst>
            </p:cNvPr>
            <p:cNvSpPr/>
            <p:nvPr/>
          </p:nvSpPr>
          <p:spPr bwMode="gray">
            <a:xfrm>
              <a:off x="24117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5" name="Forme libre : forme 7674">
              <a:extLst>
                <a:ext uri="{FF2B5EF4-FFF2-40B4-BE49-F238E27FC236}">
                  <a16:creationId xmlns:a16="http://schemas.microsoft.com/office/drawing/2014/main" id="{6C9F51A0-7C4C-F12B-BFC7-8D95A7ACB005}"/>
                </a:ext>
              </a:extLst>
            </p:cNvPr>
            <p:cNvSpPr/>
            <p:nvPr/>
          </p:nvSpPr>
          <p:spPr bwMode="gray">
            <a:xfrm>
              <a:off x="21666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6" name="Forme libre : forme 7675">
              <a:extLst>
                <a:ext uri="{FF2B5EF4-FFF2-40B4-BE49-F238E27FC236}">
                  <a16:creationId xmlns:a16="http://schemas.microsoft.com/office/drawing/2014/main" id="{8DF932F7-02DB-87E4-C3D4-DAC8FC24DCA3}"/>
                </a:ext>
              </a:extLst>
            </p:cNvPr>
            <p:cNvSpPr/>
            <p:nvPr/>
          </p:nvSpPr>
          <p:spPr bwMode="gray">
            <a:xfrm>
              <a:off x="21170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7" name="Forme libre : forme 7676">
              <a:extLst>
                <a:ext uri="{FF2B5EF4-FFF2-40B4-BE49-F238E27FC236}">
                  <a16:creationId xmlns:a16="http://schemas.microsoft.com/office/drawing/2014/main" id="{947C1393-911E-87AF-A1FF-6085CB5D0AF1}"/>
                </a:ext>
              </a:extLst>
            </p:cNvPr>
            <p:cNvSpPr/>
            <p:nvPr/>
          </p:nvSpPr>
          <p:spPr bwMode="gray">
            <a:xfrm>
              <a:off x="20688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8" name="Forme libre : forme 7677">
              <a:extLst>
                <a:ext uri="{FF2B5EF4-FFF2-40B4-BE49-F238E27FC236}">
                  <a16:creationId xmlns:a16="http://schemas.microsoft.com/office/drawing/2014/main" id="{83C392B4-C5A1-5408-6B96-C58A4BD67359}"/>
                </a:ext>
              </a:extLst>
            </p:cNvPr>
            <p:cNvSpPr/>
            <p:nvPr/>
          </p:nvSpPr>
          <p:spPr bwMode="gray">
            <a:xfrm>
              <a:off x="20193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79" name="Forme libre : forme 7678">
              <a:extLst>
                <a:ext uri="{FF2B5EF4-FFF2-40B4-BE49-F238E27FC236}">
                  <a16:creationId xmlns:a16="http://schemas.microsoft.com/office/drawing/2014/main" id="{27CA049B-6F49-5904-DFAC-1DC6B22ACE36}"/>
                </a:ext>
              </a:extLst>
            </p:cNvPr>
            <p:cNvSpPr/>
            <p:nvPr/>
          </p:nvSpPr>
          <p:spPr bwMode="gray">
            <a:xfrm>
              <a:off x="19697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0" name="Forme libre : forme 7679">
              <a:extLst>
                <a:ext uri="{FF2B5EF4-FFF2-40B4-BE49-F238E27FC236}">
                  <a16:creationId xmlns:a16="http://schemas.microsoft.com/office/drawing/2014/main" id="{7BC59AC3-4895-D084-150B-A1C34ABD9BB5}"/>
                </a:ext>
              </a:extLst>
            </p:cNvPr>
            <p:cNvSpPr/>
            <p:nvPr/>
          </p:nvSpPr>
          <p:spPr bwMode="gray">
            <a:xfrm>
              <a:off x="192151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1" name="Forme libre : forme 7680">
              <a:extLst>
                <a:ext uri="{FF2B5EF4-FFF2-40B4-BE49-F238E27FC236}">
                  <a16:creationId xmlns:a16="http://schemas.microsoft.com/office/drawing/2014/main" id="{6FD3EB0E-5286-00D5-D521-9DEC8CECC278}"/>
                </a:ext>
              </a:extLst>
            </p:cNvPr>
            <p:cNvSpPr/>
            <p:nvPr/>
          </p:nvSpPr>
          <p:spPr bwMode="gray">
            <a:xfrm>
              <a:off x="187198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2" name="Forme libre : forme 7681">
              <a:extLst>
                <a:ext uri="{FF2B5EF4-FFF2-40B4-BE49-F238E27FC236}">
                  <a16:creationId xmlns:a16="http://schemas.microsoft.com/office/drawing/2014/main" id="{E6D83BF6-5C21-A05E-26DD-FF99352C5544}"/>
                </a:ext>
              </a:extLst>
            </p:cNvPr>
            <p:cNvSpPr/>
            <p:nvPr/>
          </p:nvSpPr>
          <p:spPr bwMode="gray">
            <a:xfrm>
              <a:off x="182372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3" name="Forme libre : forme 7682">
              <a:extLst>
                <a:ext uri="{FF2B5EF4-FFF2-40B4-BE49-F238E27FC236}">
                  <a16:creationId xmlns:a16="http://schemas.microsoft.com/office/drawing/2014/main" id="{4AF1B8CF-FA2C-28EC-AC74-C82AD2237EDC}"/>
                </a:ext>
              </a:extLst>
            </p:cNvPr>
            <p:cNvSpPr/>
            <p:nvPr/>
          </p:nvSpPr>
          <p:spPr bwMode="gray">
            <a:xfrm>
              <a:off x="177419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4" name="Forme libre : forme 7683">
              <a:extLst>
                <a:ext uri="{FF2B5EF4-FFF2-40B4-BE49-F238E27FC236}">
                  <a16:creationId xmlns:a16="http://schemas.microsoft.com/office/drawing/2014/main" id="{002F0E87-D603-BC40-B327-40EC9F74561F}"/>
                </a:ext>
              </a:extLst>
            </p:cNvPr>
            <p:cNvSpPr/>
            <p:nvPr/>
          </p:nvSpPr>
          <p:spPr bwMode="gray">
            <a:xfrm>
              <a:off x="172593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5" name="Forme libre : forme 7684">
              <a:extLst>
                <a:ext uri="{FF2B5EF4-FFF2-40B4-BE49-F238E27FC236}">
                  <a16:creationId xmlns:a16="http://schemas.microsoft.com/office/drawing/2014/main" id="{CA80650F-DA1B-EA75-6976-1891677FD2E9}"/>
                </a:ext>
              </a:extLst>
            </p:cNvPr>
            <p:cNvSpPr/>
            <p:nvPr/>
          </p:nvSpPr>
          <p:spPr bwMode="gray">
            <a:xfrm>
              <a:off x="167640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6" name="Forme libre : forme 7685">
              <a:extLst>
                <a:ext uri="{FF2B5EF4-FFF2-40B4-BE49-F238E27FC236}">
                  <a16:creationId xmlns:a16="http://schemas.microsoft.com/office/drawing/2014/main" id="{6F63B101-3366-1DDF-3AE0-7DB9677D4F08}"/>
                </a:ext>
              </a:extLst>
            </p:cNvPr>
            <p:cNvSpPr/>
            <p:nvPr/>
          </p:nvSpPr>
          <p:spPr bwMode="gray">
            <a:xfrm>
              <a:off x="1626870" y="23812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7" name="Forme libre : forme 7686">
              <a:extLst>
                <a:ext uri="{FF2B5EF4-FFF2-40B4-BE49-F238E27FC236}">
                  <a16:creationId xmlns:a16="http://schemas.microsoft.com/office/drawing/2014/main" id="{21F0E757-7DC2-EDDB-BB8E-22378D02BB04}"/>
                </a:ext>
              </a:extLst>
            </p:cNvPr>
            <p:cNvSpPr/>
            <p:nvPr/>
          </p:nvSpPr>
          <p:spPr bwMode="gray">
            <a:xfrm>
              <a:off x="157861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8" name="Forme libre : forme 7687">
              <a:extLst>
                <a:ext uri="{FF2B5EF4-FFF2-40B4-BE49-F238E27FC236}">
                  <a16:creationId xmlns:a16="http://schemas.microsoft.com/office/drawing/2014/main" id="{3662A8DD-F863-BBBD-B2B3-44AEC1C26088}"/>
                </a:ext>
              </a:extLst>
            </p:cNvPr>
            <p:cNvSpPr/>
            <p:nvPr/>
          </p:nvSpPr>
          <p:spPr bwMode="gray">
            <a:xfrm>
              <a:off x="152908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89" name="Forme libre : forme 7688">
              <a:extLst>
                <a:ext uri="{FF2B5EF4-FFF2-40B4-BE49-F238E27FC236}">
                  <a16:creationId xmlns:a16="http://schemas.microsoft.com/office/drawing/2014/main" id="{A179BE8B-3981-A6ED-E49A-0C7D81D17B28}"/>
                </a:ext>
              </a:extLst>
            </p:cNvPr>
            <p:cNvSpPr/>
            <p:nvPr/>
          </p:nvSpPr>
          <p:spPr bwMode="gray">
            <a:xfrm>
              <a:off x="148082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0" name="Forme libre : forme 7689">
              <a:extLst>
                <a:ext uri="{FF2B5EF4-FFF2-40B4-BE49-F238E27FC236}">
                  <a16:creationId xmlns:a16="http://schemas.microsoft.com/office/drawing/2014/main" id="{EC058E3E-8960-C760-CF4F-51716EB01D9D}"/>
                </a:ext>
              </a:extLst>
            </p:cNvPr>
            <p:cNvSpPr/>
            <p:nvPr/>
          </p:nvSpPr>
          <p:spPr bwMode="gray">
            <a:xfrm>
              <a:off x="143129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1" name="Forme libre : forme 7690">
              <a:extLst>
                <a:ext uri="{FF2B5EF4-FFF2-40B4-BE49-F238E27FC236}">
                  <a16:creationId xmlns:a16="http://schemas.microsoft.com/office/drawing/2014/main" id="{040E3C72-8034-3E87-E470-7271E2AC3E3F}"/>
                </a:ext>
              </a:extLst>
            </p:cNvPr>
            <p:cNvSpPr/>
            <p:nvPr/>
          </p:nvSpPr>
          <p:spPr bwMode="gray">
            <a:xfrm>
              <a:off x="138176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2" name="Forme libre : forme 7691">
              <a:extLst>
                <a:ext uri="{FF2B5EF4-FFF2-40B4-BE49-F238E27FC236}">
                  <a16:creationId xmlns:a16="http://schemas.microsoft.com/office/drawing/2014/main" id="{D96064BE-6D07-13EF-48AE-B654849F85C8}"/>
                </a:ext>
              </a:extLst>
            </p:cNvPr>
            <p:cNvSpPr/>
            <p:nvPr/>
          </p:nvSpPr>
          <p:spPr bwMode="gray">
            <a:xfrm>
              <a:off x="133350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3" name="Forme libre : forme 7692">
              <a:extLst>
                <a:ext uri="{FF2B5EF4-FFF2-40B4-BE49-F238E27FC236}">
                  <a16:creationId xmlns:a16="http://schemas.microsoft.com/office/drawing/2014/main" id="{1C4D4CAE-6AD2-C000-661A-15113C381D27}"/>
                </a:ext>
              </a:extLst>
            </p:cNvPr>
            <p:cNvSpPr/>
            <p:nvPr/>
          </p:nvSpPr>
          <p:spPr bwMode="gray">
            <a:xfrm>
              <a:off x="128397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4" name="Forme libre : forme 7693">
              <a:extLst>
                <a:ext uri="{FF2B5EF4-FFF2-40B4-BE49-F238E27FC236}">
                  <a16:creationId xmlns:a16="http://schemas.microsoft.com/office/drawing/2014/main" id="{1A889C7D-63BF-A06F-6BE2-B56F4FB58D81}"/>
                </a:ext>
              </a:extLst>
            </p:cNvPr>
            <p:cNvSpPr/>
            <p:nvPr/>
          </p:nvSpPr>
          <p:spPr bwMode="gray">
            <a:xfrm>
              <a:off x="123571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5" name="Forme libre : forme 7694">
              <a:extLst>
                <a:ext uri="{FF2B5EF4-FFF2-40B4-BE49-F238E27FC236}">
                  <a16:creationId xmlns:a16="http://schemas.microsoft.com/office/drawing/2014/main" id="{7D68FB62-15B5-3CEB-5E72-1DD3AD34AEFE}"/>
                </a:ext>
              </a:extLst>
            </p:cNvPr>
            <p:cNvSpPr/>
            <p:nvPr/>
          </p:nvSpPr>
          <p:spPr bwMode="gray">
            <a:xfrm>
              <a:off x="118618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6" name="Forme libre : forme 7695">
              <a:extLst>
                <a:ext uri="{FF2B5EF4-FFF2-40B4-BE49-F238E27FC236}">
                  <a16:creationId xmlns:a16="http://schemas.microsoft.com/office/drawing/2014/main" id="{B4FF4BEA-2F2B-7B32-BF3E-8AE0A6652502}"/>
                </a:ext>
              </a:extLst>
            </p:cNvPr>
            <p:cNvSpPr/>
            <p:nvPr/>
          </p:nvSpPr>
          <p:spPr bwMode="gray">
            <a:xfrm>
              <a:off x="113665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7" name="Forme libre : forme 7696">
              <a:extLst>
                <a:ext uri="{FF2B5EF4-FFF2-40B4-BE49-F238E27FC236}">
                  <a16:creationId xmlns:a16="http://schemas.microsoft.com/office/drawing/2014/main" id="{7A840B6B-310C-4079-0EC9-EB7DC534764F}"/>
                </a:ext>
              </a:extLst>
            </p:cNvPr>
            <p:cNvSpPr/>
            <p:nvPr/>
          </p:nvSpPr>
          <p:spPr bwMode="gray">
            <a:xfrm>
              <a:off x="108839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8" name="Forme libre : forme 7697">
              <a:extLst>
                <a:ext uri="{FF2B5EF4-FFF2-40B4-BE49-F238E27FC236}">
                  <a16:creationId xmlns:a16="http://schemas.microsoft.com/office/drawing/2014/main" id="{7196FB24-74DF-9A45-D2F1-7A32AA8CCE4B}"/>
                </a:ext>
              </a:extLst>
            </p:cNvPr>
            <p:cNvSpPr/>
            <p:nvPr/>
          </p:nvSpPr>
          <p:spPr bwMode="gray">
            <a:xfrm>
              <a:off x="103886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99" name="Forme libre : forme 7698">
              <a:extLst>
                <a:ext uri="{FF2B5EF4-FFF2-40B4-BE49-F238E27FC236}">
                  <a16:creationId xmlns:a16="http://schemas.microsoft.com/office/drawing/2014/main" id="{D2C0885A-9400-2559-7695-E7182F6D878E}"/>
                </a:ext>
              </a:extLst>
            </p:cNvPr>
            <p:cNvSpPr/>
            <p:nvPr/>
          </p:nvSpPr>
          <p:spPr bwMode="gray">
            <a:xfrm>
              <a:off x="99060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0" name="Forme libre : forme 7699">
              <a:extLst>
                <a:ext uri="{FF2B5EF4-FFF2-40B4-BE49-F238E27FC236}">
                  <a16:creationId xmlns:a16="http://schemas.microsoft.com/office/drawing/2014/main" id="{6D0E6338-FE4E-74A5-F488-607B934D28E9}"/>
                </a:ext>
              </a:extLst>
            </p:cNvPr>
            <p:cNvSpPr/>
            <p:nvPr/>
          </p:nvSpPr>
          <p:spPr bwMode="gray">
            <a:xfrm>
              <a:off x="94106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1" name="Forme libre : forme 7700">
              <a:extLst>
                <a:ext uri="{FF2B5EF4-FFF2-40B4-BE49-F238E27FC236}">
                  <a16:creationId xmlns:a16="http://schemas.microsoft.com/office/drawing/2014/main" id="{52BE0AF3-EA85-405E-EBCF-F72536DA1F80}"/>
                </a:ext>
              </a:extLst>
            </p:cNvPr>
            <p:cNvSpPr/>
            <p:nvPr/>
          </p:nvSpPr>
          <p:spPr bwMode="gray">
            <a:xfrm>
              <a:off x="89154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2" name="Forme libre : forme 7701">
              <a:extLst>
                <a:ext uri="{FF2B5EF4-FFF2-40B4-BE49-F238E27FC236}">
                  <a16:creationId xmlns:a16="http://schemas.microsoft.com/office/drawing/2014/main" id="{7B17F482-A7C8-70D1-CDCB-96433139AD8F}"/>
                </a:ext>
              </a:extLst>
            </p:cNvPr>
            <p:cNvSpPr/>
            <p:nvPr/>
          </p:nvSpPr>
          <p:spPr bwMode="gray">
            <a:xfrm>
              <a:off x="843279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3" name="Forme libre : forme 7702">
              <a:extLst>
                <a:ext uri="{FF2B5EF4-FFF2-40B4-BE49-F238E27FC236}">
                  <a16:creationId xmlns:a16="http://schemas.microsoft.com/office/drawing/2014/main" id="{3BA6022C-4E6C-B7EA-A764-5488B82635FF}"/>
                </a:ext>
              </a:extLst>
            </p:cNvPr>
            <p:cNvSpPr/>
            <p:nvPr/>
          </p:nvSpPr>
          <p:spPr bwMode="gray">
            <a:xfrm>
              <a:off x="79375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4" name="Forme libre : forme 7703">
              <a:extLst>
                <a:ext uri="{FF2B5EF4-FFF2-40B4-BE49-F238E27FC236}">
                  <a16:creationId xmlns:a16="http://schemas.microsoft.com/office/drawing/2014/main" id="{A4C0B6CF-D2DD-AF54-FE5C-6DB6DF3A926D}"/>
                </a:ext>
              </a:extLst>
            </p:cNvPr>
            <p:cNvSpPr/>
            <p:nvPr/>
          </p:nvSpPr>
          <p:spPr bwMode="gray">
            <a:xfrm>
              <a:off x="745490" y="238125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5" name="Forme libre : forme 7704">
              <a:extLst>
                <a:ext uri="{FF2B5EF4-FFF2-40B4-BE49-F238E27FC236}">
                  <a16:creationId xmlns:a16="http://schemas.microsoft.com/office/drawing/2014/main" id="{3447DB93-EDAE-8084-23BA-481079551950}"/>
                </a:ext>
              </a:extLst>
            </p:cNvPr>
            <p:cNvSpPr/>
            <p:nvPr/>
          </p:nvSpPr>
          <p:spPr bwMode="gray">
            <a:xfrm>
              <a:off x="741045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6" name="Forme libre : forme 7705">
              <a:extLst>
                <a:ext uri="{FF2B5EF4-FFF2-40B4-BE49-F238E27FC236}">
                  <a16:creationId xmlns:a16="http://schemas.microsoft.com/office/drawing/2014/main" id="{724C384F-AC37-7120-300E-AB55D41EFA4E}"/>
                </a:ext>
              </a:extLst>
            </p:cNvPr>
            <p:cNvSpPr/>
            <p:nvPr/>
          </p:nvSpPr>
          <p:spPr bwMode="gray">
            <a:xfrm>
              <a:off x="736218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7" name="Forme libre : forme 7706">
              <a:extLst>
                <a:ext uri="{FF2B5EF4-FFF2-40B4-BE49-F238E27FC236}">
                  <a16:creationId xmlns:a16="http://schemas.microsoft.com/office/drawing/2014/main" id="{678FDE5F-AC93-3448-2FD9-C3514DB7B84E}"/>
                </a:ext>
              </a:extLst>
            </p:cNvPr>
            <p:cNvSpPr/>
            <p:nvPr/>
          </p:nvSpPr>
          <p:spPr bwMode="gray">
            <a:xfrm>
              <a:off x="726440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8" name="Forme libre : forme 7707">
              <a:extLst>
                <a:ext uri="{FF2B5EF4-FFF2-40B4-BE49-F238E27FC236}">
                  <a16:creationId xmlns:a16="http://schemas.microsoft.com/office/drawing/2014/main" id="{2F60AF50-ED44-43FA-8047-3579AD04DE42}"/>
                </a:ext>
              </a:extLst>
            </p:cNvPr>
            <p:cNvSpPr/>
            <p:nvPr/>
          </p:nvSpPr>
          <p:spPr bwMode="gray">
            <a:xfrm>
              <a:off x="721486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09" name="Forme libre : forme 7708">
              <a:extLst>
                <a:ext uri="{FF2B5EF4-FFF2-40B4-BE49-F238E27FC236}">
                  <a16:creationId xmlns:a16="http://schemas.microsoft.com/office/drawing/2014/main" id="{A1DFFB31-E17A-D514-44F2-9B4E6553C60A}"/>
                </a:ext>
              </a:extLst>
            </p:cNvPr>
            <p:cNvSpPr/>
            <p:nvPr/>
          </p:nvSpPr>
          <p:spPr bwMode="gray">
            <a:xfrm>
              <a:off x="716533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0" name="Forme libre : forme 7709">
              <a:extLst>
                <a:ext uri="{FF2B5EF4-FFF2-40B4-BE49-F238E27FC236}">
                  <a16:creationId xmlns:a16="http://schemas.microsoft.com/office/drawing/2014/main" id="{07C1CA98-4ACB-5413-91A2-DE774FD9A90F}"/>
                </a:ext>
              </a:extLst>
            </p:cNvPr>
            <p:cNvSpPr/>
            <p:nvPr/>
          </p:nvSpPr>
          <p:spPr bwMode="gray">
            <a:xfrm>
              <a:off x="711708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1" name="Forme libre : forme 7710">
              <a:extLst>
                <a:ext uri="{FF2B5EF4-FFF2-40B4-BE49-F238E27FC236}">
                  <a16:creationId xmlns:a16="http://schemas.microsoft.com/office/drawing/2014/main" id="{1E70CCCE-66E3-FF4A-8E14-261CD5280B1B}"/>
                </a:ext>
              </a:extLst>
            </p:cNvPr>
            <p:cNvSpPr/>
            <p:nvPr/>
          </p:nvSpPr>
          <p:spPr bwMode="gray">
            <a:xfrm>
              <a:off x="706755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2" name="Forme libre : forme 7711">
              <a:extLst>
                <a:ext uri="{FF2B5EF4-FFF2-40B4-BE49-F238E27FC236}">
                  <a16:creationId xmlns:a16="http://schemas.microsoft.com/office/drawing/2014/main" id="{86E1C1EE-6294-7E98-34FE-FD5C74020964}"/>
                </a:ext>
              </a:extLst>
            </p:cNvPr>
            <p:cNvSpPr/>
            <p:nvPr/>
          </p:nvSpPr>
          <p:spPr bwMode="gray">
            <a:xfrm>
              <a:off x="701928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3" name="Forme libre : forme 7712">
              <a:extLst>
                <a:ext uri="{FF2B5EF4-FFF2-40B4-BE49-F238E27FC236}">
                  <a16:creationId xmlns:a16="http://schemas.microsoft.com/office/drawing/2014/main" id="{E303B337-E855-E711-D580-49B6677BA061}"/>
                </a:ext>
              </a:extLst>
            </p:cNvPr>
            <p:cNvSpPr/>
            <p:nvPr/>
          </p:nvSpPr>
          <p:spPr bwMode="gray">
            <a:xfrm>
              <a:off x="696975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4" name="Forme libre : forme 7713">
              <a:extLst>
                <a:ext uri="{FF2B5EF4-FFF2-40B4-BE49-F238E27FC236}">
                  <a16:creationId xmlns:a16="http://schemas.microsoft.com/office/drawing/2014/main" id="{EF8FF0A6-C891-A7A7-0AD3-8E75B4D14844}"/>
                </a:ext>
              </a:extLst>
            </p:cNvPr>
            <p:cNvSpPr/>
            <p:nvPr/>
          </p:nvSpPr>
          <p:spPr bwMode="gray">
            <a:xfrm>
              <a:off x="692023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5" name="Forme libre : forme 7714">
              <a:extLst>
                <a:ext uri="{FF2B5EF4-FFF2-40B4-BE49-F238E27FC236}">
                  <a16:creationId xmlns:a16="http://schemas.microsoft.com/office/drawing/2014/main" id="{D9E5B366-E816-C3A8-93CA-120E1E1B06EB}"/>
                </a:ext>
              </a:extLst>
            </p:cNvPr>
            <p:cNvSpPr/>
            <p:nvPr/>
          </p:nvSpPr>
          <p:spPr bwMode="gray">
            <a:xfrm>
              <a:off x="687196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6" name="Forme libre : forme 7715">
              <a:extLst>
                <a:ext uri="{FF2B5EF4-FFF2-40B4-BE49-F238E27FC236}">
                  <a16:creationId xmlns:a16="http://schemas.microsoft.com/office/drawing/2014/main" id="{F389C97C-9781-C660-5E65-7D0E06E545AF}"/>
                </a:ext>
              </a:extLst>
            </p:cNvPr>
            <p:cNvSpPr/>
            <p:nvPr/>
          </p:nvSpPr>
          <p:spPr bwMode="gray">
            <a:xfrm>
              <a:off x="682243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7" name="Forme libre : forme 7716">
              <a:extLst>
                <a:ext uri="{FF2B5EF4-FFF2-40B4-BE49-F238E27FC236}">
                  <a16:creationId xmlns:a16="http://schemas.microsoft.com/office/drawing/2014/main" id="{B5B34052-3371-CFD5-6BB3-800E18439A29}"/>
                </a:ext>
              </a:extLst>
            </p:cNvPr>
            <p:cNvSpPr/>
            <p:nvPr/>
          </p:nvSpPr>
          <p:spPr bwMode="gray">
            <a:xfrm>
              <a:off x="677418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8" name="Forme libre : forme 7717">
              <a:extLst>
                <a:ext uri="{FF2B5EF4-FFF2-40B4-BE49-F238E27FC236}">
                  <a16:creationId xmlns:a16="http://schemas.microsoft.com/office/drawing/2014/main" id="{6E48AB1E-E763-C2A1-2BBC-F9160CDF6E0D}"/>
                </a:ext>
              </a:extLst>
            </p:cNvPr>
            <p:cNvSpPr/>
            <p:nvPr/>
          </p:nvSpPr>
          <p:spPr bwMode="gray">
            <a:xfrm>
              <a:off x="672465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19" name="Forme libre : forme 7718">
              <a:extLst>
                <a:ext uri="{FF2B5EF4-FFF2-40B4-BE49-F238E27FC236}">
                  <a16:creationId xmlns:a16="http://schemas.microsoft.com/office/drawing/2014/main" id="{C4376315-A7FD-C318-B7B7-F54FB2D1472B}"/>
                </a:ext>
              </a:extLst>
            </p:cNvPr>
            <p:cNvSpPr/>
            <p:nvPr/>
          </p:nvSpPr>
          <p:spPr bwMode="gray">
            <a:xfrm>
              <a:off x="667511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0" name="Forme libre : forme 7719">
              <a:extLst>
                <a:ext uri="{FF2B5EF4-FFF2-40B4-BE49-F238E27FC236}">
                  <a16:creationId xmlns:a16="http://schemas.microsoft.com/office/drawing/2014/main" id="{61245E4A-5B4F-60C8-CDAB-9B2C00C15D16}"/>
                </a:ext>
              </a:extLst>
            </p:cNvPr>
            <p:cNvSpPr/>
            <p:nvPr/>
          </p:nvSpPr>
          <p:spPr bwMode="gray">
            <a:xfrm>
              <a:off x="662685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1" name="Forme libre : forme 7720">
              <a:extLst>
                <a:ext uri="{FF2B5EF4-FFF2-40B4-BE49-F238E27FC236}">
                  <a16:creationId xmlns:a16="http://schemas.microsoft.com/office/drawing/2014/main" id="{47B104A1-938E-4229-75E4-8EAF544BABC4}"/>
                </a:ext>
              </a:extLst>
            </p:cNvPr>
            <p:cNvSpPr/>
            <p:nvPr/>
          </p:nvSpPr>
          <p:spPr bwMode="gray">
            <a:xfrm>
              <a:off x="657733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2" name="Forme libre : forme 7721">
              <a:extLst>
                <a:ext uri="{FF2B5EF4-FFF2-40B4-BE49-F238E27FC236}">
                  <a16:creationId xmlns:a16="http://schemas.microsoft.com/office/drawing/2014/main" id="{0EB7E1DC-F481-83DC-B50D-5558A45AFBD4}"/>
                </a:ext>
              </a:extLst>
            </p:cNvPr>
            <p:cNvSpPr/>
            <p:nvPr/>
          </p:nvSpPr>
          <p:spPr bwMode="gray">
            <a:xfrm>
              <a:off x="652906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3" name="Forme libre : forme 7722">
              <a:extLst>
                <a:ext uri="{FF2B5EF4-FFF2-40B4-BE49-F238E27FC236}">
                  <a16:creationId xmlns:a16="http://schemas.microsoft.com/office/drawing/2014/main" id="{AF0A2528-7167-AD1E-8CB8-01E47C4198F0}"/>
                </a:ext>
              </a:extLst>
            </p:cNvPr>
            <p:cNvSpPr/>
            <p:nvPr/>
          </p:nvSpPr>
          <p:spPr bwMode="gray">
            <a:xfrm>
              <a:off x="647954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4" name="Forme libre : forme 7723">
              <a:extLst>
                <a:ext uri="{FF2B5EF4-FFF2-40B4-BE49-F238E27FC236}">
                  <a16:creationId xmlns:a16="http://schemas.microsoft.com/office/drawing/2014/main" id="{C7026532-8864-10CD-D495-129631DAFE53}"/>
                </a:ext>
              </a:extLst>
            </p:cNvPr>
            <p:cNvSpPr/>
            <p:nvPr/>
          </p:nvSpPr>
          <p:spPr bwMode="gray">
            <a:xfrm>
              <a:off x="64300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5" name="Forme libre : forme 7724">
              <a:extLst>
                <a:ext uri="{FF2B5EF4-FFF2-40B4-BE49-F238E27FC236}">
                  <a16:creationId xmlns:a16="http://schemas.microsoft.com/office/drawing/2014/main" id="{FFCE9F15-EFC3-B56F-96F2-D9BC1C88AED1}"/>
                </a:ext>
              </a:extLst>
            </p:cNvPr>
            <p:cNvSpPr/>
            <p:nvPr/>
          </p:nvSpPr>
          <p:spPr bwMode="gray">
            <a:xfrm>
              <a:off x="63817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6" name="Forme libre : forme 7725">
              <a:extLst>
                <a:ext uri="{FF2B5EF4-FFF2-40B4-BE49-F238E27FC236}">
                  <a16:creationId xmlns:a16="http://schemas.microsoft.com/office/drawing/2014/main" id="{2E814583-0DE3-BB0A-89B9-5CDF5D7F8FCF}"/>
                </a:ext>
              </a:extLst>
            </p:cNvPr>
            <p:cNvSpPr/>
            <p:nvPr/>
          </p:nvSpPr>
          <p:spPr bwMode="gray">
            <a:xfrm>
              <a:off x="63322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7" name="Forme libre : forme 7726">
              <a:extLst>
                <a:ext uri="{FF2B5EF4-FFF2-40B4-BE49-F238E27FC236}">
                  <a16:creationId xmlns:a16="http://schemas.microsoft.com/office/drawing/2014/main" id="{AAC91394-2BA6-4A75-C7DD-2492848C0799}"/>
                </a:ext>
              </a:extLst>
            </p:cNvPr>
            <p:cNvSpPr/>
            <p:nvPr/>
          </p:nvSpPr>
          <p:spPr bwMode="gray">
            <a:xfrm>
              <a:off x="62839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8" name="Forme libre : forme 7727">
              <a:extLst>
                <a:ext uri="{FF2B5EF4-FFF2-40B4-BE49-F238E27FC236}">
                  <a16:creationId xmlns:a16="http://schemas.microsoft.com/office/drawing/2014/main" id="{3A4A0480-218F-6C4A-4D16-208ACC7B9FFC}"/>
                </a:ext>
              </a:extLst>
            </p:cNvPr>
            <p:cNvSpPr/>
            <p:nvPr/>
          </p:nvSpPr>
          <p:spPr bwMode="gray">
            <a:xfrm>
              <a:off x="62344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29" name="Forme libre : forme 7728">
              <a:extLst>
                <a:ext uri="{FF2B5EF4-FFF2-40B4-BE49-F238E27FC236}">
                  <a16:creationId xmlns:a16="http://schemas.microsoft.com/office/drawing/2014/main" id="{0C48AF90-F302-A277-1866-12B354BAA9AF}"/>
                </a:ext>
              </a:extLst>
            </p:cNvPr>
            <p:cNvSpPr/>
            <p:nvPr/>
          </p:nvSpPr>
          <p:spPr bwMode="gray">
            <a:xfrm>
              <a:off x="61849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0" name="Forme libre : forme 7729">
              <a:extLst>
                <a:ext uri="{FF2B5EF4-FFF2-40B4-BE49-F238E27FC236}">
                  <a16:creationId xmlns:a16="http://schemas.microsoft.com/office/drawing/2014/main" id="{3D592AD2-7E36-9307-5EC6-3DBB4BA78554}"/>
                </a:ext>
              </a:extLst>
            </p:cNvPr>
            <p:cNvSpPr/>
            <p:nvPr/>
          </p:nvSpPr>
          <p:spPr bwMode="gray">
            <a:xfrm>
              <a:off x="61366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1" name="Forme libre : forme 7730">
              <a:extLst>
                <a:ext uri="{FF2B5EF4-FFF2-40B4-BE49-F238E27FC236}">
                  <a16:creationId xmlns:a16="http://schemas.microsoft.com/office/drawing/2014/main" id="{AC3E4486-72ED-4A30-F1D2-7EBA99F7B9AE}"/>
                </a:ext>
              </a:extLst>
            </p:cNvPr>
            <p:cNvSpPr/>
            <p:nvPr/>
          </p:nvSpPr>
          <p:spPr bwMode="gray">
            <a:xfrm>
              <a:off x="60871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2" name="Forme libre : forme 7731">
              <a:extLst>
                <a:ext uri="{FF2B5EF4-FFF2-40B4-BE49-F238E27FC236}">
                  <a16:creationId xmlns:a16="http://schemas.microsoft.com/office/drawing/2014/main" id="{8CFC9EB5-8AE3-64D2-8710-D7DB014EDAF4}"/>
                </a:ext>
              </a:extLst>
            </p:cNvPr>
            <p:cNvSpPr/>
            <p:nvPr/>
          </p:nvSpPr>
          <p:spPr bwMode="gray">
            <a:xfrm>
              <a:off x="60388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3" name="Forme libre : forme 7732">
              <a:extLst>
                <a:ext uri="{FF2B5EF4-FFF2-40B4-BE49-F238E27FC236}">
                  <a16:creationId xmlns:a16="http://schemas.microsoft.com/office/drawing/2014/main" id="{107F3593-4E90-8097-7378-55464A5EF2AA}"/>
                </a:ext>
              </a:extLst>
            </p:cNvPr>
            <p:cNvSpPr/>
            <p:nvPr/>
          </p:nvSpPr>
          <p:spPr bwMode="gray">
            <a:xfrm>
              <a:off x="59893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4" name="Forme libre : forme 7733">
              <a:extLst>
                <a:ext uri="{FF2B5EF4-FFF2-40B4-BE49-F238E27FC236}">
                  <a16:creationId xmlns:a16="http://schemas.microsoft.com/office/drawing/2014/main" id="{B1837088-3DBD-3F6D-9824-41BD9BAB04CF}"/>
                </a:ext>
              </a:extLst>
            </p:cNvPr>
            <p:cNvSpPr/>
            <p:nvPr/>
          </p:nvSpPr>
          <p:spPr bwMode="gray">
            <a:xfrm>
              <a:off x="59410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5" name="Forme libre : forme 7734">
              <a:extLst>
                <a:ext uri="{FF2B5EF4-FFF2-40B4-BE49-F238E27FC236}">
                  <a16:creationId xmlns:a16="http://schemas.microsoft.com/office/drawing/2014/main" id="{F9D35BF8-6950-C458-5E89-8A84D07C538B}"/>
                </a:ext>
              </a:extLst>
            </p:cNvPr>
            <p:cNvSpPr/>
            <p:nvPr/>
          </p:nvSpPr>
          <p:spPr bwMode="gray">
            <a:xfrm>
              <a:off x="58915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6" name="Forme libre : forme 7735">
              <a:extLst>
                <a:ext uri="{FF2B5EF4-FFF2-40B4-BE49-F238E27FC236}">
                  <a16:creationId xmlns:a16="http://schemas.microsoft.com/office/drawing/2014/main" id="{9D6FA547-1EA1-DE6F-CAA5-EC0429313196}"/>
                </a:ext>
              </a:extLst>
            </p:cNvPr>
            <p:cNvSpPr/>
            <p:nvPr/>
          </p:nvSpPr>
          <p:spPr bwMode="gray">
            <a:xfrm>
              <a:off x="58420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7" name="Forme libre : forme 7736">
              <a:extLst>
                <a:ext uri="{FF2B5EF4-FFF2-40B4-BE49-F238E27FC236}">
                  <a16:creationId xmlns:a16="http://schemas.microsoft.com/office/drawing/2014/main" id="{8298135A-D8C0-F2C6-7953-574F6F146470}"/>
                </a:ext>
              </a:extLst>
            </p:cNvPr>
            <p:cNvSpPr/>
            <p:nvPr/>
          </p:nvSpPr>
          <p:spPr bwMode="gray">
            <a:xfrm>
              <a:off x="57937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8" name="Forme libre : forme 7737">
              <a:extLst>
                <a:ext uri="{FF2B5EF4-FFF2-40B4-BE49-F238E27FC236}">
                  <a16:creationId xmlns:a16="http://schemas.microsoft.com/office/drawing/2014/main" id="{E0BFA269-E9F0-E9C3-D4A9-88FEB3173249}"/>
                </a:ext>
              </a:extLst>
            </p:cNvPr>
            <p:cNvSpPr/>
            <p:nvPr/>
          </p:nvSpPr>
          <p:spPr bwMode="gray">
            <a:xfrm>
              <a:off x="57442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39" name="Forme libre : forme 7738">
              <a:extLst>
                <a:ext uri="{FF2B5EF4-FFF2-40B4-BE49-F238E27FC236}">
                  <a16:creationId xmlns:a16="http://schemas.microsoft.com/office/drawing/2014/main" id="{889E5844-9DC6-8EF0-B960-828F0B7B89BD}"/>
                </a:ext>
              </a:extLst>
            </p:cNvPr>
            <p:cNvSpPr/>
            <p:nvPr/>
          </p:nvSpPr>
          <p:spPr bwMode="gray">
            <a:xfrm>
              <a:off x="56959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0" name="Forme libre : forme 7739">
              <a:extLst>
                <a:ext uri="{FF2B5EF4-FFF2-40B4-BE49-F238E27FC236}">
                  <a16:creationId xmlns:a16="http://schemas.microsoft.com/office/drawing/2014/main" id="{81AA5E20-96A5-8832-4EF5-A6CDA808DFC8}"/>
                </a:ext>
              </a:extLst>
            </p:cNvPr>
            <p:cNvSpPr/>
            <p:nvPr/>
          </p:nvSpPr>
          <p:spPr bwMode="gray">
            <a:xfrm>
              <a:off x="56464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1" name="Forme libre : forme 7740">
              <a:extLst>
                <a:ext uri="{FF2B5EF4-FFF2-40B4-BE49-F238E27FC236}">
                  <a16:creationId xmlns:a16="http://schemas.microsoft.com/office/drawing/2014/main" id="{E7B7B55B-0145-188E-7D01-BF9886AC4503}"/>
                </a:ext>
              </a:extLst>
            </p:cNvPr>
            <p:cNvSpPr/>
            <p:nvPr/>
          </p:nvSpPr>
          <p:spPr bwMode="gray">
            <a:xfrm>
              <a:off x="55968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2" name="Forme libre : forme 7741">
              <a:extLst>
                <a:ext uri="{FF2B5EF4-FFF2-40B4-BE49-F238E27FC236}">
                  <a16:creationId xmlns:a16="http://schemas.microsoft.com/office/drawing/2014/main" id="{D2C10178-63AE-C305-B663-50B22AC7F4B8}"/>
                </a:ext>
              </a:extLst>
            </p:cNvPr>
            <p:cNvSpPr/>
            <p:nvPr/>
          </p:nvSpPr>
          <p:spPr bwMode="gray">
            <a:xfrm>
              <a:off x="55486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3" name="Forme libre : forme 7742">
              <a:extLst>
                <a:ext uri="{FF2B5EF4-FFF2-40B4-BE49-F238E27FC236}">
                  <a16:creationId xmlns:a16="http://schemas.microsoft.com/office/drawing/2014/main" id="{B19CD2E4-E749-CD6B-6FAD-A68CBF4FBC19}"/>
                </a:ext>
              </a:extLst>
            </p:cNvPr>
            <p:cNvSpPr/>
            <p:nvPr/>
          </p:nvSpPr>
          <p:spPr bwMode="gray">
            <a:xfrm>
              <a:off x="54991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4" name="Forme libre : forme 7743">
              <a:extLst>
                <a:ext uri="{FF2B5EF4-FFF2-40B4-BE49-F238E27FC236}">
                  <a16:creationId xmlns:a16="http://schemas.microsoft.com/office/drawing/2014/main" id="{3F99FB71-2D6C-6873-9E9D-C8EE30635E49}"/>
                </a:ext>
              </a:extLst>
            </p:cNvPr>
            <p:cNvSpPr/>
            <p:nvPr/>
          </p:nvSpPr>
          <p:spPr bwMode="gray">
            <a:xfrm>
              <a:off x="54508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5" name="Forme libre : forme 7744">
              <a:extLst>
                <a:ext uri="{FF2B5EF4-FFF2-40B4-BE49-F238E27FC236}">
                  <a16:creationId xmlns:a16="http://schemas.microsoft.com/office/drawing/2014/main" id="{CB13C6CC-0DD0-6105-572B-2C58E120B5FF}"/>
                </a:ext>
              </a:extLst>
            </p:cNvPr>
            <p:cNvSpPr/>
            <p:nvPr/>
          </p:nvSpPr>
          <p:spPr bwMode="gray">
            <a:xfrm>
              <a:off x="54013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6" name="Forme libre : forme 7745">
              <a:extLst>
                <a:ext uri="{FF2B5EF4-FFF2-40B4-BE49-F238E27FC236}">
                  <a16:creationId xmlns:a16="http://schemas.microsoft.com/office/drawing/2014/main" id="{26BB9DCD-6F50-77FF-654C-0D8F515FB097}"/>
                </a:ext>
              </a:extLst>
            </p:cNvPr>
            <p:cNvSpPr/>
            <p:nvPr/>
          </p:nvSpPr>
          <p:spPr bwMode="gray">
            <a:xfrm>
              <a:off x="535178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7" name="Forme libre : forme 7746">
              <a:extLst>
                <a:ext uri="{FF2B5EF4-FFF2-40B4-BE49-F238E27FC236}">
                  <a16:creationId xmlns:a16="http://schemas.microsoft.com/office/drawing/2014/main" id="{E7D7AA38-301A-4B77-A1F4-207A44C03655}"/>
                </a:ext>
              </a:extLst>
            </p:cNvPr>
            <p:cNvSpPr/>
            <p:nvPr/>
          </p:nvSpPr>
          <p:spPr bwMode="gray">
            <a:xfrm>
              <a:off x="53035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8" name="Forme libre : forme 7747">
              <a:extLst>
                <a:ext uri="{FF2B5EF4-FFF2-40B4-BE49-F238E27FC236}">
                  <a16:creationId xmlns:a16="http://schemas.microsoft.com/office/drawing/2014/main" id="{35D98E02-E2C7-C880-88D4-9DF7CF62DA40}"/>
                </a:ext>
              </a:extLst>
            </p:cNvPr>
            <p:cNvSpPr/>
            <p:nvPr/>
          </p:nvSpPr>
          <p:spPr bwMode="gray">
            <a:xfrm>
              <a:off x="52539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49" name="Forme libre : forme 7748">
              <a:extLst>
                <a:ext uri="{FF2B5EF4-FFF2-40B4-BE49-F238E27FC236}">
                  <a16:creationId xmlns:a16="http://schemas.microsoft.com/office/drawing/2014/main" id="{A8535555-E759-7A5D-4382-3A1F7F0E6030}"/>
                </a:ext>
              </a:extLst>
            </p:cNvPr>
            <p:cNvSpPr/>
            <p:nvPr/>
          </p:nvSpPr>
          <p:spPr bwMode="gray">
            <a:xfrm>
              <a:off x="52057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0" name="Forme libre : forme 7749">
              <a:extLst>
                <a:ext uri="{FF2B5EF4-FFF2-40B4-BE49-F238E27FC236}">
                  <a16:creationId xmlns:a16="http://schemas.microsoft.com/office/drawing/2014/main" id="{A1A956C7-3C34-152A-69BF-0E17ADAB3FAD}"/>
                </a:ext>
              </a:extLst>
            </p:cNvPr>
            <p:cNvSpPr/>
            <p:nvPr/>
          </p:nvSpPr>
          <p:spPr bwMode="gray">
            <a:xfrm>
              <a:off x="51562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1" name="Forme libre : forme 7750">
              <a:extLst>
                <a:ext uri="{FF2B5EF4-FFF2-40B4-BE49-F238E27FC236}">
                  <a16:creationId xmlns:a16="http://schemas.microsoft.com/office/drawing/2014/main" id="{B164D8AC-968F-14E0-DC2C-39E4BC34B0CF}"/>
                </a:ext>
              </a:extLst>
            </p:cNvPr>
            <p:cNvSpPr/>
            <p:nvPr/>
          </p:nvSpPr>
          <p:spPr bwMode="gray">
            <a:xfrm>
              <a:off x="51066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2" name="Forme libre : forme 7751">
              <a:extLst>
                <a:ext uri="{FF2B5EF4-FFF2-40B4-BE49-F238E27FC236}">
                  <a16:creationId xmlns:a16="http://schemas.microsoft.com/office/drawing/2014/main" id="{444F3512-01AD-C5F5-8B46-2CCE4D10B91A}"/>
                </a:ext>
              </a:extLst>
            </p:cNvPr>
            <p:cNvSpPr/>
            <p:nvPr/>
          </p:nvSpPr>
          <p:spPr bwMode="gray">
            <a:xfrm>
              <a:off x="50584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3" name="Forme libre : forme 7752">
              <a:extLst>
                <a:ext uri="{FF2B5EF4-FFF2-40B4-BE49-F238E27FC236}">
                  <a16:creationId xmlns:a16="http://schemas.microsoft.com/office/drawing/2014/main" id="{EAEC6F11-48EC-BDEE-4E26-E2894F8F289D}"/>
                </a:ext>
              </a:extLst>
            </p:cNvPr>
            <p:cNvSpPr/>
            <p:nvPr/>
          </p:nvSpPr>
          <p:spPr bwMode="gray">
            <a:xfrm>
              <a:off x="500888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4" name="Forme libre : forme 7753">
              <a:extLst>
                <a:ext uri="{FF2B5EF4-FFF2-40B4-BE49-F238E27FC236}">
                  <a16:creationId xmlns:a16="http://schemas.microsoft.com/office/drawing/2014/main" id="{AB3D33A6-4C96-B377-6D8E-26386D913F86}"/>
                </a:ext>
              </a:extLst>
            </p:cNvPr>
            <p:cNvSpPr/>
            <p:nvPr/>
          </p:nvSpPr>
          <p:spPr bwMode="gray">
            <a:xfrm>
              <a:off x="49606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5" name="Forme libre : forme 7754">
              <a:extLst>
                <a:ext uri="{FF2B5EF4-FFF2-40B4-BE49-F238E27FC236}">
                  <a16:creationId xmlns:a16="http://schemas.microsoft.com/office/drawing/2014/main" id="{65C00589-AD70-6255-E9FC-1B859BC31A7A}"/>
                </a:ext>
              </a:extLst>
            </p:cNvPr>
            <p:cNvSpPr/>
            <p:nvPr/>
          </p:nvSpPr>
          <p:spPr bwMode="gray">
            <a:xfrm>
              <a:off x="49110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6" name="Forme libre : forme 7755">
              <a:extLst>
                <a:ext uri="{FF2B5EF4-FFF2-40B4-BE49-F238E27FC236}">
                  <a16:creationId xmlns:a16="http://schemas.microsoft.com/office/drawing/2014/main" id="{AC5A3C6A-BF08-6A0F-35A3-B6D6BE6A75A1}"/>
                </a:ext>
              </a:extLst>
            </p:cNvPr>
            <p:cNvSpPr/>
            <p:nvPr/>
          </p:nvSpPr>
          <p:spPr bwMode="gray">
            <a:xfrm>
              <a:off x="48615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7" name="Forme libre : forme 7756">
              <a:extLst>
                <a:ext uri="{FF2B5EF4-FFF2-40B4-BE49-F238E27FC236}">
                  <a16:creationId xmlns:a16="http://schemas.microsoft.com/office/drawing/2014/main" id="{FD88258C-4351-3F9B-8270-96C9B6B7EBEC}"/>
                </a:ext>
              </a:extLst>
            </p:cNvPr>
            <p:cNvSpPr/>
            <p:nvPr/>
          </p:nvSpPr>
          <p:spPr bwMode="gray">
            <a:xfrm>
              <a:off x="48133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8" name="Forme libre : forme 7757">
              <a:extLst>
                <a:ext uri="{FF2B5EF4-FFF2-40B4-BE49-F238E27FC236}">
                  <a16:creationId xmlns:a16="http://schemas.microsoft.com/office/drawing/2014/main" id="{D1F38D0B-187E-EE2E-B2D7-28C56675C03F}"/>
                </a:ext>
              </a:extLst>
            </p:cNvPr>
            <p:cNvSpPr/>
            <p:nvPr/>
          </p:nvSpPr>
          <p:spPr bwMode="gray">
            <a:xfrm>
              <a:off x="47637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59" name="Forme libre : forme 7758">
              <a:extLst>
                <a:ext uri="{FF2B5EF4-FFF2-40B4-BE49-F238E27FC236}">
                  <a16:creationId xmlns:a16="http://schemas.microsoft.com/office/drawing/2014/main" id="{0020C73A-750C-56A5-E237-8DF8324E8B12}"/>
                </a:ext>
              </a:extLst>
            </p:cNvPr>
            <p:cNvSpPr/>
            <p:nvPr/>
          </p:nvSpPr>
          <p:spPr bwMode="gray">
            <a:xfrm>
              <a:off x="47155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0" name="Forme libre : forme 7759">
              <a:extLst>
                <a:ext uri="{FF2B5EF4-FFF2-40B4-BE49-F238E27FC236}">
                  <a16:creationId xmlns:a16="http://schemas.microsoft.com/office/drawing/2014/main" id="{8452F285-5F16-588A-1DEA-6CE7C104EAD8}"/>
                </a:ext>
              </a:extLst>
            </p:cNvPr>
            <p:cNvSpPr/>
            <p:nvPr/>
          </p:nvSpPr>
          <p:spPr bwMode="gray">
            <a:xfrm>
              <a:off x="466598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1" name="Forme libre : forme 7760">
              <a:extLst>
                <a:ext uri="{FF2B5EF4-FFF2-40B4-BE49-F238E27FC236}">
                  <a16:creationId xmlns:a16="http://schemas.microsoft.com/office/drawing/2014/main" id="{89BB02B4-67B0-707B-CDEA-DBAC58413F77}"/>
                </a:ext>
              </a:extLst>
            </p:cNvPr>
            <p:cNvSpPr/>
            <p:nvPr/>
          </p:nvSpPr>
          <p:spPr bwMode="gray">
            <a:xfrm>
              <a:off x="46177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2" name="Forme libre : forme 7761">
              <a:extLst>
                <a:ext uri="{FF2B5EF4-FFF2-40B4-BE49-F238E27FC236}">
                  <a16:creationId xmlns:a16="http://schemas.microsoft.com/office/drawing/2014/main" id="{5DFFEA03-4626-8EF3-4C84-3D1B3FEDDBBB}"/>
                </a:ext>
              </a:extLst>
            </p:cNvPr>
            <p:cNvSpPr/>
            <p:nvPr/>
          </p:nvSpPr>
          <p:spPr bwMode="gray">
            <a:xfrm>
              <a:off x="45681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3" name="Forme libre : forme 7762">
              <a:extLst>
                <a:ext uri="{FF2B5EF4-FFF2-40B4-BE49-F238E27FC236}">
                  <a16:creationId xmlns:a16="http://schemas.microsoft.com/office/drawing/2014/main" id="{1B131A43-3B7F-FBBE-FA21-ADA598555AAA}"/>
                </a:ext>
              </a:extLst>
            </p:cNvPr>
            <p:cNvSpPr/>
            <p:nvPr/>
          </p:nvSpPr>
          <p:spPr bwMode="gray">
            <a:xfrm>
              <a:off x="45186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4" name="Forme libre : forme 7763">
              <a:extLst>
                <a:ext uri="{FF2B5EF4-FFF2-40B4-BE49-F238E27FC236}">
                  <a16:creationId xmlns:a16="http://schemas.microsoft.com/office/drawing/2014/main" id="{E5CA80A5-FD67-86B9-833D-516AE5F53BBC}"/>
                </a:ext>
              </a:extLst>
            </p:cNvPr>
            <p:cNvSpPr/>
            <p:nvPr/>
          </p:nvSpPr>
          <p:spPr bwMode="gray">
            <a:xfrm>
              <a:off x="44704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5" name="Forme libre : forme 7764">
              <a:extLst>
                <a:ext uri="{FF2B5EF4-FFF2-40B4-BE49-F238E27FC236}">
                  <a16:creationId xmlns:a16="http://schemas.microsoft.com/office/drawing/2014/main" id="{313BFA23-0AE4-2594-EB9E-2237C6F2A7FD}"/>
                </a:ext>
              </a:extLst>
            </p:cNvPr>
            <p:cNvSpPr/>
            <p:nvPr/>
          </p:nvSpPr>
          <p:spPr bwMode="gray">
            <a:xfrm>
              <a:off x="44208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6" name="Forme libre : forme 7765">
              <a:extLst>
                <a:ext uri="{FF2B5EF4-FFF2-40B4-BE49-F238E27FC236}">
                  <a16:creationId xmlns:a16="http://schemas.microsoft.com/office/drawing/2014/main" id="{BACC9464-FB8E-2AAB-EB07-3181B690A644}"/>
                </a:ext>
              </a:extLst>
            </p:cNvPr>
            <p:cNvSpPr/>
            <p:nvPr/>
          </p:nvSpPr>
          <p:spPr bwMode="gray">
            <a:xfrm>
              <a:off x="43726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7" name="Forme libre : forme 7766">
              <a:extLst>
                <a:ext uri="{FF2B5EF4-FFF2-40B4-BE49-F238E27FC236}">
                  <a16:creationId xmlns:a16="http://schemas.microsoft.com/office/drawing/2014/main" id="{CCA4BAAE-94EC-EF50-3987-121381F7D431}"/>
                </a:ext>
              </a:extLst>
            </p:cNvPr>
            <p:cNvSpPr/>
            <p:nvPr/>
          </p:nvSpPr>
          <p:spPr bwMode="gray">
            <a:xfrm>
              <a:off x="42735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8" name="Forme libre : forme 7767">
              <a:extLst>
                <a:ext uri="{FF2B5EF4-FFF2-40B4-BE49-F238E27FC236}">
                  <a16:creationId xmlns:a16="http://schemas.microsoft.com/office/drawing/2014/main" id="{9978221D-F437-90FB-3B08-7D0DAC161171}"/>
                </a:ext>
              </a:extLst>
            </p:cNvPr>
            <p:cNvSpPr/>
            <p:nvPr/>
          </p:nvSpPr>
          <p:spPr bwMode="gray">
            <a:xfrm>
              <a:off x="42252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69" name="Forme libre : forme 7768">
              <a:extLst>
                <a:ext uri="{FF2B5EF4-FFF2-40B4-BE49-F238E27FC236}">
                  <a16:creationId xmlns:a16="http://schemas.microsoft.com/office/drawing/2014/main" id="{51E9B998-55BD-0D73-5AD2-7075D2506C82}"/>
                </a:ext>
              </a:extLst>
            </p:cNvPr>
            <p:cNvSpPr/>
            <p:nvPr/>
          </p:nvSpPr>
          <p:spPr bwMode="gray">
            <a:xfrm>
              <a:off x="41757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0" name="Forme libre : forme 7769">
              <a:extLst>
                <a:ext uri="{FF2B5EF4-FFF2-40B4-BE49-F238E27FC236}">
                  <a16:creationId xmlns:a16="http://schemas.microsoft.com/office/drawing/2014/main" id="{4DC07E95-3523-5E42-4A7E-A8D9659A39FB}"/>
                </a:ext>
              </a:extLst>
            </p:cNvPr>
            <p:cNvSpPr/>
            <p:nvPr/>
          </p:nvSpPr>
          <p:spPr bwMode="gray">
            <a:xfrm>
              <a:off x="41275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1" name="Forme libre : forme 7770">
              <a:extLst>
                <a:ext uri="{FF2B5EF4-FFF2-40B4-BE49-F238E27FC236}">
                  <a16:creationId xmlns:a16="http://schemas.microsoft.com/office/drawing/2014/main" id="{25A19BBC-D5DF-C2E9-8BC7-67FDBB43D785}"/>
                </a:ext>
              </a:extLst>
            </p:cNvPr>
            <p:cNvSpPr/>
            <p:nvPr/>
          </p:nvSpPr>
          <p:spPr bwMode="gray">
            <a:xfrm>
              <a:off x="35877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2" name="Forme libre : forme 7771">
              <a:extLst>
                <a:ext uri="{FF2B5EF4-FFF2-40B4-BE49-F238E27FC236}">
                  <a16:creationId xmlns:a16="http://schemas.microsoft.com/office/drawing/2014/main" id="{164254F1-0E92-6E6A-3B9A-717CF6728E8A}"/>
                </a:ext>
              </a:extLst>
            </p:cNvPr>
            <p:cNvSpPr/>
            <p:nvPr/>
          </p:nvSpPr>
          <p:spPr bwMode="gray">
            <a:xfrm>
              <a:off x="35382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3" name="Forme libre : forme 7772">
              <a:extLst>
                <a:ext uri="{FF2B5EF4-FFF2-40B4-BE49-F238E27FC236}">
                  <a16:creationId xmlns:a16="http://schemas.microsoft.com/office/drawing/2014/main" id="{6F62156F-310B-3716-CEE4-9A34F06638C3}"/>
                </a:ext>
              </a:extLst>
            </p:cNvPr>
            <p:cNvSpPr/>
            <p:nvPr/>
          </p:nvSpPr>
          <p:spPr bwMode="gray">
            <a:xfrm>
              <a:off x="348996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4" name="Forme libre : forme 7773">
              <a:extLst>
                <a:ext uri="{FF2B5EF4-FFF2-40B4-BE49-F238E27FC236}">
                  <a16:creationId xmlns:a16="http://schemas.microsoft.com/office/drawing/2014/main" id="{C18752B5-F65C-7082-97CC-2BEDE86B6DBD}"/>
                </a:ext>
              </a:extLst>
            </p:cNvPr>
            <p:cNvSpPr/>
            <p:nvPr/>
          </p:nvSpPr>
          <p:spPr bwMode="gray">
            <a:xfrm>
              <a:off x="34404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5" name="Forme libre : forme 7774">
              <a:extLst>
                <a:ext uri="{FF2B5EF4-FFF2-40B4-BE49-F238E27FC236}">
                  <a16:creationId xmlns:a16="http://schemas.microsoft.com/office/drawing/2014/main" id="{79CC8AD1-6ABC-78FD-1E75-29B687C4BB47}"/>
                </a:ext>
              </a:extLst>
            </p:cNvPr>
            <p:cNvSpPr/>
            <p:nvPr/>
          </p:nvSpPr>
          <p:spPr bwMode="gray">
            <a:xfrm>
              <a:off x="30975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6" name="Forme libre : forme 7775">
              <a:extLst>
                <a:ext uri="{FF2B5EF4-FFF2-40B4-BE49-F238E27FC236}">
                  <a16:creationId xmlns:a16="http://schemas.microsoft.com/office/drawing/2014/main" id="{38A2B893-5FE8-B1C4-4235-CE3DFD1B2F33}"/>
                </a:ext>
              </a:extLst>
            </p:cNvPr>
            <p:cNvSpPr/>
            <p:nvPr/>
          </p:nvSpPr>
          <p:spPr bwMode="gray">
            <a:xfrm>
              <a:off x="30492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7" name="Forme libre : forme 7776">
              <a:extLst>
                <a:ext uri="{FF2B5EF4-FFF2-40B4-BE49-F238E27FC236}">
                  <a16:creationId xmlns:a16="http://schemas.microsoft.com/office/drawing/2014/main" id="{7E060338-D023-5F9E-C03A-59D7BA6A34A3}"/>
                </a:ext>
              </a:extLst>
            </p:cNvPr>
            <p:cNvSpPr/>
            <p:nvPr/>
          </p:nvSpPr>
          <p:spPr bwMode="gray">
            <a:xfrm>
              <a:off x="29997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8" name="Forme libre : forme 7777">
              <a:extLst>
                <a:ext uri="{FF2B5EF4-FFF2-40B4-BE49-F238E27FC236}">
                  <a16:creationId xmlns:a16="http://schemas.microsoft.com/office/drawing/2014/main" id="{3FFD57EA-69EE-1705-D2BE-98033903D464}"/>
                </a:ext>
              </a:extLst>
            </p:cNvPr>
            <p:cNvSpPr/>
            <p:nvPr/>
          </p:nvSpPr>
          <p:spPr bwMode="gray">
            <a:xfrm>
              <a:off x="29502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79" name="Forme libre : forme 7778">
              <a:extLst>
                <a:ext uri="{FF2B5EF4-FFF2-40B4-BE49-F238E27FC236}">
                  <a16:creationId xmlns:a16="http://schemas.microsoft.com/office/drawing/2014/main" id="{47E009ED-9B00-02E6-2611-BF581160BC5D}"/>
                </a:ext>
              </a:extLst>
            </p:cNvPr>
            <p:cNvSpPr/>
            <p:nvPr/>
          </p:nvSpPr>
          <p:spPr bwMode="gray">
            <a:xfrm>
              <a:off x="27051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0" name="Forme libre : forme 7779">
              <a:extLst>
                <a:ext uri="{FF2B5EF4-FFF2-40B4-BE49-F238E27FC236}">
                  <a16:creationId xmlns:a16="http://schemas.microsoft.com/office/drawing/2014/main" id="{32BD65D6-6D07-D570-5318-F459B73AFB91}"/>
                </a:ext>
              </a:extLst>
            </p:cNvPr>
            <p:cNvSpPr/>
            <p:nvPr/>
          </p:nvSpPr>
          <p:spPr bwMode="gray">
            <a:xfrm>
              <a:off x="26568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1" name="Forme libre : forme 7780">
              <a:extLst>
                <a:ext uri="{FF2B5EF4-FFF2-40B4-BE49-F238E27FC236}">
                  <a16:creationId xmlns:a16="http://schemas.microsoft.com/office/drawing/2014/main" id="{F8728267-1374-C698-A551-614C9D173C3F}"/>
                </a:ext>
              </a:extLst>
            </p:cNvPr>
            <p:cNvSpPr/>
            <p:nvPr/>
          </p:nvSpPr>
          <p:spPr bwMode="gray">
            <a:xfrm>
              <a:off x="26073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2" name="Forme libre : forme 7781">
              <a:extLst>
                <a:ext uri="{FF2B5EF4-FFF2-40B4-BE49-F238E27FC236}">
                  <a16:creationId xmlns:a16="http://schemas.microsoft.com/office/drawing/2014/main" id="{FA59C22E-B612-1B01-0C9E-D64E62C36F61}"/>
                </a:ext>
              </a:extLst>
            </p:cNvPr>
            <p:cNvSpPr/>
            <p:nvPr/>
          </p:nvSpPr>
          <p:spPr bwMode="gray">
            <a:xfrm>
              <a:off x="255905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3" name="Forme libre : forme 7782">
              <a:extLst>
                <a:ext uri="{FF2B5EF4-FFF2-40B4-BE49-F238E27FC236}">
                  <a16:creationId xmlns:a16="http://schemas.microsoft.com/office/drawing/2014/main" id="{7E2693F1-D90E-A283-9BA7-2C826C01C7BD}"/>
                </a:ext>
              </a:extLst>
            </p:cNvPr>
            <p:cNvSpPr/>
            <p:nvPr/>
          </p:nvSpPr>
          <p:spPr bwMode="gray">
            <a:xfrm>
              <a:off x="25095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4" name="Forme libre : forme 7783">
              <a:extLst>
                <a:ext uri="{FF2B5EF4-FFF2-40B4-BE49-F238E27FC236}">
                  <a16:creationId xmlns:a16="http://schemas.microsoft.com/office/drawing/2014/main" id="{F78123FF-9EC0-CAAD-C073-9B3D53C31FA6}"/>
                </a:ext>
              </a:extLst>
            </p:cNvPr>
            <p:cNvSpPr/>
            <p:nvPr/>
          </p:nvSpPr>
          <p:spPr bwMode="gray">
            <a:xfrm>
              <a:off x="24599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5" name="Forme libre : forme 7784">
              <a:extLst>
                <a:ext uri="{FF2B5EF4-FFF2-40B4-BE49-F238E27FC236}">
                  <a16:creationId xmlns:a16="http://schemas.microsoft.com/office/drawing/2014/main" id="{05BA2331-C2E6-1768-6357-579D5CC66DAE}"/>
                </a:ext>
              </a:extLst>
            </p:cNvPr>
            <p:cNvSpPr/>
            <p:nvPr/>
          </p:nvSpPr>
          <p:spPr bwMode="gray">
            <a:xfrm>
              <a:off x="231394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6" name="Forme libre : forme 7785">
              <a:extLst>
                <a:ext uri="{FF2B5EF4-FFF2-40B4-BE49-F238E27FC236}">
                  <a16:creationId xmlns:a16="http://schemas.microsoft.com/office/drawing/2014/main" id="{5D1506AC-EEB0-4EEA-3830-1BFDF91A8CDE}"/>
                </a:ext>
              </a:extLst>
            </p:cNvPr>
            <p:cNvSpPr/>
            <p:nvPr/>
          </p:nvSpPr>
          <p:spPr bwMode="gray">
            <a:xfrm>
              <a:off x="22644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7" name="Forme libre : forme 7786">
              <a:extLst>
                <a:ext uri="{FF2B5EF4-FFF2-40B4-BE49-F238E27FC236}">
                  <a16:creationId xmlns:a16="http://schemas.microsoft.com/office/drawing/2014/main" id="{9648BA52-50AE-9804-106A-4D4A3D094FB8}"/>
                </a:ext>
              </a:extLst>
            </p:cNvPr>
            <p:cNvSpPr/>
            <p:nvPr/>
          </p:nvSpPr>
          <p:spPr bwMode="gray">
            <a:xfrm>
              <a:off x="221488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8" name="Forme libre : forme 7787">
              <a:extLst>
                <a:ext uri="{FF2B5EF4-FFF2-40B4-BE49-F238E27FC236}">
                  <a16:creationId xmlns:a16="http://schemas.microsoft.com/office/drawing/2014/main" id="{41F92832-8F98-382C-06C3-453EE1832EEA}"/>
                </a:ext>
              </a:extLst>
            </p:cNvPr>
            <p:cNvSpPr/>
            <p:nvPr/>
          </p:nvSpPr>
          <p:spPr bwMode="gray">
            <a:xfrm>
              <a:off x="21666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89" name="Forme libre : forme 7788">
              <a:extLst>
                <a:ext uri="{FF2B5EF4-FFF2-40B4-BE49-F238E27FC236}">
                  <a16:creationId xmlns:a16="http://schemas.microsoft.com/office/drawing/2014/main" id="{BD4A4BA1-B769-B3AA-BC33-B38A42C5D537}"/>
                </a:ext>
              </a:extLst>
            </p:cNvPr>
            <p:cNvSpPr/>
            <p:nvPr/>
          </p:nvSpPr>
          <p:spPr bwMode="gray">
            <a:xfrm>
              <a:off x="21170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0" name="Forme libre : forme 7789">
              <a:extLst>
                <a:ext uri="{FF2B5EF4-FFF2-40B4-BE49-F238E27FC236}">
                  <a16:creationId xmlns:a16="http://schemas.microsoft.com/office/drawing/2014/main" id="{3CB39DF7-2DD6-FF47-2F03-0236A9D40AAC}"/>
                </a:ext>
              </a:extLst>
            </p:cNvPr>
            <p:cNvSpPr/>
            <p:nvPr/>
          </p:nvSpPr>
          <p:spPr bwMode="gray">
            <a:xfrm>
              <a:off x="20688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1" name="Forme libre : forme 7790">
              <a:extLst>
                <a:ext uri="{FF2B5EF4-FFF2-40B4-BE49-F238E27FC236}">
                  <a16:creationId xmlns:a16="http://schemas.microsoft.com/office/drawing/2014/main" id="{15E667B0-2776-1C52-F5F8-03D40043B893}"/>
                </a:ext>
              </a:extLst>
            </p:cNvPr>
            <p:cNvSpPr/>
            <p:nvPr/>
          </p:nvSpPr>
          <p:spPr bwMode="gray">
            <a:xfrm>
              <a:off x="20193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2" name="Forme libre : forme 7791">
              <a:extLst>
                <a:ext uri="{FF2B5EF4-FFF2-40B4-BE49-F238E27FC236}">
                  <a16:creationId xmlns:a16="http://schemas.microsoft.com/office/drawing/2014/main" id="{1619DCCA-D0A8-F61B-9A98-15426DA8F8C7}"/>
                </a:ext>
              </a:extLst>
            </p:cNvPr>
            <p:cNvSpPr/>
            <p:nvPr/>
          </p:nvSpPr>
          <p:spPr bwMode="gray">
            <a:xfrm>
              <a:off x="19697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3" name="Forme libre : forme 7792">
              <a:extLst>
                <a:ext uri="{FF2B5EF4-FFF2-40B4-BE49-F238E27FC236}">
                  <a16:creationId xmlns:a16="http://schemas.microsoft.com/office/drawing/2014/main" id="{EEFAB712-2037-54D2-5110-C97FB15D458E}"/>
                </a:ext>
              </a:extLst>
            </p:cNvPr>
            <p:cNvSpPr/>
            <p:nvPr/>
          </p:nvSpPr>
          <p:spPr bwMode="gray">
            <a:xfrm>
              <a:off x="192151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4" name="Forme libre : forme 7793">
              <a:extLst>
                <a:ext uri="{FF2B5EF4-FFF2-40B4-BE49-F238E27FC236}">
                  <a16:creationId xmlns:a16="http://schemas.microsoft.com/office/drawing/2014/main" id="{605B3890-2CF1-4AF7-817C-B995DFE694B0}"/>
                </a:ext>
              </a:extLst>
            </p:cNvPr>
            <p:cNvSpPr/>
            <p:nvPr/>
          </p:nvSpPr>
          <p:spPr bwMode="gray">
            <a:xfrm>
              <a:off x="187198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5" name="Forme libre : forme 7794">
              <a:extLst>
                <a:ext uri="{FF2B5EF4-FFF2-40B4-BE49-F238E27FC236}">
                  <a16:creationId xmlns:a16="http://schemas.microsoft.com/office/drawing/2014/main" id="{B08C95FD-F227-41ED-74C7-6CA2D18F6EFF}"/>
                </a:ext>
              </a:extLst>
            </p:cNvPr>
            <p:cNvSpPr/>
            <p:nvPr/>
          </p:nvSpPr>
          <p:spPr bwMode="gray">
            <a:xfrm>
              <a:off x="182372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6" name="Forme libre : forme 7795">
              <a:extLst>
                <a:ext uri="{FF2B5EF4-FFF2-40B4-BE49-F238E27FC236}">
                  <a16:creationId xmlns:a16="http://schemas.microsoft.com/office/drawing/2014/main" id="{01E5698B-568F-FBCE-6CDF-D1E75F04B817}"/>
                </a:ext>
              </a:extLst>
            </p:cNvPr>
            <p:cNvSpPr/>
            <p:nvPr/>
          </p:nvSpPr>
          <p:spPr bwMode="gray">
            <a:xfrm>
              <a:off x="177419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7" name="Forme libre : forme 7796">
              <a:extLst>
                <a:ext uri="{FF2B5EF4-FFF2-40B4-BE49-F238E27FC236}">
                  <a16:creationId xmlns:a16="http://schemas.microsoft.com/office/drawing/2014/main" id="{72C02C99-FFA2-2897-A75D-2B6BE29288AF}"/>
                </a:ext>
              </a:extLst>
            </p:cNvPr>
            <p:cNvSpPr/>
            <p:nvPr/>
          </p:nvSpPr>
          <p:spPr bwMode="gray">
            <a:xfrm>
              <a:off x="172593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8" name="Forme libre : forme 7797">
              <a:extLst>
                <a:ext uri="{FF2B5EF4-FFF2-40B4-BE49-F238E27FC236}">
                  <a16:creationId xmlns:a16="http://schemas.microsoft.com/office/drawing/2014/main" id="{90593418-5ACB-EC4F-7E59-BAEE85D17609}"/>
                </a:ext>
              </a:extLst>
            </p:cNvPr>
            <p:cNvSpPr/>
            <p:nvPr/>
          </p:nvSpPr>
          <p:spPr bwMode="gray">
            <a:xfrm>
              <a:off x="167640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99" name="Forme libre : forme 7798">
              <a:extLst>
                <a:ext uri="{FF2B5EF4-FFF2-40B4-BE49-F238E27FC236}">
                  <a16:creationId xmlns:a16="http://schemas.microsoft.com/office/drawing/2014/main" id="{DE8CD0DF-CCC6-0C15-16FD-16B4FB2A8195}"/>
                </a:ext>
              </a:extLst>
            </p:cNvPr>
            <p:cNvSpPr/>
            <p:nvPr/>
          </p:nvSpPr>
          <p:spPr bwMode="gray">
            <a:xfrm>
              <a:off x="1626870" y="23317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0" name="Forme libre : forme 7799">
              <a:extLst>
                <a:ext uri="{FF2B5EF4-FFF2-40B4-BE49-F238E27FC236}">
                  <a16:creationId xmlns:a16="http://schemas.microsoft.com/office/drawing/2014/main" id="{E39DBED6-9EF5-BF27-901E-C1FF24B694DC}"/>
                </a:ext>
              </a:extLst>
            </p:cNvPr>
            <p:cNvSpPr/>
            <p:nvPr/>
          </p:nvSpPr>
          <p:spPr bwMode="gray">
            <a:xfrm>
              <a:off x="157861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1" name="Forme libre : forme 7800">
              <a:extLst>
                <a:ext uri="{FF2B5EF4-FFF2-40B4-BE49-F238E27FC236}">
                  <a16:creationId xmlns:a16="http://schemas.microsoft.com/office/drawing/2014/main" id="{3C20C1ED-82BD-D88A-8082-AB15F2279A18}"/>
                </a:ext>
              </a:extLst>
            </p:cNvPr>
            <p:cNvSpPr/>
            <p:nvPr/>
          </p:nvSpPr>
          <p:spPr bwMode="gray">
            <a:xfrm>
              <a:off x="152908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2" name="Forme libre : forme 7801">
              <a:extLst>
                <a:ext uri="{FF2B5EF4-FFF2-40B4-BE49-F238E27FC236}">
                  <a16:creationId xmlns:a16="http://schemas.microsoft.com/office/drawing/2014/main" id="{04A77D68-A301-6FAE-3FB0-2F71790F9A66}"/>
                </a:ext>
              </a:extLst>
            </p:cNvPr>
            <p:cNvSpPr/>
            <p:nvPr/>
          </p:nvSpPr>
          <p:spPr bwMode="gray">
            <a:xfrm>
              <a:off x="148082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3" name="Forme libre : forme 7802">
              <a:extLst>
                <a:ext uri="{FF2B5EF4-FFF2-40B4-BE49-F238E27FC236}">
                  <a16:creationId xmlns:a16="http://schemas.microsoft.com/office/drawing/2014/main" id="{F8EE78E7-0C0E-7FC8-C4FD-FD547810A1C1}"/>
                </a:ext>
              </a:extLst>
            </p:cNvPr>
            <p:cNvSpPr/>
            <p:nvPr/>
          </p:nvSpPr>
          <p:spPr bwMode="gray">
            <a:xfrm>
              <a:off x="143129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4" name="Forme libre : forme 7803">
              <a:extLst>
                <a:ext uri="{FF2B5EF4-FFF2-40B4-BE49-F238E27FC236}">
                  <a16:creationId xmlns:a16="http://schemas.microsoft.com/office/drawing/2014/main" id="{DAD1BC4B-1AB7-3FD7-AEE3-DE429F7BBA1F}"/>
                </a:ext>
              </a:extLst>
            </p:cNvPr>
            <p:cNvSpPr/>
            <p:nvPr/>
          </p:nvSpPr>
          <p:spPr bwMode="gray">
            <a:xfrm>
              <a:off x="138176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5" name="Forme libre : forme 7804">
              <a:extLst>
                <a:ext uri="{FF2B5EF4-FFF2-40B4-BE49-F238E27FC236}">
                  <a16:creationId xmlns:a16="http://schemas.microsoft.com/office/drawing/2014/main" id="{A88DF399-EA49-EB88-127F-335BA9747545}"/>
                </a:ext>
              </a:extLst>
            </p:cNvPr>
            <p:cNvSpPr/>
            <p:nvPr/>
          </p:nvSpPr>
          <p:spPr bwMode="gray">
            <a:xfrm>
              <a:off x="133350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6" name="Forme libre : forme 7805">
              <a:extLst>
                <a:ext uri="{FF2B5EF4-FFF2-40B4-BE49-F238E27FC236}">
                  <a16:creationId xmlns:a16="http://schemas.microsoft.com/office/drawing/2014/main" id="{531EC4E2-88F9-F383-A97D-538E4E1F67B8}"/>
                </a:ext>
              </a:extLst>
            </p:cNvPr>
            <p:cNvSpPr/>
            <p:nvPr/>
          </p:nvSpPr>
          <p:spPr bwMode="gray">
            <a:xfrm>
              <a:off x="128397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7" name="Forme libre : forme 7806">
              <a:extLst>
                <a:ext uri="{FF2B5EF4-FFF2-40B4-BE49-F238E27FC236}">
                  <a16:creationId xmlns:a16="http://schemas.microsoft.com/office/drawing/2014/main" id="{99387B7E-3DC9-A619-B9CF-3DF26885DD16}"/>
                </a:ext>
              </a:extLst>
            </p:cNvPr>
            <p:cNvSpPr/>
            <p:nvPr/>
          </p:nvSpPr>
          <p:spPr bwMode="gray">
            <a:xfrm>
              <a:off x="123571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8" name="Forme libre : forme 7807">
              <a:extLst>
                <a:ext uri="{FF2B5EF4-FFF2-40B4-BE49-F238E27FC236}">
                  <a16:creationId xmlns:a16="http://schemas.microsoft.com/office/drawing/2014/main" id="{5C953C6A-E01D-632C-7868-D7E449686D89}"/>
                </a:ext>
              </a:extLst>
            </p:cNvPr>
            <p:cNvSpPr/>
            <p:nvPr/>
          </p:nvSpPr>
          <p:spPr bwMode="gray">
            <a:xfrm>
              <a:off x="118618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09" name="Forme libre : forme 7808">
              <a:extLst>
                <a:ext uri="{FF2B5EF4-FFF2-40B4-BE49-F238E27FC236}">
                  <a16:creationId xmlns:a16="http://schemas.microsoft.com/office/drawing/2014/main" id="{18C77A24-642E-7C7D-5E14-AC0CE057C659}"/>
                </a:ext>
              </a:extLst>
            </p:cNvPr>
            <p:cNvSpPr/>
            <p:nvPr/>
          </p:nvSpPr>
          <p:spPr bwMode="gray">
            <a:xfrm>
              <a:off x="113665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0" name="Forme libre : forme 7809">
              <a:extLst>
                <a:ext uri="{FF2B5EF4-FFF2-40B4-BE49-F238E27FC236}">
                  <a16:creationId xmlns:a16="http://schemas.microsoft.com/office/drawing/2014/main" id="{65678368-1CC0-B2C2-3F90-208B7D7DD6C1}"/>
                </a:ext>
              </a:extLst>
            </p:cNvPr>
            <p:cNvSpPr/>
            <p:nvPr/>
          </p:nvSpPr>
          <p:spPr bwMode="gray">
            <a:xfrm>
              <a:off x="108839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1" name="Forme libre : forme 7810">
              <a:extLst>
                <a:ext uri="{FF2B5EF4-FFF2-40B4-BE49-F238E27FC236}">
                  <a16:creationId xmlns:a16="http://schemas.microsoft.com/office/drawing/2014/main" id="{F0898A93-66EF-A506-6B38-0346503655C6}"/>
                </a:ext>
              </a:extLst>
            </p:cNvPr>
            <p:cNvSpPr/>
            <p:nvPr/>
          </p:nvSpPr>
          <p:spPr bwMode="gray">
            <a:xfrm>
              <a:off x="103886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2" name="Forme libre : forme 7811">
              <a:extLst>
                <a:ext uri="{FF2B5EF4-FFF2-40B4-BE49-F238E27FC236}">
                  <a16:creationId xmlns:a16="http://schemas.microsoft.com/office/drawing/2014/main" id="{633BA555-7AD8-5014-BEFC-D36C1330542F}"/>
                </a:ext>
              </a:extLst>
            </p:cNvPr>
            <p:cNvSpPr/>
            <p:nvPr/>
          </p:nvSpPr>
          <p:spPr bwMode="gray">
            <a:xfrm>
              <a:off x="99060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3" name="Forme libre : forme 7812">
              <a:extLst>
                <a:ext uri="{FF2B5EF4-FFF2-40B4-BE49-F238E27FC236}">
                  <a16:creationId xmlns:a16="http://schemas.microsoft.com/office/drawing/2014/main" id="{2149CA9F-D1B7-813F-543E-11EEFF38E31B}"/>
                </a:ext>
              </a:extLst>
            </p:cNvPr>
            <p:cNvSpPr/>
            <p:nvPr/>
          </p:nvSpPr>
          <p:spPr bwMode="gray">
            <a:xfrm>
              <a:off x="94106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4" name="Forme libre : forme 7813">
              <a:extLst>
                <a:ext uri="{FF2B5EF4-FFF2-40B4-BE49-F238E27FC236}">
                  <a16:creationId xmlns:a16="http://schemas.microsoft.com/office/drawing/2014/main" id="{59C2CF49-8B00-AF7A-75D2-D5E9D84ECA14}"/>
                </a:ext>
              </a:extLst>
            </p:cNvPr>
            <p:cNvSpPr/>
            <p:nvPr/>
          </p:nvSpPr>
          <p:spPr bwMode="gray">
            <a:xfrm>
              <a:off x="89154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5" name="Forme libre : forme 7814">
              <a:extLst>
                <a:ext uri="{FF2B5EF4-FFF2-40B4-BE49-F238E27FC236}">
                  <a16:creationId xmlns:a16="http://schemas.microsoft.com/office/drawing/2014/main" id="{7B5D2700-7E5F-AB62-D118-8A97F4B66C19}"/>
                </a:ext>
              </a:extLst>
            </p:cNvPr>
            <p:cNvSpPr/>
            <p:nvPr/>
          </p:nvSpPr>
          <p:spPr bwMode="gray">
            <a:xfrm>
              <a:off x="843279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6" name="Forme libre : forme 7815">
              <a:extLst>
                <a:ext uri="{FF2B5EF4-FFF2-40B4-BE49-F238E27FC236}">
                  <a16:creationId xmlns:a16="http://schemas.microsoft.com/office/drawing/2014/main" id="{D7C1B404-13EF-F6F1-6D41-544B059ED326}"/>
                </a:ext>
              </a:extLst>
            </p:cNvPr>
            <p:cNvSpPr/>
            <p:nvPr/>
          </p:nvSpPr>
          <p:spPr bwMode="gray">
            <a:xfrm>
              <a:off x="793750" y="233172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7" name="Forme libre : forme 7816">
              <a:extLst>
                <a:ext uri="{FF2B5EF4-FFF2-40B4-BE49-F238E27FC236}">
                  <a16:creationId xmlns:a16="http://schemas.microsoft.com/office/drawing/2014/main" id="{DBECABCE-4384-234E-9272-2079B1E1CCFD}"/>
                </a:ext>
              </a:extLst>
            </p:cNvPr>
            <p:cNvSpPr/>
            <p:nvPr/>
          </p:nvSpPr>
          <p:spPr bwMode="gray">
            <a:xfrm>
              <a:off x="736218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8" name="Forme libre : forme 7817">
              <a:extLst>
                <a:ext uri="{FF2B5EF4-FFF2-40B4-BE49-F238E27FC236}">
                  <a16:creationId xmlns:a16="http://schemas.microsoft.com/office/drawing/2014/main" id="{C91F8E49-A835-4086-A2F8-9630CBE19AC8}"/>
                </a:ext>
              </a:extLst>
            </p:cNvPr>
            <p:cNvSpPr/>
            <p:nvPr/>
          </p:nvSpPr>
          <p:spPr bwMode="gray">
            <a:xfrm>
              <a:off x="731265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19" name="Forme libre : forme 7818">
              <a:extLst>
                <a:ext uri="{FF2B5EF4-FFF2-40B4-BE49-F238E27FC236}">
                  <a16:creationId xmlns:a16="http://schemas.microsoft.com/office/drawing/2014/main" id="{8513F616-EEC6-DCF2-F500-0EC651C6685D}"/>
                </a:ext>
              </a:extLst>
            </p:cNvPr>
            <p:cNvSpPr/>
            <p:nvPr/>
          </p:nvSpPr>
          <p:spPr bwMode="gray">
            <a:xfrm>
              <a:off x="726440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0" name="Forme libre : forme 7819">
              <a:extLst>
                <a:ext uri="{FF2B5EF4-FFF2-40B4-BE49-F238E27FC236}">
                  <a16:creationId xmlns:a16="http://schemas.microsoft.com/office/drawing/2014/main" id="{9472C2E4-6D01-3948-2CB6-BFE6CE7B8CBE}"/>
                </a:ext>
              </a:extLst>
            </p:cNvPr>
            <p:cNvSpPr/>
            <p:nvPr/>
          </p:nvSpPr>
          <p:spPr bwMode="gray">
            <a:xfrm>
              <a:off x="721486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1" name="Forme libre : forme 7820">
              <a:extLst>
                <a:ext uri="{FF2B5EF4-FFF2-40B4-BE49-F238E27FC236}">
                  <a16:creationId xmlns:a16="http://schemas.microsoft.com/office/drawing/2014/main" id="{D5952E46-528C-1C5B-8CD3-751848C85DEC}"/>
                </a:ext>
              </a:extLst>
            </p:cNvPr>
            <p:cNvSpPr/>
            <p:nvPr/>
          </p:nvSpPr>
          <p:spPr bwMode="gray">
            <a:xfrm>
              <a:off x="716533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2" name="Forme libre : forme 7821">
              <a:extLst>
                <a:ext uri="{FF2B5EF4-FFF2-40B4-BE49-F238E27FC236}">
                  <a16:creationId xmlns:a16="http://schemas.microsoft.com/office/drawing/2014/main" id="{BDB764A2-091D-7E5D-C380-533037ADD3A9}"/>
                </a:ext>
              </a:extLst>
            </p:cNvPr>
            <p:cNvSpPr/>
            <p:nvPr/>
          </p:nvSpPr>
          <p:spPr bwMode="gray">
            <a:xfrm>
              <a:off x="711708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3" name="Forme libre : forme 7822">
              <a:extLst>
                <a:ext uri="{FF2B5EF4-FFF2-40B4-BE49-F238E27FC236}">
                  <a16:creationId xmlns:a16="http://schemas.microsoft.com/office/drawing/2014/main" id="{B2B43F16-8955-F771-749B-8B55656BB44C}"/>
                </a:ext>
              </a:extLst>
            </p:cNvPr>
            <p:cNvSpPr/>
            <p:nvPr/>
          </p:nvSpPr>
          <p:spPr bwMode="gray">
            <a:xfrm>
              <a:off x="706755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4" name="Forme libre : forme 7823">
              <a:extLst>
                <a:ext uri="{FF2B5EF4-FFF2-40B4-BE49-F238E27FC236}">
                  <a16:creationId xmlns:a16="http://schemas.microsoft.com/office/drawing/2014/main" id="{27F0631E-89F8-5375-FF71-F35301E23E23}"/>
                </a:ext>
              </a:extLst>
            </p:cNvPr>
            <p:cNvSpPr/>
            <p:nvPr/>
          </p:nvSpPr>
          <p:spPr bwMode="gray">
            <a:xfrm>
              <a:off x="701928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5" name="Forme libre : forme 7824">
              <a:extLst>
                <a:ext uri="{FF2B5EF4-FFF2-40B4-BE49-F238E27FC236}">
                  <a16:creationId xmlns:a16="http://schemas.microsoft.com/office/drawing/2014/main" id="{03B3851C-56B5-858A-555E-495BECADFE22}"/>
                </a:ext>
              </a:extLst>
            </p:cNvPr>
            <p:cNvSpPr/>
            <p:nvPr/>
          </p:nvSpPr>
          <p:spPr bwMode="gray">
            <a:xfrm>
              <a:off x="696975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6" name="Forme libre : forme 7825">
              <a:extLst>
                <a:ext uri="{FF2B5EF4-FFF2-40B4-BE49-F238E27FC236}">
                  <a16:creationId xmlns:a16="http://schemas.microsoft.com/office/drawing/2014/main" id="{46B2858B-E6C5-4C37-B07E-A4757C2FA0C7}"/>
                </a:ext>
              </a:extLst>
            </p:cNvPr>
            <p:cNvSpPr/>
            <p:nvPr/>
          </p:nvSpPr>
          <p:spPr bwMode="gray">
            <a:xfrm>
              <a:off x="692023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7" name="Forme libre : forme 7826">
              <a:extLst>
                <a:ext uri="{FF2B5EF4-FFF2-40B4-BE49-F238E27FC236}">
                  <a16:creationId xmlns:a16="http://schemas.microsoft.com/office/drawing/2014/main" id="{8AD1F3E2-5016-D40B-C430-167F779B7CD0}"/>
                </a:ext>
              </a:extLst>
            </p:cNvPr>
            <p:cNvSpPr/>
            <p:nvPr/>
          </p:nvSpPr>
          <p:spPr bwMode="gray">
            <a:xfrm>
              <a:off x="687196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8" name="Forme libre : forme 7827">
              <a:extLst>
                <a:ext uri="{FF2B5EF4-FFF2-40B4-BE49-F238E27FC236}">
                  <a16:creationId xmlns:a16="http://schemas.microsoft.com/office/drawing/2014/main" id="{04310C44-FDFD-7615-A128-ED473A590C0D}"/>
                </a:ext>
              </a:extLst>
            </p:cNvPr>
            <p:cNvSpPr/>
            <p:nvPr/>
          </p:nvSpPr>
          <p:spPr bwMode="gray">
            <a:xfrm>
              <a:off x="682243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29" name="Forme libre : forme 7828">
              <a:extLst>
                <a:ext uri="{FF2B5EF4-FFF2-40B4-BE49-F238E27FC236}">
                  <a16:creationId xmlns:a16="http://schemas.microsoft.com/office/drawing/2014/main" id="{DD72127F-2DAE-A5EF-A6F4-962CAFE08155}"/>
                </a:ext>
              </a:extLst>
            </p:cNvPr>
            <p:cNvSpPr/>
            <p:nvPr/>
          </p:nvSpPr>
          <p:spPr bwMode="gray">
            <a:xfrm>
              <a:off x="677418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0" name="Forme libre : forme 7829">
              <a:extLst>
                <a:ext uri="{FF2B5EF4-FFF2-40B4-BE49-F238E27FC236}">
                  <a16:creationId xmlns:a16="http://schemas.microsoft.com/office/drawing/2014/main" id="{B5B7E928-B1CD-6174-BCAA-69797AE88CF5}"/>
                </a:ext>
              </a:extLst>
            </p:cNvPr>
            <p:cNvSpPr/>
            <p:nvPr/>
          </p:nvSpPr>
          <p:spPr bwMode="gray">
            <a:xfrm>
              <a:off x="672465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1" name="Forme libre : forme 7830">
              <a:extLst>
                <a:ext uri="{FF2B5EF4-FFF2-40B4-BE49-F238E27FC236}">
                  <a16:creationId xmlns:a16="http://schemas.microsoft.com/office/drawing/2014/main" id="{8FF9D2A7-858B-B363-B4F7-907B427789A4}"/>
                </a:ext>
              </a:extLst>
            </p:cNvPr>
            <p:cNvSpPr/>
            <p:nvPr/>
          </p:nvSpPr>
          <p:spPr bwMode="gray">
            <a:xfrm>
              <a:off x="667511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2" name="Forme libre : forme 7831">
              <a:extLst>
                <a:ext uri="{FF2B5EF4-FFF2-40B4-BE49-F238E27FC236}">
                  <a16:creationId xmlns:a16="http://schemas.microsoft.com/office/drawing/2014/main" id="{27ADB926-5B19-BE33-2957-14899F38FF77}"/>
                </a:ext>
              </a:extLst>
            </p:cNvPr>
            <p:cNvSpPr/>
            <p:nvPr/>
          </p:nvSpPr>
          <p:spPr bwMode="gray">
            <a:xfrm>
              <a:off x="662685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3" name="Forme libre : forme 7832">
              <a:extLst>
                <a:ext uri="{FF2B5EF4-FFF2-40B4-BE49-F238E27FC236}">
                  <a16:creationId xmlns:a16="http://schemas.microsoft.com/office/drawing/2014/main" id="{0AAEFE2D-0728-F79F-5114-0EAF5BA2939C}"/>
                </a:ext>
              </a:extLst>
            </p:cNvPr>
            <p:cNvSpPr/>
            <p:nvPr/>
          </p:nvSpPr>
          <p:spPr bwMode="gray">
            <a:xfrm>
              <a:off x="657733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4" name="Forme libre : forme 7833">
              <a:extLst>
                <a:ext uri="{FF2B5EF4-FFF2-40B4-BE49-F238E27FC236}">
                  <a16:creationId xmlns:a16="http://schemas.microsoft.com/office/drawing/2014/main" id="{FC36C872-DD27-0109-6EEE-7321250A9CA6}"/>
                </a:ext>
              </a:extLst>
            </p:cNvPr>
            <p:cNvSpPr/>
            <p:nvPr/>
          </p:nvSpPr>
          <p:spPr bwMode="gray">
            <a:xfrm>
              <a:off x="652906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5" name="Forme libre : forme 7834">
              <a:extLst>
                <a:ext uri="{FF2B5EF4-FFF2-40B4-BE49-F238E27FC236}">
                  <a16:creationId xmlns:a16="http://schemas.microsoft.com/office/drawing/2014/main" id="{AAA39772-F3C1-46BB-8490-21B20322392C}"/>
                </a:ext>
              </a:extLst>
            </p:cNvPr>
            <p:cNvSpPr/>
            <p:nvPr/>
          </p:nvSpPr>
          <p:spPr bwMode="gray">
            <a:xfrm>
              <a:off x="647954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6" name="Forme libre : forme 7835">
              <a:extLst>
                <a:ext uri="{FF2B5EF4-FFF2-40B4-BE49-F238E27FC236}">
                  <a16:creationId xmlns:a16="http://schemas.microsoft.com/office/drawing/2014/main" id="{795D440E-7D77-AF42-B8FB-AA23B39E6AA5}"/>
                </a:ext>
              </a:extLst>
            </p:cNvPr>
            <p:cNvSpPr/>
            <p:nvPr/>
          </p:nvSpPr>
          <p:spPr bwMode="gray">
            <a:xfrm>
              <a:off x="64300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7" name="Forme libre : forme 7836">
              <a:extLst>
                <a:ext uri="{FF2B5EF4-FFF2-40B4-BE49-F238E27FC236}">
                  <a16:creationId xmlns:a16="http://schemas.microsoft.com/office/drawing/2014/main" id="{5C406413-C4D0-C573-D126-5AB822A1CBF3}"/>
                </a:ext>
              </a:extLst>
            </p:cNvPr>
            <p:cNvSpPr/>
            <p:nvPr/>
          </p:nvSpPr>
          <p:spPr bwMode="gray">
            <a:xfrm>
              <a:off x="63817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8" name="Forme libre : forme 7837">
              <a:extLst>
                <a:ext uri="{FF2B5EF4-FFF2-40B4-BE49-F238E27FC236}">
                  <a16:creationId xmlns:a16="http://schemas.microsoft.com/office/drawing/2014/main" id="{8C7B75AE-41FC-6E32-7D06-91737A1CF4CD}"/>
                </a:ext>
              </a:extLst>
            </p:cNvPr>
            <p:cNvSpPr/>
            <p:nvPr/>
          </p:nvSpPr>
          <p:spPr bwMode="gray">
            <a:xfrm>
              <a:off x="63322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39" name="Forme libre : forme 7838">
              <a:extLst>
                <a:ext uri="{FF2B5EF4-FFF2-40B4-BE49-F238E27FC236}">
                  <a16:creationId xmlns:a16="http://schemas.microsoft.com/office/drawing/2014/main" id="{19BC17CE-5D2F-78C2-5793-89F9C0779201}"/>
                </a:ext>
              </a:extLst>
            </p:cNvPr>
            <p:cNvSpPr/>
            <p:nvPr/>
          </p:nvSpPr>
          <p:spPr bwMode="gray">
            <a:xfrm>
              <a:off x="62839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0" name="Forme libre : forme 7839">
              <a:extLst>
                <a:ext uri="{FF2B5EF4-FFF2-40B4-BE49-F238E27FC236}">
                  <a16:creationId xmlns:a16="http://schemas.microsoft.com/office/drawing/2014/main" id="{F05DB068-1CB0-99F5-4748-0BDF5D0EA12C}"/>
                </a:ext>
              </a:extLst>
            </p:cNvPr>
            <p:cNvSpPr/>
            <p:nvPr/>
          </p:nvSpPr>
          <p:spPr bwMode="gray">
            <a:xfrm>
              <a:off x="62344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1" name="Forme libre : forme 7840">
              <a:extLst>
                <a:ext uri="{FF2B5EF4-FFF2-40B4-BE49-F238E27FC236}">
                  <a16:creationId xmlns:a16="http://schemas.microsoft.com/office/drawing/2014/main" id="{C83A3D2A-F60A-2090-6502-0237A97A037E}"/>
                </a:ext>
              </a:extLst>
            </p:cNvPr>
            <p:cNvSpPr/>
            <p:nvPr/>
          </p:nvSpPr>
          <p:spPr bwMode="gray">
            <a:xfrm>
              <a:off x="61849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2" name="Forme libre : forme 7841">
              <a:extLst>
                <a:ext uri="{FF2B5EF4-FFF2-40B4-BE49-F238E27FC236}">
                  <a16:creationId xmlns:a16="http://schemas.microsoft.com/office/drawing/2014/main" id="{59A9ECAF-FA00-321B-759B-39B5E4A82463}"/>
                </a:ext>
              </a:extLst>
            </p:cNvPr>
            <p:cNvSpPr/>
            <p:nvPr/>
          </p:nvSpPr>
          <p:spPr bwMode="gray">
            <a:xfrm>
              <a:off x="61366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3" name="Forme libre : forme 7842">
              <a:extLst>
                <a:ext uri="{FF2B5EF4-FFF2-40B4-BE49-F238E27FC236}">
                  <a16:creationId xmlns:a16="http://schemas.microsoft.com/office/drawing/2014/main" id="{78161341-21AA-A802-BB0F-0EC7FE526981}"/>
                </a:ext>
              </a:extLst>
            </p:cNvPr>
            <p:cNvSpPr/>
            <p:nvPr/>
          </p:nvSpPr>
          <p:spPr bwMode="gray">
            <a:xfrm>
              <a:off x="60871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4" name="Forme libre : forme 7843">
              <a:extLst>
                <a:ext uri="{FF2B5EF4-FFF2-40B4-BE49-F238E27FC236}">
                  <a16:creationId xmlns:a16="http://schemas.microsoft.com/office/drawing/2014/main" id="{691E536F-C9B4-7837-CF0B-85C0539E8684}"/>
                </a:ext>
              </a:extLst>
            </p:cNvPr>
            <p:cNvSpPr/>
            <p:nvPr/>
          </p:nvSpPr>
          <p:spPr bwMode="gray">
            <a:xfrm>
              <a:off x="60388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5" name="Forme libre : forme 7844">
              <a:extLst>
                <a:ext uri="{FF2B5EF4-FFF2-40B4-BE49-F238E27FC236}">
                  <a16:creationId xmlns:a16="http://schemas.microsoft.com/office/drawing/2014/main" id="{A5700941-B487-595E-E640-C7E9A70907C0}"/>
                </a:ext>
              </a:extLst>
            </p:cNvPr>
            <p:cNvSpPr/>
            <p:nvPr/>
          </p:nvSpPr>
          <p:spPr bwMode="gray">
            <a:xfrm>
              <a:off x="59893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6" name="Forme libre : forme 7845">
              <a:extLst>
                <a:ext uri="{FF2B5EF4-FFF2-40B4-BE49-F238E27FC236}">
                  <a16:creationId xmlns:a16="http://schemas.microsoft.com/office/drawing/2014/main" id="{483F0201-8FA8-8E45-EB9F-9DAB68AF5B36}"/>
                </a:ext>
              </a:extLst>
            </p:cNvPr>
            <p:cNvSpPr/>
            <p:nvPr/>
          </p:nvSpPr>
          <p:spPr bwMode="gray">
            <a:xfrm>
              <a:off x="59410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7" name="Forme libre : forme 7846">
              <a:extLst>
                <a:ext uri="{FF2B5EF4-FFF2-40B4-BE49-F238E27FC236}">
                  <a16:creationId xmlns:a16="http://schemas.microsoft.com/office/drawing/2014/main" id="{BAB7725E-154A-19CB-B24E-4AAC147B7797}"/>
                </a:ext>
              </a:extLst>
            </p:cNvPr>
            <p:cNvSpPr/>
            <p:nvPr/>
          </p:nvSpPr>
          <p:spPr bwMode="gray">
            <a:xfrm>
              <a:off x="58915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8" name="Forme libre : forme 7847">
              <a:extLst>
                <a:ext uri="{FF2B5EF4-FFF2-40B4-BE49-F238E27FC236}">
                  <a16:creationId xmlns:a16="http://schemas.microsoft.com/office/drawing/2014/main" id="{BCC56EFD-BF0E-D211-4ED6-2F1E18D9C1A2}"/>
                </a:ext>
              </a:extLst>
            </p:cNvPr>
            <p:cNvSpPr/>
            <p:nvPr/>
          </p:nvSpPr>
          <p:spPr bwMode="gray">
            <a:xfrm>
              <a:off x="58420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49" name="Forme libre : forme 7848">
              <a:extLst>
                <a:ext uri="{FF2B5EF4-FFF2-40B4-BE49-F238E27FC236}">
                  <a16:creationId xmlns:a16="http://schemas.microsoft.com/office/drawing/2014/main" id="{03BDE846-6F36-D5D2-CC1A-C12DDCEB08DC}"/>
                </a:ext>
              </a:extLst>
            </p:cNvPr>
            <p:cNvSpPr/>
            <p:nvPr/>
          </p:nvSpPr>
          <p:spPr bwMode="gray">
            <a:xfrm>
              <a:off x="57937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0" name="Forme libre : forme 7849">
              <a:extLst>
                <a:ext uri="{FF2B5EF4-FFF2-40B4-BE49-F238E27FC236}">
                  <a16:creationId xmlns:a16="http://schemas.microsoft.com/office/drawing/2014/main" id="{F4A17CD9-D8DF-AA12-768E-76316A12A637}"/>
                </a:ext>
              </a:extLst>
            </p:cNvPr>
            <p:cNvSpPr/>
            <p:nvPr/>
          </p:nvSpPr>
          <p:spPr bwMode="gray">
            <a:xfrm>
              <a:off x="57442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1" name="Forme libre : forme 7850">
              <a:extLst>
                <a:ext uri="{FF2B5EF4-FFF2-40B4-BE49-F238E27FC236}">
                  <a16:creationId xmlns:a16="http://schemas.microsoft.com/office/drawing/2014/main" id="{B4412F0D-BE59-1D83-DA35-2BD0D1E22D23}"/>
                </a:ext>
              </a:extLst>
            </p:cNvPr>
            <p:cNvSpPr/>
            <p:nvPr/>
          </p:nvSpPr>
          <p:spPr bwMode="gray">
            <a:xfrm>
              <a:off x="56959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2" name="Forme libre : forme 7851">
              <a:extLst>
                <a:ext uri="{FF2B5EF4-FFF2-40B4-BE49-F238E27FC236}">
                  <a16:creationId xmlns:a16="http://schemas.microsoft.com/office/drawing/2014/main" id="{84827F82-25D8-0C6D-8778-7A1DE7437D0A}"/>
                </a:ext>
              </a:extLst>
            </p:cNvPr>
            <p:cNvSpPr/>
            <p:nvPr/>
          </p:nvSpPr>
          <p:spPr bwMode="gray">
            <a:xfrm>
              <a:off x="56464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3" name="Forme libre : forme 7852">
              <a:extLst>
                <a:ext uri="{FF2B5EF4-FFF2-40B4-BE49-F238E27FC236}">
                  <a16:creationId xmlns:a16="http://schemas.microsoft.com/office/drawing/2014/main" id="{706A2961-9E40-9D07-4542-24B1B137C243}"/>
                </a:ext>
              </a:extLst>
            </p:cNvPr>
            <p:cNvSpPr/>
            <p:nvPr/>
          </p:nvSpPr>
          <p:spPr bwMode="gray">
            <a:xfrm>
              <a:off x="55968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4" name="Forme libre : forme 7853">
              <a:extLst>
                <a:ext uri="{FF2B5EF4-FFF2-40B4-BE49-F238E27FC236}">
                  <a16:creationId xmlns:a16="http://schemas.microsoft.com/office/drawing/2014/main" id="{4E2D0C82-8C79-3D56-32D6-65314DB50920}"/>
                </a:ext>
              </a:extLst>
            </p:cNvPr>
            <p:cNvSpPr/>
            <p:nvPr/>
          </p:nvSpPr>
          <p:spPr bwMode="gray">
            <a:xfrm>
              <a:off x="55486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5" name="Forme libre : forme 7854">
              <a:extLst>
                <a:ext uri="{FF2B5EF4-FFF2-40B4-BE49-F238E27FC236}">
                  <a16:creationId xmlns:a16="http://schemas.microsoft.com/office/drawing/2014/main" id="{AC6A2D3C-0F8F-49B5-AE1A-7D9C3FBEACEF}"/>
                </a:ext>
              </a:extLst>
            </p:cNvPr>
            <p:cNvSpPr/>
            <p:nvPr/>
          </p:nvSpPr>
          <p:spPr bwMode="gray">
            <a:xfrm>
              <a:off x="54991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6" name="Forme libre : forme 7855">
              <a:extLst>
                <a:ext uri="{FF2B5EF4-FFF2-40B4-BE49-F238E27FC236}">
                  <a16:creationId xmlns:a16="http://schemas.microsoft.com/office/drawing/2014/main" id="{2DAB7C7B-025C-364F-4F21-F518306BA8DA}"/>
                </a:ext>
              </a:extLst>
            </p:cNvPr>
            <p:cNvSpPr/>
            <p:nvPr/>
          </p:nvSpPr>
          <p:spPr bwMode="gray">
            <a:xfrm>
              <a:off x="54508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7" name="Forme libre : forme 7856">
              <a:extLst>
                <a:ext uri="{FF2B5EF4-FFF2-40B4-BE49-F238E27FC236}">
                  <a16:creationId xmlns:a16="http://schemas.microsoft.com/office/drawing/2014/main" id="{039E32C7-CFF8-25C0-9B01-F7C2C28AF3B9}"/>
                </a:ext>
              </a:extLst>
            </p:cNvPr>
            <p:cNvSpPr/>
            <p:nvPr/>
          </p:nvSpPr>
          <p:spPr bwMode="gray">
            <a:xfrm>
              <a:off x="54013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8" name="Forme libre : forme 7857">
              <a:extLst>
                <a:ext uri="{FF2B5EF4-FFF2-40B4-BE49-F238E27FC236}">
                  <a16:creationId xmlns:a16="http://schemas.microsoft.com/office/drawing/2014/main" id="{AA386050-C9F9-17A3-BACC-7418A5AE4AE7}"/>
                </a:ext>
              </a:extLst>
            </p:cNvPr>
            <p:cNvSpPr/>
            <p:nvPr/>
          </p:nvSpPr>
          <p:spPr bwMode="gray">
            <a:xfrm>
              <a:off x="53517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59" name="Forme libre : forme 7858">
              <a:extLst>
                <a:ext uri="{FF2B5EF4-FFF2-40B4-BE49-F238E27FC236}">
                  <a16:creationId xmlns:a16="http://schemas.microsoft.com/office/drawing/2014/main" id="{2B08E68B-1232-B884-F644-62BED0AA29E9}"/>
                </a:ext>
              </a:extLst>
            </p:cNvPr>
            <p:cNvSpPr/>
            <p:nvPr/>
          </p:nvSpPr>
          <p:spPr bwMode="gray">
            <a:xfrm>
              <a:off x="53035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0" name="Forme libre : forme 7859">
              <a:extLst>
                <a:ext uri="{FF2B5EF4-FFF2-40B4-BE49-F238E27FC236}">
                  <a16:creationId xmlns:a16="http://schemas.microsoft.com/office/drawing/2014/main" id="{D5D8608C-78F6-34E2-6572-2F9E37DA2C1F}"/>
                </a:ext>
              </a:extLst>
            </p:cNvPr>
            <p:cNvSpPr/>
            <p:nvPr/>
          </p:nvSpPr>
          <p:spPr bwMode="gray">
            <a:xfrm>
              <a:off x="52539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1" name="Forme libre : forme 7860">
              <a:extLst>
                <a:ext uri="{FF2B5EF4-FFF2-40B4-BE49-F238E27FC236}">
                  <a16:creationId xmlns:a16="http://schemas.microsoft.com/office/drawing/2014/main" id="{A4E9C9EC-ADBE-9E79-B7C3-5A6C56DDA3CE}"/>
                </a:ext>
              </a:extLst>
            </p:cNvPr>
            <p:cNvSpPr/>
            <p:nvPr/>
          </p:nvSpPr>
          <p:spPr bwMode="gray">
            <a:xfrm>
              <a:off x="52057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2" name="Forme libre : forme 7861">
              <a:extLst>
                <a:ext uri="{FF2B5EF4-FFF2-40B4-BE49-F238E27FC236}">
                  <a16:creationId xmlns:a16="http://schemas.microsoft.com/office/drawing/2014/main" id="{1931AF77-9A41-FF4F-FA19-8E8DBFEFD554}"/>
                </a:ext>
              </a:extLst>
            </p:cNvPr>
            <p:cNvSpPr/>
            <p:nvPr/>
          </p:nvSpPr>
          <p:spPr bwMode="gray">
            <a:xfrm>
              <a:off x="51562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3" name="Forme libre : forme 7862">
              <a:extLst>
                <a:ext uri="{FF2B5EF4-FFF2-40B4-BE49-F238E27FC236}">
                  <a16:creationId xmlns:a16="http://schemas.microsoft.com/office/drawing/2014/main" id="{2D4B081B-AF6A-69CC-F623-D0E351939605}"/>
                </a:ext>
              </a:extLst>
            </p:cNvPr>
            <p:cNvSpPr/>
            <p:nvPr/>
          </p:nvSpPr>
          <p:spPr bwMode="gray">
            <a:xfrm>
              <a:off x="51066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4" name="Forme libre : forme 7863">
              <a:extLst>
                <a:ext uri="{FF2B5EF4-FFF2-40B4-BE49-F238E27FC236}">
                  <a16:creationId xmlns:a16="http://schemas.microsoft.com/office/drawing/2014/main" id="{51E72FF9-F276-CB1B-EE5A-E6E23378C03A}"/>
                </a:ext>
              </a:extLst>
            </p:cNvPr>
            <p:cNvSpPr/>
            <p:nvPr/>
          </p:nvSpPr>
          <p:spPr bwMode="gray">
            <a:xfrm>
              <a:off x="50584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5" name="Forme libre : forme 7864">
              <a:extLst>
                <a:ext uri="{FF2B5EF4-FFF2-40B4-BE49-F238E27FC236}">
                  <a16:creationId xmlns:a16="http://schemas.microsoft.com/office/drawing/2014/main" id="{3CA0EB9C-7646-FD9D-5027-9416E408B51C}"/>
                </a:ext>
              </a:extLst>
            </p:cNvPr>
            <p:cNvSpPr/>
            <p:nvPr/>
          </p:nvSpPr>
          <p:spPr bwMode="gray">
            <a:xfrm>
              <a:off x="50088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6" name="Forme libre : forme 7865">
              <a:extLst>
                <a:ext uri="{FF2B5EF4-FFF2-40B4-BE49-F238E27FC236}">
                  <a16:creationId xmlns:a16="http://schemas.microsoft.com/office/drawing/2014/main" id="{625A135E-E7A1-E3FF-BF27-C8CDBD741EF4}"/>
                </a:ext>
              </a:extLst>
            </p:cNvPr>
            <p:cNvSpPr/>
            <p:nvPr/>
          </p:nvSpPr>
          <p:spPr bwMode="gray">
            <a:xfrm>
              <a:off x="49606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7" name="Forme libre : forme 7866">
              <a:extLst>
                <a:ext uri="{FF2B5EF4-FFF2-40B4-BE49-F238E27FC236}">
                  <a16:creationId xmlns:a16="http://schemas.microsoft.com/office/drawing/2014/main" id="{03E5FE1C-07FB-DFC9-CE98-3FD137979558}"/>
                </a:ext>
              </a:extLst>
            </p:cNvPr>
            <p:cNvSpPr/>
            <p:nvPr/>
          </p:nvSpPr>
          <p:spPr bwMode="gray">
            <a:xfrm>
              <a:off x="49110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8" name="Forme libre : forme 7867">
              <a:extLst>
                <a:ext uri="{FF2B5EF4-FFF2-40B4-BE49-F238E27FC236}">
                  <a16:creationId xmlns:a16="http://schemas.microsoft.com/office/drawing/2014/main" id="{0DB294C8-EDF6-A8F6-FB12-E3027A870375}"/>
                </a:ext>
              </a:extLst>
            </p:cNvPr>
            <p:cNvSpPr/>
            <p:nvPr/>
          </p:nvSpPr>
          <p:spPr bwMode="gray">
            <a:xfrm>
              <a:off x="48615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69" name="Forme libre : forme 7868">
              <a:extLst>
                <a:ext uri="{FF2B5EF4-FFF2-40B4-BE49-F238E27FC236}">
                  <a16:creationId xmlns:a16="http://schemas.microsoft.com/office/drawing/2014/main" id="{B71948F1-BA5C-E267-4ACF-6AA4B8363189}"/>
                </a:ext>
              </a:extLst>
            </p:cNvPr>
            <p:cNvSpPr/>
            <p:nvPr/>
          </p:nvSpPr>
          <p:spPr bwMode="gray">
            <a:xfrm>
              <a:off x="48133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0" name="Forme libre : forme 7869">
              <a:extLst>
                <a:ext uri="{FF2B5EF4-FFF2-40B4-BE49-F238E27FC236}">
                  <a16:creationId xmlns:a16="http://schemas.microsoft.com/office/drawing/2014/main" id="{ADF17C6B-E3F7-C512-CE55-FA01E77A814F}"/>
                </a:ext>
              </a:extLst>
            </p:cNvPr>
            <p:cNvSpPr/>
            <p:nvPr/>
          </p:nvSpPr>
          <p:spPr bwMode="gray">
            <a:xfrm>
              <a:off x="47637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1" name="Forme libre : forme 7870">
              <a:extLst>
                <a:ext uri="{FF2B5EF4-FFF2-40B4-BE49-F238E27FC236}">
                  <a16:creationId xmlns:a16="http://schemas.microsoft.com/office/drawing/2014/main" id="{0C6AB0BB-6860-34A7-6D97-2F64D2CCA400}"/>
                </a:ext>
              </a:extLst>
            </p:cNvPr>
            <p:cNvSpPr/>
            <p:nvPr/>
          </p:nvSpPr>
          <p:spPr bwMode="gray">
            <a:xfrm>
              <a:off x="47155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2" name="Forme libre : forme 7871">
              <a:extLst>
                <a:ext uri="{FF2B5EF4-FFF2-40B4-BE49-F238E27FC236}">
                  <a16:creationId xmlns:a16="http://schemas.microsoft.com/office/drawing/2014/main" id="{D5F22B13-23E2-A86F-4F9F-BEC9B98BC519}"/>
                </a:ext>
              </a:extLst>
            </p:cNvPr>
            <p:cNvSpPr/>
            <p:nvPr/>
          </p:nvSpPr>
          <p:spPr bwMode="gray">
            <a:xfrm>
              <a:off x="46659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3" name="Forme libre : forme 7872">
              <a:extLst>
                <a:ext uri="{FF2B5EF4-FFF2-40B4-BE49-F238E27FC236}">
                  <a16:creationId xmlns:a16="http://schemas.microsoft.com/office/drawing/2014/main" id="{61D7F572-2663-657A-773F-C8FBF4A5046A}"/>
                </a:ext>
              </a:extLst>
            </p:cNvPr>
            <p:cNvSpPr/>
            <p:nvPr/>
          </p:nvSpPr>
          <p:spPr bwMode="gray">
            <a:xfrm>
              <a:off x="46177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4" name="Forme libre : forme 7873">
              <a:extLst>
                <a:ext uri="{FF2B5EF4-FFF2-40B4-BE49-F238E27FC236}">
                  <a16:creationId xmlns:a16="http://schemas.microsoft.com/office/drawing/2014/main" id="{B74DFF39-3321-E45D-A9E3-9C9F3258C4CC}"/>
                </a:ext>
              </a:extLst>
            </p:cNvPr>
            <p:cNvSpPr/>
            <p:nvPr/>
          </p:nvSpPr>
          <p:spPr bwMode="gray">
            <a:xfrm>
              <a:off x="45681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5" name="Forme libre : forme 7874">
              <a:extLst>
                <a:ext uri="{FF2B5EF4-FFF2-40B4-BE49-F238E27FC236}">
                  <a16:creationId xmlns:a16="http://schemas.microsoft.com/office/drawing/2014/main" id="{B5FD035A-09A3-970E-CD12-B8421619E26B}"/>
                </a:ext>
              </a:extLst>
            </p:cNvPr>
            <p:cNvSpPr/>
            <p:nvPr/>
          </p:nvSpPr>
          <p:spPr bwMode="gray">
            <a:xfrm>
              <a:off x="45186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6" name="Forme libre : forme 7875">
              <a:extLst>
                <a:ext uri="{FF2B5EF4-FFF2-40B4-BE49-F238E27FC236}">
                  <a16:creationId xmlns:a16="http://schemas.microsoft.com/office/drawing/2014/main" id="{6D257244-1086-D550-160C-95FA158C6750}"/>
                </a:ext>
              </a:extLst>
            </p:cNvPr>
            <p:cNvSpPr/>
            <p:nvPr/>
          </p:nvSpPr>
          <p:spPr bwMode="gray">
            <a:xfrm>
              <a:off x="44704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7" name="Forme libre : forme 7876">
              <a:extLst>
                <a:ext uri="{FF2B5EF4-FFF2-40B4-BE49-F238E27FC236}">
                  <a16:creationId xmlns:a16="http://schemas.microsoft.com/office/drawing/2014/main" id="{66D3A8D9-ACC9-4DDD-5F60-1281A3A04AAB}"/>
                </a:ext>
              </a:extLst>
            </p:cNvPr>
            <p:cNvSpPr/>
            <p:nvPr/>
          </p:nvSpPr>
          <p:spPr bwMode="gray">
            <a:xfrm>
              <a:off x="44208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8" name="Forme libre : forme 7877">
              <a:extLst>
                <a:ext uri="{FF2B5EF4-FFF2-40B4-BE49-F238E27FC236}">
                  <a16:creationId xmlns:a16="http://schemas.microsoft.com/office/drawing/2014/main" id="{4B0D5E7C-2FB2-2161-AA2D-4BCE75CEFD0C}"/>
                </a:ext>
              </a:extLst>
            </p:cNvPr>
            <p:cNvSpPr/>
            <p:nvPr/>
          </p:nvSpPr>
          <p:spPr bwMode="gray">
            <a:xfrm>
              <a:off x="43726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79" name="Forme libre : forme 7878">
              <a:extLst>
                <a:ext uri="{FF2B5EF4-FFF2-40B4-BE49-F238E27FC236}">
                  <a16:creationId xmlns:a16="http://schemas.microsoft.com/office/drawing/2014/main" id="{591BBFC8-5BA7-0D2F-EE8E-DA0CCB8C7642}"/>
                </a:ext>
              </a:extLst>
            </p:cNvPr>
            <p:cNvSpPr/>
            <p:nvPr/>
          </p:nvSpPr>
          <p:spPr bwMode="gray">
            <a:xfrm>
              <a:off x="43230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0" name="Forme libre : forme 7879">
              <a:extLst>
                <a:ext uri="{FF2B5EF4-FFF2-40B4-BE49-F238E27FC236}">
                  <a16:creationId xmlns:a16="http://schemas.microsoft.com/office/drawing/2014/main" id="{F35C4117-79A7-B7CC-2336-A5204EEA515B}"/>
                </a:ext>
              </a:extLst>
            </p:cNvPr>
            <p:cNvSpPr/>
            <p:nvPr/>
          </p:nvSpPr>
          <p:spPr bwMode="gray">
            <a:xfrm>
              <a:off x="42735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1" name="Forme libre : forme 7880">
              <a:extLst>
                <a:ext uri="{FF2B5EF4-FFF2-40B4-BE49-F238E27FC236}">
                  <a16:creationId xmlns:a16="http://schemas.microsoft.com/office/drawing/2014/main" id="{9261BBEC-8581-5C19-1AF4-E7253B7B8CBC}"/>
                </a:ext>
              </a:extLst>
            </p:cNvPr>
            <p:cNvSpPr/>
            <p:nvPr/>
          </p:nvSpPr>
          <p:spPr bwMode="gray">
            <a:xfrm>
              <a:off x="42252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2" name="Forme libre : forme 7881">
              <a:extLst>
                <a:ext uri="{FF2B5EF4-FFF2-40B4-BE49-F238E27FC236}">
                  <a16:creationId xmlns:a16="http://schemas.microsoft.com/office/drawing/2014/main" id="{D5E466E1-DA01-688D-30E5-3265B38D5CAD}"/>
                </a:ext>
              </a:extLst>
            </p:cNvPr>
            <p:cNvSpPr/>
            <p:nvPr/>
          </p:nvSpPr>
          <p:spPr bwMode="gray">
            <a:xfrm>
              <a:off x="41757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3" name="Forme libre : forme 7882">
              <a:extLst>
                <a:ext uri="{FF2B5EF4-FFF2-40B4-BE49-F238E27FC236}">
                  <a16:creationId xmlns:a16="http://schemas.microsoft.com/office/drawing/2014/main" id="{4EC1AD67-78BF-8F11-292C-58E304E36053}"/>
                </a:ext>
              </a:extLst>
            </p:cNvPr>
            <p:cNvSpPr/>
            <p:nvPr/>
          </p:nvSpPr>
          <p:spPr bwMode="gray">
            <a:xfrm>
              <a:off x="41275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4" name="Forme libre : forme 7883">
              <a:extLst>
                <a:ext uri="{FF2B5EF4-FFF2-40B4-BE49-F238E27FC236}">
                  <a16:creationId xmlns:a16="http://schemas.microsoft.com/office/drawing/2014/main" id="{2B887DF6-5CC1-CF17-8849-065B45F38312}"/>
                </a:ext>
              </a:extLst>
            </p:cNvPr>
            <p:cNvSpPr/>
            <p:nvPr/>
          </p:nvSpPr>
          <p:spPr bwMode="gray">
            <a:xfrm>
              <a:off x="32943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5" name="Forme libre : forme 7884">
              <a:extLst>
                <a:ext uri="{FF2B5EF4-FFF2-40B4-BE49-F238E27FC236}">
                  <a16:creationId xmlns:a16="http://schemas.microsoft.com/office/drawing/2014/main" id="{192EF8B3-F789-ABB3-0465-B278F99452A2}"/>
                </a:ext>
              </a:extLst>
            </p:cNvPr>
            <p:cNvSpPr/>
            <p:nvPr/>
          </p:nvSpPr>
          <p:spPr bwMode="gray">
            <a:xfrm>
              <a:off x="32448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6" name="Forme libre : forme 7885">
              <a:extLst>
                <a:ext uri="{FF2B5EF4-FFF2-40B4-BE49-F238E27FC236}">
                  <a16:creationId xmlns:a16="http://schemas.microsoft.com/office/drawing/2014/main" id="{5F7E4C4C-B162-C712-957F-4D039F744603}"/>
                </a:ext>
              </a:extLst>
            </p:cNvPr>
            <p:cNvSpPr/>
            <p:nvPr/>
          </p:nvSpPr>
          <p:spPr bwMode="gray">
            <a:xfrm>
              <a:off x="31953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7" name="Forme libre : forme 7886">
              <a:extLst>
                <a:ext uri="{FF2B5EF4-FFF2-40B4-BE49-F238E27FC236}">
                  <a16:creationId xmlns:a16="http://schemas.microsoft.com/office/drawing/2014/main" id="{0C64FF75-BDB8-9B02-F224-125C8578BC28}"/>
                </a:ext>
              </a:extLst>
            </p:cNvPr>
            <p:cNvSpPr/>
            <p:nvPr/>
          </p:nvSpPr>
          <p:spPr bwMode="gray">
            <a:xfrm>
              <a:off x="314706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8" name="Forme libre : forme 7887">
              <a:extLst>
                <a:ext uri="{FF2B5EF4-FFF2-40B4-BE49-F238E27FC236}">
                  <a16:creationId xmlns:a16="http://schemas.microsoft.com/office/drawing/2014/main" id="{B250BD44-8BAA-3298-3C40-DEE806B64A0A}"/>
                </a:ext>
              </a:extLst>
            </p:cNvPr>
            <p:cNvSpPr/>
            <p:nvPr/>
          </p:nvSpPr>
          <p:spPr bwMode="gray">
            <a:xfrm>
              <a:off x="30975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89" name="Forme libre : forme 7888">
              <a:extLst>
                <a:ext uri="{FF2B5EF4-FFF2-40B4-BE49-F238E27FC236}">
                  <a16:creationId xmlns:a16="http://schemas.microsoft.com/office/drawing/2014/main" id="{FF30CA51-A4E9-2701-0A57-E8C2E46E3462}"/>
                </a:ext>
              </a:extLst>
            </p:cNvPr>
            <p:cNvSpPr/>
            <p:nvPr/>
          </p:nvSpPr>
          <p:spPr bwMode="gray">
            <a:xfrm>
              <a:off x="30492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0" name="Forme libre : forme 7889">
              <a:extLst>
                <a:ext uri="{FF2B5EF4-FFF2-40B4-BE49-F238E27FC236}">
                  <a16:creationId xmlns:a16="http://schemas.microsoft.com/office/drawing/2014/main" id="{2B1015A6-3AAA-B474-A301-43EBD988E64D}"/>
                </a:ext>
              </a:extLst>
            </p:cNvPr>
            <p:cNvSpPr/>
            <p:nvPr/>
          </p:nvSpPr>
          <p:spPr bwMode="gray">
            <a:xfrm>
              <a:off x="29997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1" name="Forme libre : forme 7890">
              <a:extLst>
                <a:ext uri="{FF2B5EF4-FFF2-40B4-BE49-F238E27FC236}">
                  <a16:creationId xmlns:a16="http://schemas.microsoft.com/office/drawing/2014/main" id="{0A3C1853-6D38-2DD2-738B-3A2C6D5901A0}"/>
                </a:ext>
              </a:extLst>
            </p:cNvPr>
            <p:cNvSpPr/>
            <p:nvPr/>
          </p:nvSpPr>
          <p:spPr bwMode="gray">
            <a:xfrm>
              <a:off x="29502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2" name="Forme libre : forme 7891">
              <a:extLst>
                <a:ext uri="{FF2B5EF4-FFF2-40B4-BE49-F238E27FC236}">
                  <a16:creationId xmlns:a16="http://schemas.microsoft.com/office/drawing/2014/main" id="{4CF4440A-5A58-B589-88D8-65FB6F59F6C6}"/>
                </a:ext>
              </a:extLst>
            </p:cNvPr>
            <p:cNvSpPr/>
            <p:nvPr/>
          </p:nvSpPr>
          <p:spPr bwMode="gray">
            <a:xfrm>
              <a:off x="27051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3" name="Forme libre : forme 7892">
              <a:extLst>
                <a:ext uri="{FF2B5EF4-FFF2-40B4-BE49-F238E27FC236}">
                  <a16:creationId xmlns:a16="http://schemas.microsoft.com/office/drawing/2014/main" id="{8505BA26-38EE-3BCF-4EF3-5E17B101E004}"/>
                </a:ext>
              </a:extLst>
            </p:cNvPr>
            <p:cNvSpPr/>
            <p:nvPr/>
          </p:nvSpPr>
          <p:spPr bwMode="gray">
            <a:xfrm>
              <a:off x="26568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4" name="Forme libre : forme 7893">
              <a:extLst>
                <a:ext uri="{FF2B5EF4-FFF2-40B4-BE49-F238E27FC236}">
                  <a16:creationId xmlns:a16="http://schemas.microsoft.com/office/drawing/2014/main" id="{1D875E03-94B7-0944-A880-4808F46DD773}"/>
                </a:ext>
              </a:extLst>
            </p:cNvPr>
            <p:cNvSpPr/>
            <p:nvPr/>
          </p:nvSpPr>
          <p:spPr bwMode="gray">
            <a:xfrm>
              <a:off x="26073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5" name="Forme libre : forme 7894">
              <a:extLst>
                <a:ext uri="{FF2B5EF4-FFF2-40B4-BE49-F238E27FC236}">
                  <a16:creationId xmlns:a16="http://schemas.microsoft.com/office/drawing/2014/main" id="{4A5EC4FD-E566-EFB0-3846-18184BF4FA68}"/>
                </a:ext>
              </a:extLst>
            </p:cNvPr>
            <p:cNvSpPr/>
            <p:nvPr/>
          </p:nvSpPr>
          <p:spPr bwMode="gray">
            <a:xfrm>
              <a:off x="255905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6" name="Forme libre : forme 7895">
              <a:extLst>
                <a:ext uri="{FF2B5EF4-FFF2-40B4-BE49-F238E27FC236}">
                  <a16:creationId xmlns:a16="http://schemas.microsoft.com/office/drawing/2014/main" id="{A5CAD53E-21A2-B7FC-4C6D-4EF710A25CFA}"/>
                </a:ext>
              </a:extLst>
            </p:cNvPr>
            <p:cNvSpPr/>
            <p:nvPr/>
          </p:nvSpPr>
          <p:spPr bwMode="gray">
            <a:xfrm>
              <a:off x="23622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7" name="Forme libre : forme 7896">
              <a:extLst>
                <a:ext uri="{FF2B5EF4-FFF2-40B4-BE49-F238E27FC236}">
                  <a16:creationId xmlns:a16="http://schemas.microsoft.com/office/drawing/2014/main" id="{BF148D67-BF94-B6BD-1577-925D576CADBA}"/>
                </a:ext>
              </a:extLst>
            </p:cNvPr>
            <p:cNvSpPr/>
            <p:nvPr/>
          </p:nvSpPr>
          <p:spPr bwMode="gray">
            <a:xfrm>
              <a:off x="231394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8" name="Forme libre : forme 7897">
              <a:extLst>
                <a:ext uri="{FF2B5EF4-FFF2-40B4-BE49-F238E27FC236}">
                  <a16:creationId xmlns:a16="http://schemas.microsoft.com/office/drawing/2014/main" id="{3C7D5822-0233-3A54-5D61-6257090857CC}"/>
                </a:ext>
              </a:extLst>
            </p:cNvPr>
            <p:cNvSpPr/>
            <p:nvPr/>
          </p:nvSpPr>
          <p:spPr bwMode="gray">
            <a:xfrm>
              <a:off x="22644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99" name="Forme libre : forme 7898">
              <a:extLst>
                <a:ext uri="{FF2B5EF4-FFF2-40B4-BE49-F238E27FC236}">
                  <a16:creationId xmlns:a16="http://schemas.microsoft.com/office/drawing/2014/main" id="{68BB6230-4A38-3D2C-F385-0AE1E9BB229B}"/>
                </a:ext>
              </a:extLst>
            </p:cNvPr>
            <p:cNvSpPr/>
            <p:nvPr/>
          </p:nvSpPr>
          <p:spPr bwMode="gray">
            <a:xfrm>
              <a:off x="22148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0" name="Forme libre : forme 7899">
              <a:extLst>
                <a:ext uri="{FF2B5EF4-FFF2-40B4-BE49-F238E27FC236}">
                  <a16:creationId xmlns:a16="http://schemas.microsoft.com/office/drawing/2014/main" id="{7334CF34-2A71-075F-5B77-A44C025D9769}"/>
                </a:ext>
              </a:extLst>
            </p:cNvPr>
            <p:cNvSpPr/>
            <p:nvPr/>
          </p:nvSpPr>
          <p:spPr bwMode="gray">
            <a:xfrm>
              <a:off x="21666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1" name="Forme libre : forme 7900">
              <a:extLst>
                <a:ext uri="{FF2B5EF4-FFF2-40B4-BE49-F238E27FC236}">
                  <a16:creationId xmlns:a16="http://schemas.microsoft.com/office/drawing/2014/main" id="{BAE4244D-33A1-0B15-8B61-35E23CAC4067}"/>
                </a:ext>
              </a:extLst>
            </p:cNvPr>
            <p:cNvSpPr/>
            <p:nvPr/>
          </p:nvSpPr>
          <p:spPr bwMode="gray">
            <a:xfrm>
              <a:off x="21170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2" name="Forme libre : forme 7901">
              <a:extLst>
                <a:ext uri="{FF2B5EF4-FFF2-40B4-BE49-F238E27FC236}">
                  <a16:creationId xmlns:a16="http://schemas.microsoft.com/office/drawing/2014/main" id="{0A74C765-10AC-A58D-2167-DD0C8A9ECDF2}"/>
                </a:ext>
              </a:extLst>
            </p:cNvPr>
            <p:cNvSpPr/>
            <p:nvPr/>
          </p:nvSpPr>
          <p:spPr bwMode="gray">
            <a:xfrm>
              <a:off x="20688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3" name="Forme libre : forme 7902">
              <a:extLst>
                <a:ext uri="{FF2B5EF4-FFF2-40B4-BE49-F238E27FC236}">
                  <a16:creationId xmlns:a16="http://schemas.microsoft.com/office/drawing/2014/main" id="{6343A536-BD98-3A86-AA89-94EC17700A43}"/>
                </a:ext>
              </a:extLst>
            </p:cNvPr>
            <p:cNvSpPr/>
            <p:nvPr/>
          </p:nvSpPr>
          <p:spPr bwMode="gray">
            <a:xfrm>
              <a:off x="20193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4" name="Forme libre : forme 7903">
              <a:extLst>
                <a:ext uri="{FF2B5EF4-FFF2-40B4-BE49-F238E27FC236}">
                  <a16:creationId xmlns:a16="http://schemas.microsoft.com/office/drawing/2014/main" id="{5E9C85BA-BD98-2889-A85F-840FB01136B8}"/>
                </a:ext>
              </a:extLst>
            </p:cNvPr>
            <p:cNvSpPr/>
            <p:nvPr/>
          </p:nvSpPr>
          <p:spPr bwMode="gray">
            <a:xfrm>
              <a:off x="19697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5" name="Forme libre : forme 7904">
              <a:extLst>
                <a:ext uri="{FF2B5EF4-FFF2-40B4-BE49-F238E27FC236}">
                  <a16:creationId xmlns:a16="http://schemas.microsoft.com/office/drawing/2014/main" id="{34EB07FC-437F-564A-AF1C-AF4A45A04B33}"/>
                </a:ext>
              </a:extLst>
            </p:cNvPr>
            <p:cNvSpPr/>
            <p:nvPr/>
          </p:nvSpPr>
          <p:spPr bwMode="gray">
            <a:xfrm>
              <a:off x="192151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6" name="Forme libre : forme 7905">
              <a:extLst>
                <a:ext uri="{FF2B5EF4-FFF2-40B4-BE49-F238E27FC236}">
                  <a16:creationId xmlns:a16="http://schemas.microsoft.com/office/drawing/2014/main" id="{CC5F56B2-0FAA-97FD-B069-B79855912030}"/>
                </a:ext>
              </a:extLst>
            </p:cNvPr>
            <p:cNvSpPr/>
            <p:nvPr/>
          </p:nvSpPr>
          <p:spPr bwMode="gray">
            <a:xfrm>
              <a:off x="187198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7" name="Forme libre : forme 7906">
              <a:extLst>
                <a:ext uri="{FF2B5EF4-FFF2-40B4-BE49-F238E27FC236}">
                  <a16:creationId xmlns:a16="http://schemas.microsoft.com/office/drawing/2014/main" id="{D9E3F508-C51D-E70B-808F-ED3D76C963D5}"/>
                </a:ext>
              </a:extLst>
            </p:cNvPr>
            <p:cNvSpPr/>
            <p:nvPr/>
          </p:nvSpPr>
          <p:spPr bwMode="gray">
            <a:xfrm>
              <a:off x="182372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8" name="Forme libre : forme 7907">
              <a:extLst>
                <a:ext uri="{FF2B5EF4-FFF2-40B4-BE49-F238E27FC236}">
                  <a16:creationId xmlns:a16="http://schemas.microsoft.com/office/drawing/2014/main" id="{F530566A-06CC-27C7-A5BD-F241AF31D297}"/>
                </a:ext>
              </a:extLst>
            </p:cNvPr>
            <p:cNvSpPr/>
            <p:nvPr/>
          </p:nvSpPr>
          <p:spPr bwMode="gray">
            <a:xfrm>
              <a:off x="177419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09" name="Forme libre : forme 7908">
              <a:extLst>
                <a:ext uri="{FF2B5EF4-FFF2-40B4-BE49-F238E27FC236}">
                  <a16:creationId xmlns:a16="http://schemas.microsoft.com/office/drawing/2014/main" id="{180CB2F0-28D0-2923-4A5B-E7A3652730A2}"/>
                </a:ext>
              </a:extLst>
            </p:cNvPr>
            <p:cNvSpPr/>
            <p:nvPr/>
          </p:nvSpPr>
          <p:spPr bwMode="gray">
            <a:xfrm>
              <a:off x="172593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0" name="Forme libre : forme 7909">
              <a:extLst>
                <a:ext uri="{FF2B5EF4-FFF2-40B4-BE49-F238E27FC236}">
                  <a16:creationId xmlns:a16="http://schemas.microsoft.com/office/drawing/2014/main" id="{106B4048-3091-F766-88B7-9CB8983A1ACF}"/>
                </a:ext>
              </a:extLst>
            </p:cNvPr>
            <p:cNvSpPr/>
            <p:nvPr/>
          </p:nvSpPr>
          <p:spPr bwMode="gray">
            <a:xfrm>
              <a:off x="167640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1" name="Forme libre : forme 7910">
              <a:extLst>
                <a:ext uri="{FF2B5EF4-FFF2-40B4-BE49-F238E27FC236}">
                  <a16:creationId xmlns:a16="http://schemas.microsoft.com/office/drawing/2014/main" id="{ED8668E4-D400-25AB-BF1F-D1B2BE57A2BC}"/>
                </a:ext>
              </a:extLst>
            </p:cNvPr>
            <p:cNvSpPr/>
            <p:nvPr/>
          </p:nvSpPr>
          <p:spPr bwMode="gray">
            <a:xfrm>
              <a:off x="1626870" y="228219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2" name="Forme libre : forme 7911">
              <a:extLst>
                <a:ext uri="{FF2B5EF4-FFF2-40B4-BE49-F238E27FC236}">
                  <a16:creationId xmlns:a16="http://schemas.microsoft.com/office/drawing/2014/main" id="{95083791-E38C-7AEF-C63D-EBD682DBD69B}"/>
                </a:ext>
              </a:extLst>
            </p:cNvPr>
            <p:cNvSpPr/>
            <p:nvPr/>
          </p:nvSpPr>
          <p:spPr bwMode="gray">
            <a:xfrm>
              <a:off x="157861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3" name="Forme libre : forme 7912">
              <a:extLst>
                <a:ext uri="{FF2B5EF4-FFF2-40B4-BE49-F238E27FC236}">
                  <a16:creationId xmlns:a16="http://schemas.microsoft.com/office/drawing/2014/main" id="{2B15A5A0-25E8-6017-8B89-1CC46C8AF054}"/>
                </a:ext>
              </a:extLst>
            </p:cNvPr>
            <p:cNvSpPr/>
            <p:nvPr/>
          </p:nvSpPr>
          <p:spPr bwMode="gray">
            <a:xfrm>
              <a:off x="152908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4" name="Forme libre : forme 7913">
              <a:extLst>
                <a:ext uri="{FF2B5EF4-FFF2-40B4-BE49-F238E27FC236}">
                  <a16:creationId xmlns:a16="http://schemas.microsoft.com/office/drawing/2014/main" id="{E9B31853-1F5D-FEE4-4F9F-4560F9541A77}"/>
                </a:ext>
              </a:extLst>
            </p:cNvPr>
            <p:cNvSpPr/>
            <p:nvPr/>
          </p:nvSpPr>
          <p:spPr bwMode="gray">
            <a:xfrm>
              <a:off x="148082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5" name="Forme libre : forme 7914">
              <a:extLst>
                <a:ext uri="{FF2B5EF4-FFF2-40B4-BE49-F238E27FC236}">
                  <a16:creationId xmlns:a16="http://schemas.microsoft.com/office/drawing/2014/main" id="{A18E9E6B-0EF8-D6EE-A540-9948A9431C4F}"/>
                </a:ext>
              </a:extLst>
            </p:cNvPr>
            <p:cNvSpPr/>
            <p:nvPr/>
          </p:nvSpPr>
          <p:spPr bwMode="gray">
            <a:xfrm>
              <a:off x="143129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6" name="Forme libre : forme 7915">
              <a:extLst>
                <a:ext uri="{FF2B5EF4-FFF2-40B4-BE49-F238E27FC236}">
                  <a16:creationId xmlns:a16="http://schemas.microsoft.com/office/drawing/2014/main" id="{1AF4896F-C2A9-DF24-D5EC-8D7743130F6F}"/>
                </a:ext>
              </a:extLst>
            </p:cNvPr>
            <p:cNvSpPr/>
            <p:nvPr/>
          </p:nvSpPr>
          <p:spPr bwMode="gray">
            <a:xfrm>
              <a:off x="138176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7" name="Forme libre : forme 7916">
              <a:extLst>
                <a:ext uri="{FF2B5EF4-FFF2-40B4-BE49-F238E27FC236}">
                  <a16:creationId xmlns:a16="http://schemas.microsoft.com/office/drawing/2014/main" id="{61BFAAD6-E7FB-4D41-8B26-7714D346D418}"/>
                </a:ext>
              </a:extLst>
            </p:cNvPr>
            <p:cNvSpPr/>
            <p:nvPr/>
          </p:nvSpPr>
          <p:spPr bwMode="gray">
            <a:xfrm>
              <a:off x="133350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8" name="Forme libre : forme 7917">
              <a:extLst>
                <a:ext uri="{FF2B5EF4-FFF2-40B4-BE49-F238E27FC236}">
                  <a16:creationId xmlns:a16="http://schemas.microsoft.com/office/drawing/2014/main" id="{6696C823-A9B6-5AAA-A18C-0A44CE5D2751}"/>
                </a:ext>
              </a:extLst>
            </p:cNvPr>
            <p:cNvSpPr/>
            <p:nvPr/>
          </p:nvSpPr>
          <p:spPr bwMode="gray">
            <a:xfrm>
              <a:off x="128397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19" name="Forme libre : forme 7918">
              <a:extLst>
                <a:ext uri="{FF2B5EF4-FFF2-40B4-BE49-F238E27FC236}">
                  <a16:creationId xmlns:a16="http://schemas.microsoft.com/office/drawing/2014/main" id="{76FB87B6-6170-3911-B171-329632C84ACB}"/>
                </a:ext>
              </a:extLst>
            </p:cNvPr>
            <p:cNvSpPr/>
            <p:nvPr/>
          </p:nvSpPr>
          <p:spPr bwMode="gray">
            <a:xfrm>
              <a:off x="123571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0" name="Forme libre : forme 7919">
              <a:extLst>
                <a:ext uri="{FF2B5EF4-FFF2-40B4-BE49-F238E27FC236}">
                  <a16:creationId xmlns:a16="http://schemas.microsoft.com/office/drawing/2014/main" id="{1221B402-7E64-505F-3B25-225885D51811}"/>
                </a:ext>
              </a:extLst>
            </p:cNvPr>
            <p:cNvSpPr/>
            <p:nvPr/>
          </p:nvSpPr>
          <p:spPr bwMode="gray">
            <a:xfrm>
              <a:off x="118618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1" name="Forme libre : forme 7920">
              <a:extLst>
                <a:ext uri="{FF2B5EF4-FFF2-40B4-BE49-F238E27FC236}">
                  <a16:creationId xmlns:a16="http://schemas.microsoft.com/office/drawing/2014/main" id="{3DF877F7-F451-FC16-5C2D-D8FE4275DFA3}"/>
                </a:ext>
              </a:extLst>
            </p:cNvPr>
            <p:cNvSpPr/>
            <p:nvPr/>
          </p:nvSpPr>
          <p:spPr bwMode="gray">
            <a:xfrm>
              <a:off x="113665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2" name="Forme libre : forme 7921">
              <a:extLst>
                <a:ext uri="{FF2B5EF4-FFF2-40B4-BE49-F238E27FC236}">
                  <a16:creationId xmlns:a16="http://schemas.microsoft.com/office/drawing/2014/main" id="{4FD44DE8-D89B-D8DD-9267-C21E447A9E38}"/>
                </a:ext>
              </a:extLst>
            </p:cNvPr>
            <p:cNvSpPr/>
            <p:nvPr/>
          </p:nvSpPr>
          <p:spPr bwMode="gray">
            <a:xfrm>
              <a:off x="108839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3" name="Forme libre : forme 7922">
              <a:extLst>
                <a:ext uri="{FF2B5EF4-FFF2-40B4-BE49-F238E27FC236}">
                  <a16:creationId xmlns:a16="http://schemas.microsoft.com/office/drawing/2014/main" id="{C11F2769-E664-1EFB-2DB9-2D94C0EB59E3}"/>
                </a:ext>
              </a:extLst>
            </p:cNvPr>
            <p:cNvSpPr/>
            <p:nvPr/>
          </p:nvSpPr>
          <p:spPr bwMode="gray">
            <a:xfrm>
              <a:off x="103886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4" name="Forme libre : forme 7923">
              <a:extLst>
                <a:ext uri="{FF2B5EF4-FFF2-40B4-BE49-F238E27FC236}">
                  <a16:creationId xmlns:a16="http://schemas.microsoft.com/office/drawing/2014/main" id="{AB8C08BD-C37B-2738-A351-33A513A2B73B}"/>
                </a:ext>
              </a:extLst>
            </p:cNvPr>
            <p:cNvSpPr/>
            <p:nvPr/>
          </p:nvSpPr>
          <p:spPr bwMode="gray">
            <a:xfrm>
              <a:off x="99060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5" name="Forme libre : forme 7924">
              <a:extLst>
                <a:ext uri="{FF2B5EF4-FFF2-40B4-BE49-F238E27FC236}">
                  <a16:creationId xmlns:a16="http://schemas.microsoft.com/office/drawing/2014/main" id="{C956B202-E692-F4BA-7065-2E2FF75CE5FE}"/>
                </a:ext>
              </a:extLst>
            </p:cNvPr>
            <p:cNvSpPr/>
            <p:nvPr/>
          </p:nvSpPr>
          <p:spPr bwMode="gray">
            <a:xfrm>
              <a:off x="941069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6" name="Forme libre : forme 7925">
              <a:extLst>
                <a:ext uri="{FF2B5EF4-FFF2-40B4-BE49-F238E27FC236}">
                  <a16:creationId xmlns:a16="http://schemas.microsoft.com/office/drawing/2014/main" id="{D6520089-AA54-79B2-0D2E-7774028CE25F}"/>
                </a:ext>
              </a:extLst>
            </p:cNvPr>
            <p:cNvSpPr/>
            <p:nvPr/>
          </p:nvSpPr>
          <p:spPr bwMode="gray">
            <a:xfrm>
              <a:off x="891540" y="228219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7" name="Forme libre : forme 7926">
              <a:extLst>
                <a:ext uri="{FF2B5EF4-FFF2-40B4-BE49-F238E27FC236}">
                  <a16:creationId xmlns:a16="http://schemas.microsoft.com/office/drawing/2014/main" id="{1E9D49A6-351F-62FB-61E4-66EE7CEF07BF}"/>
                </a:ext>
              </a:extLst>
            </p:cNvPr>
            <p:cNvSpPr/>
            <p:nvPr/>
          </p:nvSpPr>
          <p:spPr bwMode="gray">
            <a:xfrm>
              <a:off x="711708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8" name="Forme libre : forme 7927">
              <a:extLst>
                <a:ext uri="{FF2B5EF4-FFF2-40B4-BE49-F238E27FC236}">
                  <a16:creationId xmlns:a16="http://schemas.microsoft.com/office/drawing/2014/main" id="{3B8FFC06-C3D6-B9D9-4C0F-96E889082E65}"/>
                </a:ext>
              </a:extLst>
            </p:cNvPr>
            <p:cNvSpPr/>
            <p:nvPr/>
          </p:nvSpPr>
          <p:spPr bwMode="gray">
            <a:xfrm>
              <a:off x="706755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29" name="Forme libre : forme 7928">
              <a:extLst>
                <a:ext uri="{FF2B5EF4-FFF2-40B4-BE49-F238E27FC236}">
                  <a16:creationId xmlns:a16="http://schemas.microsoft.com/office/drawing/2014/main" id="{79ED4F01-638F-4AE6-882D-CC6281210BCF}"/>
                </a:ext>
              </a:extLst>
            </p:cNvPr>
            <p:cNvSpPr/>
            <p:nvPr/>
          </p:nvSpPr>
          <p:spPr bwMode="gray">
            <a:xfrm>
              <a:off x="701928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0" name="Forme libre : forme 7929">
              <a:extLst>
                <a:ext uri="{FF2B5EF4-FFF2-40B4-BE49-F238E27FC236}">
                  <a16:creationId xmlns:a16="http://schemas.microsoft.com/office/drawing/2014/main" id="{11ADB91A-4E19-0C52-D9D5-CB97020F4E8A}"/>
                </a:ext>
              </a:extLst>
            </p:cNvPr>
            <p:cNvSpPr/>
            <p:nvPr/>
          </p:nvSpPr>
          <p:spPr bwMode="gray">
            <a:xfrm>
              <a:off x="696975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1" name="Forme libre : forme 7930">
              <a:extLst>
                <a:ext uri="{FF2B5EF4-FFF2-40B4-BE49-F238E27FC236}">
                  <a16:creationId xmlns:a16="http://schemas.microsoft.com/office/drawing/2014/main" id="{983B6891-123A-AF10-4AD0-DC06F48477F5}"/>
                </a:ext>
              </a:extLst>
            </p:cNvPr>
            <p:cNvSpPr/>
            <p:nvPr/>
          </p:nvSpPr>
          <p:spPr bwMode="gray">
            <a:xfrm>
              <a:off x="692023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2" name="Forme libre : forme 7931">
              <a:extLst>
                <a:ext uri="{FF2B5EF4-FFF2-40B4-BE49-F238E27FC236}">
                  <a16:creationId xmlns:a16="http://schemas.microsoft.com/office/drawing/2014/main" id="{6A498F16-5AA1-7E31-E67F-A21AEAF1EC34}"/>
                </a:ext>
              </a:extLst>
            </p:cNvPr>
            <p:cNvSpPr/>
            <p:nvPr/>
          </p:nvSpPr>
          <p:spPr bwMode="gray">
            <a:xfrm>
              <a:off x="687196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3" name="Forme libre : forme 7932">
              <a:extLst>
                <a:ext uri="{FF2B5EF4-FFF2-40B4-BE49-F238E27FC236}">
                  <a16:creationId xmlns:a16="http://schemas.microsoft.com/office/drawing/2014/main" id="{A2027822-25B1-EF03-0CA5-D62C0816ACEE}"/>
                </a:ext>
              </a:extLst>
            </p:cNvPr>
            <p:cNvSpPr/>
            <p:nvPr/>
          </p:nvSpPr>
          <p:spPr bwMode="gray">
            <a:xfrm>
              <a:off x="682243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4" name="Forme libre : forme 7933">
              <a:extLst>
                <a:ext uri="{FF2B5EF4-FFF2-40B4-BE49-F238E27FC236}">
                  <a16:creationId xmlns:a16="http://schemas.microsoft.com/office/drawing/2014/main" id="{E059B6C4-A0D7-9819-27EA-098C2321A189}"/>
                </a:ext>
              </a:extLst>
            </p:cNvPr>
            <p:cNvSpPr/>
            <p:nvPr/>
          </p:nvSpPr>
          <p:spPr bwMode="gray">
            <a:xfrm>
              <a:off x="677418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5" name="Forme libre : forme 7934">
              <a:extLst>
                <a:ext uri="{FF2B5EF4-FFF2-40B4-BE49-F238E27FC236}">
                  <a16:creationId xmlns:a16="http://schemas.microsoft.com/office/drawing/2014/main" id="{5E8A7380-26ED-A791-BA65-AC55D8C7A378}"/>
                </a:ext>
              </a:extLst>
            </p:cNvPr>
            <p:cNvSpPr/>
            <p:nvPr/>
          </p:nvSpPr>
          <p:spPr bwMode="gray">
            <a:xfrm>
              <a:off x="672465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6" name="Forme libre : forme 7935">
              <a:extLst>
                <a:ext uri="{FF2B5EF4-FFF2-40B4-BE49-F238E27FC236}">
                  <a16:creationId xmlns:a16="http://schemas.microsoft.com/office/drawing/2014/main" id="{CC3AD704-F29E-C2A3-0A0C-A02F0EE4FC8E}"/>
                </a:ext>
              </a:extLst>
            </p:cNvPr>
            <p:cNvSpPr/>
            <p:nvPr/>
          </p:nvSpPr>
          <p:spPr bwMode="gray">
            <a:xfrm>
              <a:off x="667511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7" name="Forme libre : forme 7936">
              <a:extLst>
                <a:ext uri="{FF2B5EF4-FFF2-40B4-BE49-F238E27FC236}">
                  <a16:creationId xmlns:a16="http://schemas.microsoft.com/office/drawing/2014/main" id="{D82CF5BB-079E-4910-BAEF-779D5FF854CC}"/>
                </a:ext>
              </a:extLst>
            </p:cNvPr>
            <p:cNvSpPr/>
            <p:nvPr/>
          </p:nvSpPr>
          <p:spPr bwMode="gray">
            <a:xfrm>
              <a:off x="662685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8" name="Forme libre : forme 7937">
              <a:extLst>
                <a:ext uri="{FF2B5EF4-FFF2-40B4-BE49-F238E27FC236}">
                  <a16:creationId xmlns:a16="http://schemas.microsoft.com/office/drawing/2014/main" id="{892029CB-0B7E-41BB-8CBA-466906F493B7}"/>
                </a:ext>
              </a:extLst>
            </p:cNvPr>
            <p:cNvSpPr/>
            <p:nvPr/>
          </p:nvSpPr>
          <p:spPr bwMode="gray">
            <a:xfrm>
              <a:off x="657733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39" name="Forme libre : forme 7938">
              <a:extLst>
                <a:ext uri="{FF2B5EF4-FFF2-40B4-BE49-F238E27FC236}">
                  <a16:creationId xmlns:a16="http://schemas.microsoft.com/office/drawing/2014/main" id="{15084544-5A8E-5D93-C09D-F38B747C4254}"/>
                </a:ext>
              </a:extLst>
            </p:cNvPr>
            <p:cNvSpPr/>
            <p:nvPr/>
          </p:nvSpPr>
          <p:spPr bwMode="gray">
            <a:xfrm>
              <a:off x="652906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0" name="Forme libre : forme 7939">
              <a:extLst>
                <a:ext uri="{FF2B5EF4-FFF2-40B4-BE49-F238E27FC236}">
                  <a16:creationId xmlns:a16="http://schemas.microsoft.com/office/drawing/2014/main" id="{4BF399ED-1DEC-7B0D-65E9-1C59CBE7EFC2}"/>
                </a:ext>
              </a:extLst>
            </p:cNvPr>
            <p:cNvSpPr/>
            <p:nvPr/>
          </p:nvSpPr>
          <p:spPr bwMode="gray">
            <a:xfrm>
              <a:off x="647954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1" name="Forme libre : forme 7940">
              <a:extLst>
                <a:ext uri="{FF2B5EF4-FFF2-40B4-BE49-F238E27FC236}">
                  <a16:creationId xmlns:a16="http://schemas.microsoft.com/office/drawing/2014/main" id="{15B3D0B8-689A-838B-DDB0-883DC5DCF4B4}"/>
                </a:ext>
              </a:extLst>
            </p:cNvPr>
            <p:cNvSpPr/>
            <p:nvPr/>
          </p:nvSpPr>
          <p:spPr bwMode="gray">
            <a:xfrm>
              <a:off x="64300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2" name="Forme libre : forme 7941">
              <a:extLst>
                <a:ext uri="{FF2B5EF4-FFF2-40B4-BE49-F238E27FC236}">
                  <a16:creationId xmlns:a16="http://schemas.microsoft.com/office/drawing/2014/main" id="{55BEDCFB-96AD-CA29-F62C-BE7BF04C5A50}"/>
                </a:ext>
              </a:extLst>
            </p:cNvPr>
            <p:cNvSpPr/>
            <p:nvPr/>
          </p:nvSpPr>
          <p:spPr bwMode="gray">
            <a:xfrm>
              <a:off x="63817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3" name="Forme libre : forme 7942">
              <a:extLst>
                <a:ext uri="{FF2B5EF4-FFF2-40B4-BE49-F238E27FC236}">
                  <a16:creationId xmlns:a16="http://schemas.microsoft.com/office/drawing/2014/main" id="{819F82B3-7DF8-F6A5-2926-98C0E5481438}"/>
                </a:ext>
              </a:extLst>
            </p:cNvPr>
            <p:cNvSpPr/>
            <p:nvPr/>
          </p:nvSpPr>
          <p:spPr bwMode="gray">
            <a:xfrm>
              <a:off x="63322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4" name="Forme libre : forme 7943">
              <a:extLst>
                <a:ext uri="{FF2B5EF4-FFF2-40B4-BE49-F238E27FC236}">
                  <a16:creationId xmlns:a16="http://schemas.microsoft.com/office/drawing/2014/main" id="{D4391DDD-4466-184F-86E8-BA657DFF5B0D}"/>
                </a:ext>
              </a:extLst>
            </p:cNvPr>
            <p:cNvSpPr/>
            <p:nvPr/>
          </p:nvSpPr>
          <p:spPr bwMode="gray">
            <a:xfrm>
              <a:off x="628396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5" name="Forme libre : forme 7944">
              <a:extLst>
                <a:ext uri="{FF2B5EF4-FFF2-40B4-BE49-F238E27FC236}">
                  <a16:creationId xmlns:a16="http://schemas.microsoft.com/office/drawing/2014/main" id="{3CE3DB4F-F15C-A988-EECD-97609E3E5850}"/>
                </a:ext>
              </a:extLst>
            </p:cNvPr>
            <p:cNvSpPr/>
            <p:nvPr/>
          </p:nvSpPr>
          <p:spPr bwMode="gray">
            <a:xfrm>
              <a:off x="62344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6" name="Forme libre : forme 7945">
              <a:extLst>
                <a:ext uri="{FF2B5EF4-FFF2-40B4-BE49-F238E27FC236}">
                  <a16:creationId xmlns:a16="http://schemas.microsoft.com/office/drawing/2014/main" id="{106E61DD-671A-C1F2-D665-ABC63ECFBDF3}"/>
                </a:ext>
              </a:extLst>
            </p:cNvPr>
            <p:cNvSpPr/>
            <p:nvPr/>
          </p:nvSpPr>
          <p:spPr bwMode="gray">
            <a:xfrm>
              <a:off x="61849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7" name="Forme libre : forme 7946">
              <a:extLst>
                <a:ext uri="{FF2B5EF4-FFF2-40B4-BE49-F238E27FC236}">
                  <a16:creationId xmlns:a16="http://schemas.microsoft.com/office/drawing/2014/main" id="{60248382-6426-2263-92E2-47AC6CA7F66C}"/>
                </a:ext>
              </a:extLst>
            </p:cNvPr>
            <p:cNvSpPr/>
            <p:nvPr/>
          </p:nvSpPr>
          <p:spPr bwMode="gray">
            <a:xfrm>
              <a:off x="61366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8" name="Forme libre : forme 7947">
              <a:extLst>
                <a:ext uri="{FF2B5EF4-FFF2-40B4-BE49-F238E27FC236}">
                  <a16:creationId xmlns:a16="http://schemas.microsoft.com/office/drawing/2014/main" id="{593396B4-A843-A3F3-936E-B2E4459B072D}"/>
                </a:ext>
              </a:extLst>
            </p:cNvPr>
            <p:cNvSpPr/>
            <p:nvPr/>
          </p:nvSpPr>
          <p:spPr bwMode="gray">
            <a:xfrm>
              <a:off x="60871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49" name="Forme libre : forme 7948">
              <a:extLst>
                <a:ext uri="{FF2B5EF4-FFF2-40B4-BE49-F238E27FC236}">
                  <a16:creationId xmlns:a16="http://schemas.microsoft.com/office/drawing/2014/main" id="{490A164F-81CB-01BA-E12B-E0ED6E1DD43B}"/>
                </a:ext>
              </a:extLst>
            </p:cNvPr>
            <p:cNvSpPr/>
            <p:nvPr/>
          </p:nvSpPr>
          <p:spPr bwMode="gray">
            <a:xfrm>
              <a:off x="60388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0" name="Forme libre : forme 7949">
              <a:extLst>
                <a:ext uri="{FF2B5EF4-FFF2-40B4-BE49-F238E27FC236}">
                  <a16:creationId xmlns:a16="http://schemas.microsoft.com/office/drawing/2014/main" id="{2BFC05D9-0E9F-515A-71F8-4CC4399B2A7A}"/>
                </a:ext>
              </a:extLst>
            </p:cNvPr>
            <p:cNvSpPr/>
            <p:nvPr/>
          </p:nvSpPr>
          <p:spPr bwMode="gray">
            <a:xfrm>
              <a:off x="59893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1" name="Forme libre : forme 7950">
              <a:extLst>
                <a:ext uri="{FF2B5EF4-FFF2-40B4-BE49-F238E27FC236}">
                  <a16:creationId xmlns:a16="http://schemas.microsoft.com/office/drawing/2014/main" id="{275D3FD7-1816-2386-3DC9-1D8E710EDCE5}"/>
                </a:ext>
              </a:extLst>
            </p:cNvPr>
            <p:cNvSpPr/>
            <p:nvPr/>
          </p:nvSpPr>
          <p:spPr bwMode="gray">
            <a:xfrm>
              <a:off x="594106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2" name="Forme libre : forme 7951">
              <a:extLst>
                <a:ext uri="{FF2B5EF4-FFF2-40B4-BE49-F238E27FC236}">
                  <a16:creationId xmlns:a16="http://schemas.microsoft.com/office/drawing/2014/main" id="{9151572E-241D-1C82-AC9F-ABB0718C79A1}"/>
                </a:ext>
              </a:extLst>
            </p:cNvPr>
            <p:cNvSpPr/>
            <p:nvPr/>
          </p:nvSpPr>
          <p:spPr bwMode="gray">
            <a:xfrm>
              <a:off x="58915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3" name="Forme libre : forme 7952">
              <a:extLst>
                <a:ext uri="{FF2B5EF4-FFF2-40B4-BE49-F238E27FC236}">
                  <a16:creationId xmlns:a16="http://schemas.microsoft.com/office/drawing/2014/main" id="{9E4AFF39-BB42-8E1E-A13F-7696A18BDB23}"/>
                </a:ext>
              </a:extLst>
            </p:cNvPr>
            <p:cNvSpPr/>
            <p:nvPr/>
          </p:nvSpPr>
          <p:spPr bwMode="gray">
            <a:xfrm>
              <a:off x="58420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4" name="Forme libre : forme 7953">
              <a:extLst>
                <a:ext uri="{FF2B5EF4-FFF2-40B4-BE49-F238E27FC236}">
                  <a16:creationId xmlns:a16="http://schemas.microsoft.com/office/drawing/2014/main" id="{426FB841-EA77-6250-29B1-C2CAEB7420A4}"/>
                </a:ext>
              </a:extLst>
            </p:cNvPr>
            <p:cNvSpPr/>
            <p:nvPr/>
          </p:nvSpPr>
          <p:spPr bwMode="gray">
            <a:xfrm>
              <a:off x="57937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5" name="Forme libre : forme 7954">
              <a:extLst>
                <a:ext uri="{FF2B5EF4-FFF2-40B4-BE49-F238E27FC236}">
                  <a16:creationId xmlns:a16="http://schemas.microsoft.com/office/drawing/2014/main" id="{92B0DA90-5CB7-DA0C-3C8E-4E86EE13273B}"/>
                </a:ext>
              </a:extLst>
            </p:cNvPr>
            <p:cNvSpPr/>
            <p:nvPr/>
          </p:nvSpPr>
          <p:spPr bwMode="gray">
            <a:xfrm>
              <a:off x="57442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6" name="Forme libre : forme 7955">
              <a:extLst>
                <a:ext uri="{FF2B5EF4-FFF2-40B4-BE49-F238E27FC236}">
                  <a16:creationId xmlns:a16="http://schemas.microsoft.com/office/drawing/2014/main" id="{F1BC485D-3835-91A6-7A77-75457E43AA44}"/>
                </a:ext>
              </a:extLst>
            </p:cNvPr>
            <p:cNvSpPr/>
            <p:nvPr/>
          </p:nvSpPr>
          <p:spPr bwMode="gray">
            <a:xfrm>
              <a:off x="56959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7" name="Forme libre : forme 7956">
              <a:extLst>
                <a:ext uri="{FF2B5EF4-FFF2-40B4-BE49-F238E27FC236}">
                  <a16:creationId xmlns:a16="http://schemas.microsoft.com/office/drawing/2014/main" id="{C2E7D0CD-5965-44D2-9178-4C83D7C725CE}"/>
                </a:ext>
              </a:extLst>
            </p:cNvPr>
            <p:cNvSpPr/>
            <p:nvPr/>
          </p:nvSpPr>
          <p:spPr bwMode="gray">
            <a:xfrm>
              <a:off x="56464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8" name="Forme libre : forme 7957">
              <a:extLst>
                <a:ext uri="{FF2B5EF4-FFF2-40B4-BE49-F238E27FC236}">
                  <a16:creationId xmlns:a16="http://schemas.microsoft.com/office/drawing/2014/main" id="{0E22EB5A-2782-FDD5-5A1B-07182371B7AF}"/>
                </a:ext>
              </a:extLst>
            </p:cNvPr>
            <p:cNvSpPr/>
            <p:nvPr/>
          </p:nvSpPr>
          <p:spPr bwMode="gray">
            <a:xfrm>
              <a:off x="55968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59" name="Forme libre : forme 7958">
              <a:extLst>
                <a:ext uri="{FF2B5EF4-FFF2-40B4-BE49-F238E27FC236}">
                  <a16:creationId xmlns:a16="http://schemas.microsoft.com/office/drawing/2014/main" id="{4A9345E1-31D2-5840-AD99-6DEEC224C204}"/>
                </a:ext>
              </a:extLst>
            </p:cNvPr>
            <p:cNvSpPr/>
            <p:nvPr/>
          </p:nvSpPr>
          <p:spPr bwMode="gray">
            <a:xfrm>
              <a:off x="55486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0" name="Forme libre : forme 7959">
              <a:extLst>
                <a:ext uri="{FF2B5EF4-FFF2-40B4-BE49-F238E27FC236}">
                  <a16:creationId xmlns:a16="http://schemas.microsoft.com/office/drawing/2014/main" id="{D06E8754-1C1F-D9E5-038C-A2996E30CC2B}"/>
                </a:ext>
              </a:extLst>
            </p:cNvPr>
            <p:cNvSpPr/>
            <p:nvPr/>
          </p:nvSpPr>
          <p:spPr bwMode="gray">
            <a:xfrm>
              <a:off x="54991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1" name="Forme libre : forme 7960">
              <a:extLst>
                <a:ext uri="{FF2B5EF4-FFF2-40B4-BE49-F238E27FC236}">
                  <a16:creationId xmlns:a16="http://schemas.microsoft.com/office/drawing/2014/main" id="{33B0C4F9-4883-542F-350D-9B2EEC04DF01}"/>
                </a:ext>
              </a:extLst>
            </p:cNvPr>
            <p:cNvSpPr/>
            <p:nvPr/>
          </p:nvSpPr>
          <p:spPr bwMode="gray">
            <a:xfrm>
              <a:off x="54508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2" name="Forme libre : forme 7961">
              <a:extLst>
                <a:ext uri="{FF2B5EF4-FFF2-40B4-BE49-F238E27FC236}">
                  <a16:creationId xmlns:a16="http://schemas.microsoft.com/office/drawing/2014/main" id="{558F4765-B469-756F-22E3-532360CD456F}"/>
                </a:ext>
              </a:extLst>
            </p:cNvPr>
            <p:cNvSpPr/>
            <p:nvPr/>
          </p:nvSpPr>
          <p:spPr bwMode="gray">
            <a:xfrm>
              <a:off x="54013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3" name="Forme libre : forme 7962">
              <a:extLst>
                <a:ext uri="{FF2B5EF4-FFF2-40B4-BE49-F238E27FC236}">
                  <a16:creationId xmlns:a16="http://schemas.microsoft.com/office/drawing/2014/main" id="{A0C3055E-21FA-5D68-46CB-C72F83F0CB50}"/>
                </a:ext>
              </a:extLst>
            </p:cNvPr>
            <p:cNvSpPr/>
            <p:nvPr/>
          </p:nvSpPr>
          <p:spPr bwMode="gray">
            <a:xfrm>
              <a:off x="535178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4" name="Forme libre : forme 7963">
              <a:extLst>
                <a:ext uri="{FF2B5EF4-FFF2-40B4-BE49-F238E27FC236}">
                  <a16:creationId xmlns:a16="http://schemas.microsoft.com/office/drawing/2014/main" id="{FF2C5732-B630-0662-056B-0B9BC0BEF38A}"/>
                </a:ext>
              </a:extLst>
            </p:cNvPr>
            <p:cNvSpPr/>
            <p:nvPr/>
          </p:nvSpPr>
          <p:spPr bwMode="gray">
            <a:xfrm>
              <a:off x="53035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5" name="Forme libre : forme 7964">
              <a:extLst>
                <a:ext uri="{FF2B5EF4-FFF2-40B4-BE49-F238E27FC236}">
                  <a16:creationId xmlns:a16="http://schemas.microsoft.com/office/drawing/2014/main" id="{D10A728E-A007-822C-EB9F-B75CF595F3B1}"/>
                </a:ext>
              </a:extLst>
            </p:cNvPr>
            <p:cNvSpPr/>
            <p:nvPr/>
          </p:nvSpPr>
          <p:spPr bwMode="gray">
            <a:xfrm>
              <a:off x="52539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6" name="Forme libre : forme 7965">
              <a:extLst>
                <a:ext uri="{FF2B5EF4-FFF2-40B4-BE49-F238E27FC236}">
                  <a16:creationId xmlns:a16="http://schemas.microsoft.com/office/drawing/2014/main" id="{C0E2A269-823A-D006-511B-E01A4DA123B3}"/>
                </a:ext>
              </a:extLst>
            </p:cNvPr>
            <p:cNvSpPr/>
            <p:nvPr/>
          </p:nvSpPr>
          <p:spPr bwMode="gray">
            <a:xfrm>
              <a:off x="52057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7" name="Forme libre : forme 7966">
              <a:extLst>
                <a:ext uri="{FF2B5EF4-FFF2-40B4-BE49-F238E27FC236}">
                  <a16:creationId xmlns:a16="http://schemas.microsoft.com/office/drawing/2014/main" id="{2E46A0EA-F507-D499-BF51-33BAF518CB9C}"/>
                </a:ext>
              </a:extLst>
            </p:cNvPr>
            <p:cNvSpPr/>
            <p:nvPr/>
          </p:nvSpPr>
          <p:spPr bwMode="gray">
            <a:xfrm>
              <a:off x="51562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8" name="Forme libre : forme 7967">
              <a:extLst>
                <a:ext uri="{FF2B5EF4-FFF2-40B4-BE49-F238E27FC236}">
                  <a16:creationId xmlns:a16="http://schemas.microsoft.com/office/drawing/2014/main" id="{E9AA7872-2CD6-7B0C-5018-62B57117F7FB}"/>
                </a:ext>
              </a:extLst>
            </p:cNvPr>
            <p:cNvSpPr/>
            <p:nvPr/>
          </p:nvSpPr>
          <p:spPr bwMode="gray">
            <a:xfrm>
              <a:off x="51066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69" name="Forme libre : forme 7968">
              <a:extLst>
                <a:ext uri="{FF2B5EF4-FFF2-40B4-BE49-F238E27FC236}">
                  <a16:creationId xmlns:a16="http://schemas.microsoft.com/office/drawing/2014/main" id="{3CF6151A-B0E3-7342-50DC-1542F1A025FF}"/>
                </a:ext>
              </a:extLst>
            </p:cNvPr>
            <p:cNvSpPr/>
            <p:nvPr/>
          </p:nvSpPr>
          <p:spPr bwMode="gray">
            <a:xfrm>
              <a:off x="50584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0" name="Forme libre : forme 7969">
              <a:extLst>
                <a:ext uri="{FF2B5EF4-FFF2-40B4-BE49-F238E27FC236}">
                  <a16:creationId xmlns:a16="http://schemas.microsoft.com/office/drawing/2014/main" id="{3718EEE1-B510-9E1D-E216-E8990C08C4C6}"/>
                </a:ext>
              </a:extLst>
            </p:cNvPr>
            <p:cNvSpPr/>
            <p:nvPr/>
          </p:nvSpPr>
          <p:spPr bwMode="gray">
            <a:xfrm>
              <a:off x="500888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1" name="Forme libre : forme 7970">
              <a:extLst>
                <a:ext uri="{FF2B5EF4-FFF2-40B4-BE49-F238E27FC236}">
                  <a16:creationId xmlns:a16="http://schemas.microsoft.com/office/drawing/2014/main" id="{04DEF73E-8418-209D-F545-3F356D738223}"/>
                </a:ext>
              </a:extLst>
            </p:cNvPr>
            <p:cNvSpPr/>
            <p:nvPr/>
          </p:nvSpPr>
          <p:spPr bwMode="gray">
            <a:xfrm>
              <a:off x="49606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2" name="Forme libre : forme 7971">
              <a:extLst>
                <a:ext uri="{FF2B5EF4-FFF2-40B4-BE49-F238E27FC236}">
                  <a16:creationId xmlns:a16="http://schemas.microsoft.com/office/drawing/2014/main" id="{DC5B7171-E474-5184-A01A-B3E95196627D}"/>
                </a:ext>
              </a:extLst>
            </p:cNvPr>
            <p:cNvSpPr/>
            <p:nvPr/>
          </p:nvSpPr>
          <p:spPr bwMode="gray">
            <a:xfrm>
              <a:off x="486156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3" name="Forme libre : forme 7972">
              <a:extLst>
                <a:ext uri="{FF2B5EF4-FFF2-40B4-BE49-F238E27FC236}">
                  <a16:creationId xmlns:a16="http://schemas.microsoft.com/office/drawing/2014/main" id="{6DF055F6-772B-019F-71C9-8904F0FED884}"/>
                </a:ext>
              </a:extLst>
            </p:cNvPr>
            <p:cNvSpPr/>
            <p:nvPr/>
          </p:nvSpPr>
          <p:spPr bwMode="gray">
            <a:xfrm>
              <a:off x="45681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4" name="Forme libre : forme 7973">
              <a:extLst>
                <a:ext uri="{FF2B5EF4-FFF2-40B4-BE49-F238E27FC236}">
                  <a16:creationId xmlns:a16="http://schemas.microsoft.com/office/drawing/2014/main" id="{2DA53E09-1395-4D7A-07B4-CEDBAD012955}"/>
                </a:ext>
              </a:extLst>
            </p:cNvPr>
            <p:cNvSpPr/>
            <p:nvPr/>
          </p:nvSpPr>
          <p:spPr bwMode="gray">
            <a:xfrm>
              <a:off x="451866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5" name="Forme libre : forme 7974">
              <a:extLst>
                <a:ext uri="{FF2B5EF4-FFF2-40B4-BE49-F238E27FC236}">
                  <a16:creationId xmlns:a16="http://schemas.microsoft.com/office/drawing/2014/main" id="{77635A47-A0F0-C803-72CB-F6D028BC851C}"/>
                </a:ext>
              </a:extLst>
            </p:cNvPr>
            <p:cNvSpPr/>
            <p:nvPr/>
          </p:nvSpPr>
          <p:spPr bwMode="gray">
            <a:xfrm>
              <a:off x="44704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6" name="Forme libre : forme 7975">
              <a:extLst>
                <a:ext uri="{FF2B5EF4-FFF2-40B4-BE49-F238E27FC236}">
                  <a16:creationId xmlns:a16="http://schemas.microsoft.com/office/drawing/2014/main" id="{BECEA31F-1FB3-C56F-9CC5-AE245E0339CA}"/>
                </a:ext>
              </a:extLst>
            </p:cNvPr>
            <p:cNvSpPr/>
            <p:nvPr/>
          </p:nvSpPr>
          <p:spPr bwMode="gray">
            <a:xfrm>
              <a:off x="44208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7" name="Forme libre : forme 7976">
              <a:extLst>
                <a:ext uri="{FF2B5EF4-FFF2-40B4-BE49-F238E27FC236}">
                  <a16:creationId xmlns:a16="http://schemas.microsoft.com/office/drawing/2014/main" id="{DF209431-BBCE-E118-7633-A5BD99DEB69B}"/>
                </a:ext>
              </a:extLst>
            </p:cNvPr>
            <p:cNvSpPr/>
            <p:nvPr/>
          </p:nvSpPr>
          <p:spPr bwMode="gray">
            <a:xfrm>
              <a:off x="43726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8" name="Forme libre : forme 7977">
              <a:extLst>
                <a:ext uri="{FF2B5EF4-FFF2-40B4-BE49-F238E27FC236}">
                  <a16:creationId xmlns:a16="http://schemas.microsoft.com/office/drawing/2014/main" id="{D70C6CF6-3C5D-D28A-6D70-4B1207B4A04C}"/>
                </a:ext>
              </a:extLst>
            </p:cNvPr>
            <p:cNvSpPr/>
            <p:nvPr/>
          </p:nvSpPr>
          <p:spPr bwMode="gray">
            <a:xfrm>
              <a:off x="432308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79" name="Forme libre : forme 7978">
              <a:extLst>
                <a:ext uri="{FF2B5EF4-FFF2-40B4-BE49-F238E27FC236}">
                  <a16:creationId xmlns:a16="http://schemas.microsoft.com/office/drawing/2014/main" id="{31B7EAB6-EF1B-2464-AE16-FA85FEA8AE31}"/>
                </a:ext>
              </a:extLst>
            </p:cNvPr>
            <p:cNvSpPr/>
            <p:nvPr/>
          </p:nvSpPr>
          <p:spPr bwMode="gray">
            <a:xfrm>
              <a:off x="42735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0" name="Forme libre : forme 7979">
              <a:extLst>
                <a:ext uri="{FF2B5EF4-FFF2-40B4-BE49-F238E27FC236}">
                  <a16:creationId xmlns:a16="http://schemas.microsoft.com/office/drawing/2014/main" id="{92163183-9462-4416-104B-1301736D751D}"/>
                </a:ext>
              </a:extLst>
            </p:cNvPr>
            <p:cNvSpPr/>
            <p:nvPr/>
          </p:nvSpPr>
          <p:spPr bwMode="gray">
            <a:xfrm>
              <a:off x="42252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1" name="Forme libre : forme 7980">
              <a:extLst>
                <a:ext uri="{FF2B5EF4-FFF2-40B4-BE49-F238E27FC236}">
                  <a16:creationId xmlns:a16="http://schemas.microsoft.com/office/drawing/2014/main" id="{E828F293-720C-1A90-F6B2-BE1223A20F29}"/>
                </a:ext>
              </a:extLst>
            </p:cNvPr>
            <p:cNvSpPr/>
            <p:nvPr/>
          </p:nvSpPr>
          <p:spPr bwMode="gray">
            <a:xfrm>
              <a:off x="34404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2" name="Forme libre : forme 7981">
              <a:extLst>
                <a:ext uri="{FF2B5EF4-FFF2-40B4-BE49-F238E27FC236}">
                  <a16:creationId xmlns:a16="http://schemas.microsoft.com/office/drawing/2014/main" id="{37D2B419-CE21-DDF6-F6C6-DA1B100E132B}"/>
                </a:ext>
              </a:extLst>
            </p:cNvPr>
            <p:cNvSpPr/>
            <p:nvPr/>
          </p:nvSpPr>
          <p:spPr bwMode="gray">
            <a:xfrm>
              <a:off x="33921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3" name="Forme libre : forme 7982">
              <a:extLst>
                <a:ext uri="{FF2B5EF4-FFF2-40B4-BE49-F238E27FC236}">
                  <a16:creationId xmlns:a16="http://schemas.microsoft.com/office/drawing/2014/main" id="{486C6897-A0E3-B6E4-8F7B-5383A00D6EB6}"/>
                </a:ext>
              </a:extLst>
            </p:cNvPr>
            <p:cNvSpPr/>
            <p:nvPr/>
          </p:nvSpPr>
          <p:spPr bwMode="gray">
            <a:xfrm>
              <a:off x="33426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4" name="Forme libre : forme 7983">
              <a:extLst>
                <a:ext uri="{FF2B5EF4-FFF2-40B4-BE49-F238E27FC236}">
                  <a16:creationId xmlns:a16="http://schemas.microsoft.com/office/drawing/2014/main" id="{8C608291-0539-A11D-5E50-525F3F9644B3}"/>
                </a:ext>
              </a:extLst>
            </p:cNvPr>
            <p:cNvSpPr/>
            <p:nvPr/>
          </p:nvSpPr>
          <p:spPr bwMode="gray">
            <a:xfrm>
              <a:off x="329438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5" name="Forme libre : forme 7984">
              <a:extLst>
                <a:ext uri="{FF2B5EF4-FFF2-40B4-BE49-F238E27FC236}">
                  <a16:creationId xmlns:a16="http://schemas.microsoft.com/office/drawing/2014/main" id="{34613587-9FBC-3BE0-98D1-7E0D4F0A6B39}"/>
                </a:ext>
              </a:extLst>
            </p:cNvPr>
            <p:cNvSpPr/>
            <p:nvPr/>
          </p:nvSpPr>
          <p:spPr bwMode="gray">
            <a:xfrm>
              <a:off x="32448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6" name="Forme libre : forme 7985">
              <a:extLst>
                <a:ext uri="{FF2B5EF4-FFF2-40B4-BE49-F238E27FC236}">
                  <a16:creationId xmlns:a16="http://schemas.microsoft.com/office/drawing/2014/main" id="{FED75EE7-C5FF-1AF0-2386-F2E338FB5258}"/>
                </a:ext>
              </a:extLst>
            </p:cNvPr>
            <p:cNvSpPr/>
            <p:nvPr/>
          </p:nvSpPr>
          <p:spPr bwMode="gray">
            <a:xfrm>
              <a:off x="31953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7" name="Forme libre : forme 7986">
              <a:extLst>
                <a:ext uri="{FF2B5EF4-FFF2-40B4-BE49-F238E27FC236}">
                  <a16:creationId xmlns:a16="http://schemas.microsoft.com/office/drawing/2014/main" id="{F0D04CA7-C1A6-E020-BE29-556F748C5983}"/>
                </a:ext>
              </a:extLst>
            </p:cNvPr>
            <p:cNvSpPr/>
            <p:nvPr/>
          </p:nvSpPr>
          <p:spPr bwMode="gray">
            <a:xfrm>
              <a:off x="314706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8" name="Forme libre : forme 7987">
              <a:extLst>
                <a:ext uri="{FF2B5EF4-FFF2-40B4-BE49-F238E27FC236}">
                  <a16:creationId xmlns:a16="http://schemas.microsoft.com/office/drawing/2014/main" id="{65F76A68-DA05-3823-211E-880B6F107A15}"/>
                </a:ext>
              </a:extLst>
            </p:cNvPr>
            <p:cNvSpPr/>
            <p:nvPr/>
          </p:nvSpPr>
          <p:spPr bwMode="gray">
            <a:xfrm>
              <a:off x="30975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89" name="Forme libre : forme 7988">
              <a:extLst>
                <a:ext uri="{FF2B5EF4-FFF2-40B4-BE49-F238E27FC236}">
                  <a16:creationId xmlns:a16="http://schemas.microsoft.com/office/drawing/2014/main" id="{BC83EDC7-413C-A251-6A47-716DA6BAC588}"/>
                </a:ext>
              </a:extLst>
            </p:cNvPr>
            <p:cNvSpPr/>
            <p:nvPr/>
          </p:nvSpPr>
          <p:spPr bwMode="gray">
            <a:xfrm>
              <a:off x="30492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0" name="Forme libre : forme 7989">
              <a:extLst>
                <a:ext uri="{FF2B5EF4-FFF2-40B4-BE49-F238E27FC236}">
                  <a16:creationId xmlns:a16="http://schemas.microsoft.com/office/drawing/2014/main" id="{13395D81-9AD4-0527-D1B4-278884710F26}"/>
                </a:ext>
              </a:extLst>
            </p:cNvPr>
            <p:cNvSpPr/>
            <p:nvPr/>
          </p:nvSpPr>
          <p:spPr bwMode="gray">
            <a:xfrm>
              <a:off x="29997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1" name="Forme libre : forme 7990">
              <a:extLst>
                <a:ext uri="{FF2B5EF4-FFF2-40B4-BE49-F238E27FC236}">
                  <a16:creationId xmlns:a16="http://schemas.microsoft.com/office/drawing/2014/main" id="{90C177DE-9218-AEB1-D702-9C6FBF5FC5B1}"/>
                </a:ext>
              </a:extLst>
            </p:cNvPr>
            <p:cNvSpPr/>
            <p:nvPr/>
          </p:nvSpPr>
          <p:spPr bwMode="gray">
            <a:xfrm>
              <a:off x="29502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2" name="Forme libre : forme 7991">
              <a:extLst>
                <a:ext uri="{FF2B5EF4-FFF2-40B4-BE49-F238E27FC236}">
                  <a16:creationId xmlns:a16="http://schemas.microsoft.com/office/drawing/2014/main" id="{AE20F801-0BE7-C5F9-17BD-895F7B076585}"/>
                </a:ext>
              </a:extLst>
            </p:cNvPr>
            <p:cNvSpPr/>
            <p:nvPr/>
          </p:nvSpPr>
          <p:spPr bwMode="gray">
            <a:xfrm>
              <a:off x="27051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3" name="Forme libre : forme 7992">
              <a:extLst>
                <a:ext uri="{FF2B5EF4-FFF2-40B4-BE49-F238E27FC236}">
                  <a16:creationId xmlns:a16="http://schemas.microsoft.com/office/drawing/2014/main" id="{2616F86D-15E2-9792-E5B5-55E14BBA0DD2}"/>
                </a:ext>
              </a:extLst>
            </p:cNvPr>
            <p:cNvSpPr/>
            <p:nvPr/>
          </p:nvSpPr>
          <p:spPr bwMode="gray">
            <a:xfrm>
              <a:off x="26568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4" name="Forme libre : forme 7993">
              <a:extLst>
                <a:ext uri="{FF2B5EF4-FFF2-40B4-BE49-F238E27FC236}">
                  <a16:creationId xmlns:a16="http://schemas.microsoft.com/office/drawing/2014/main" id="{ADEF586F-A2AB-F1C2-A5F9-CB6E28D3C0C2}"/>
                </a:ext>
              </a:extLst>
            </p:cNvPr>
            <p:cNvSpPr/>
            <p:nvPr/>
          </p:nvSpPr>
          <p:spPr bwMode="gray">
            <a:xfrm>
              <a:off x="26073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5" name="Forme libre : forme 7994">
              <a:extLst>
                <a:ext uri="{FF2B5EF4-FFF2-40B4-BE49-F238E27FC236}">
                  <a16:creationId xmlns:a16="http://schemas.microsoft.com/office/drawing/2014/main" id="{23E49CB6-371E-3A34-AD68-F25B570C778D}"/>
                </a:ext>
              </a:extLst>
            </p:cNvPr>
            <p:cNvSpPr/>
            <p:nvPr/>
          </p:nvSpPr>
          <p:spPr bwMode="gray">
            <a:xfrm>
              <a:off x="255905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6" name="Forme libre : forme 7995">
              <a:extLst>
                <a:ext uri="{FF2B5EF4-FFF2-40B4-BE49-F238E27FC236}">
                  <a16:creationId xmlns:a16="http://schemas.microsoft.com/office/drawing/2014/main" id="{84FD0130-D7E0-9A04-D871-1E8DFA70E2FC}"/>
                </a:ext>
              </a:extLst>
            </p:cNvPr>
            <p:cNvSpPr/>
            <p:nvPr/>
          </p:nvSpPr>
          <p:spPr bwMode="gray">
            <a:xfrm>
              <a:off x="250952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7" name="Forme libre : forme 7996">
              <a:extLst>
                <a:ext uri="{FF2B5EF4-FFF2-40B4-BE49-F238E27FC236}">
                  <a16:creationId xmlns:a16="http://schemas.microsoft.com/office/drawing/2014/main" id="{84FD2BC2-A939-E4AA-194B-E9A3E56D8F9E}"/>
                </a:ext>
              </a:extLst>
            </p:cNvPr>
            <p:cNvSpPr/>
            <p:nvPr/>
          </p:nvSpPr>
          <p:spPr bwMode="gray">
            <a:xfrm>
              <a:off x="24599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8" name="Forme libre : forme 7997">
              <a:extLst>
                <a:ext uri="{FF2B5EF4-FFF2-40B4-BE49-F238E27FC236}">
                  <a16:creationId xmlns:a16="http://schemas.microsoft.com/office/drawing/2014/main" id="{958F2102-759A-1D19-818F-FDAD4A5C2F1E}"/>
                </a:ext>
              </a:extLst>
            </p:cNvPr>
            <p:cNvSpPr/>
            <p:nvPr/>
          </p:nvSpPr>
          <p:spPr bwMode="gray">
            <a:xfrm>
              <a:off x="24117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999" name="Forme libre : forme 7998">
              <a:extLst>
                <a:ext uri="{FF2B5EF4-FFF2-40B4-BE49-F238E27FC236}">
                  <a16:creationId xmlns:a16="http://schemas.microsoft.com/office/drawing/2014/main" id="{9A881C42-D34E-F793-B7F6-F37EA65F233E}"/>
                </a:ext>
              </a:extLst>
            </p:cNvPr>
            <p:cNvSpPr/>
            <p:nvPr/>
          </p:nvSpPr>
          <p:spPr bwMode="gray">
            <a:xfrm>
              <a:off x="23622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0" name="Forme libre : forme 7999">
              <a:extLst>
                <a:ext uri="{FF2B5EF4-FFF2-40B4-BE49-F238E27FC236}">
                  <a16:creationId xmlns:a16="http://schemas.microsoft.com/office/drawing/2014/main" id="{10961601-FF49-A819-63E9-A8BDE8AD28D6}"/>
                </a:ext>
              </a:extLst>
            </p:cNvPr>
            <p:cNvSpPr/>
            <p:nvPr/>
          </p:nvSpPr>
          <p:spPr bwMode="gray">
            <a:xfrm>
              <a:off x="231394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1" name="Forme libre : forme 8000">
              <a:extLst>
                <a:ext uri="{FF2B5EF4-FFF2-40B4-BE49-F238E27FC236}">
                  <a16:creationId xmlns:a16="http://schemas.microsoft.com/office/drawing/2014/main" id="{EA0B0777-7DC3-18EB-A88D-272EFCB9F383}"/>
                </a:ext>
              </a:extLst>
            </p:cNvPr>
            <p:cNvSpPr/>
            <p:nvPr/>
          </p:nvSpPr>
          <p:spPr bwMode="gray">
            <a:xfrm>
              <a:off x="22644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2" name="Forme libre : forme 8001">
              <a:extLst>
                <a:ext uri="{FF2B5EF4-FFF2-40B4-BE49-F238E27FC236}">
                  <a16:creationId xmlns:a16="http://schemas.microsoft.com/office/drawing/2014/main" id="{3A735677-066C-ABAD-F645-50924460A68B}"/>
                </a:ext>
              </a:extLst>
            </p:cNvPr>
            <p:cNvSpPr/>
            <p:nvPr/>
          </p:nvSpPr>
          <p:spPr bwMode="gray">
            <a:xfrm>
              <a:off x="221488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3" name="Forme libre : forme 8002">
              <a:extLst>
                <a:ext uri="{FF2B5EF4-FFF2-40B4-BE49-F238E27FC236}">
                  <a16:creationId xmlns:a16="http://schemas.microsoft.com/office/drawing/2014/main" id="{9E5B4C53-EB79-B675-6CAB-03EEBBB4BE0D}"/>
                </a:ext>
              </a:extLst>
            </p:cNvPr>
            <p:cNvSpPr/>
            <p:nvPr/>
          </p:nvSpPr>
          <p:spPr bwMode="gray">
            <a:xfrm>
              <a:off x="19697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4" name="Forme libre : forme 8003">
              <a:extLst>
                <a:ext uri="{FF2B5EF4-FFF2-40B4-BE49-F238E27FC236}">
                  <a16:creationId xmlns:a16="http://schemas.microsoft.com/office/drawing/2014/main" id="{1538827D-A9CF-709F-129C-FDEBB5B2B35A}"/>
                </a:ext>
              </a:extLst>
            </p:cNvPr>
            <p:cNvSpPr/>
            <p:nvPr/>
          </p:nvSpPr>
          <p:spPr bwMode="gray">
            <a:xfrm>
              <a:off x="192151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5" name="Forme libre : forme 8004">
              <a:extLst>
                <a:ext uri="{FF2B5EF4-FFF2-40B4-BE49-F238E27FC236}">
                  <a16:creationId xmlns:a16="http://schemas.microsoft.com/office/drawing/2014/main" id="{E5F52A62-3A68-D19A-E8ED-0B81C11F916B}"/>
                </a:ext>
              </a:extLst>
            </p:cNvPr>
            <p:cNvSpPr/>
            <p:nvPr/>
          </p:nvSpPr>
          <p:spPr bwMode="gray">
            <a:xfrm>
              <a:off x="177419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6" name="Forme libre : forme 8005">
              <a:extLst>
                <a:ext uri="{FF2B5EF4-FFF2-40B4-BE49-F238E27FC236}">
                  <a16:creationId xmlns:a16="http://schemas.microsoft.com/office/drawing/2014/main" id="{A470203B-1000-3804-EAE1-FCE287EDC1FD}"/>
                </a:ext>
              </a:extLst>
            </p:cNvPr>
            <p:cNvSpPr/>
            <p:nvPr/>
          </p:nvSpPr>
          <p:spPr bwMode="gray">
            <a:xfrm>
              <a:off x="172593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7" name="Forme libre : forme 8006">
              <a:extLst>
                <a:ext uri="{FF2B5EF4-FFF2-40B4-BE49-F238E27FC236}">
                  <a16:creationId xmlns:a16="http://schemas.microsoft.com/office/drawing/2014/main" id="{89CD5316-D837-7BE3-18DC-28B9058E6B38}"/>
                </a:ext>
              </a:extLst>
            </p:cNvPr>
            <p:cNvSpPr/>
            <p:nvPr/>
          </p:nvSpPr>
          <p:spPr bwMode="gray">
            <a:xfrm>
              <a:off x="167640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8" name="Forme libre : forme 8007">
              <a:extLst>
                <a:ext uri="{FF2B5EF4-FFF2-40B4-BE49-F238E27FC236}">
                  <a16:creationId xmlns:a16="http://schemas.microsoft.com/office/drawing/2014/main" id="{F079D863-4B44-36D7-8F01-BEACBE643508}"/>
                </a:ext>
              </a:extLst>
            </p:cNvPr>
            <p:cNvSpPr/>
            <p:nvPr/>
          </p:nvSpPr>
          <p:spPr bwMode="gray">
            <a:xfrm>
              <a:off x="1626870" y="223393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09" name="Forme libre : forme 8008">
              <a:extLst>
                <a:ext uri="{FF2B5EF4-FFF2-40B4-BE49-F238E27FC236}">
                  <a16:creationId xmlns:a16="http://schemas.microsoft.com/office/drawing/2014/main" id="{0F1A49F6-EF04-6C0D-904F-0541B390A0A4}"/>
                </a:ext>
              </a:extLst>
            </p:cNvPr>
            <p:cNvSpPr/>
            <p:nvPr/>
          </p:nvSpPr>
          <p:spPr bwMode="gray">
            <a:xfrm>
              <a:off x="157861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0" name="Forme libre : forme 8009">
              <a:extLst>
                <a:ext uri="{FF2B5EF4-FFF2-40B4-BE49-F238E27FC236}">
                  <a16:creationId xmlns:a16="http://schemas.microsoft.com/office/drawing/2014/main" id="{444D8240-5FDE-E65E-B7D3-A9F41AF499A2}"/>
                </a:ext>
              </a:extLst>
            </p:cNvPr>
            <p:cNvSpPr/>
            <p:nvPr/>
          </p:nvSpPr>
          <p:spPr bwMode="gray">
            <a:xfrm>
              <a:off x="152908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1" name="Forme libre : forme 8010">
              <a:extLst>
                <a:ext uri="{FF2B5EF4-FFF2-40B4-BE49-F238E27FC236}">
                  <a16:creationId xmlns:a16="http://schemas.microsoft.com/office/drawing/2014/main" id="{4FFDF88D-0854-081A-9D39-EBD03289566E}"/>
                </a:ext>
              </a:extLst>
            </p:cNvPr>
            <p:cNvSpPr/>
            <p:nvPr/>
          </p:nvSpPr>
          <p:spPr bwMode="gray">
            <a:xfrm>
              <a:off x="148082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2" name="Forme libre : forme 8011">
              <a:extLst>
                <a:ext uri="{FF2B5EF4-FFF2-40B4-BE49-F238E27FC236}">
                  <a16:creationId xmlns:a16="http://schemas.microsoft.com/office/drawing/2014/main" id="{705D82E7-6010-7D39-C572-B8402191D614}"/>
                </a:ext>
              </a:extLst>
            </p:cNvPr>
            <p:cNvSpPr/>
            <p:nvPr/>
          </p:nvSpPr>
          <p:spPr bwMode="gray">
            <a:xfrm>
              <a:off x="143129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3" name="Forme libre : forme 8012">
              <a:extLst>
                <a:ext uri="{FF2B5EF4-FFF2-40B4-BE49-F238E27FC236}">
                  <a16:creationId xmlns:a16="http://schemas.microsoft.com/office/drawing/2014/main" id="{9B7539F3-BD8B-D856-B004-CF407D7DB19E}"/>
                </a:ext>
              </a:extLst>
            </p:cNvPr>
            <p:cNvSpPr/>
            <p:nvPr/>
          </p:nvSpPr>
          <p:spPr bwMode="gray">
            <a:xfrm>
              <a:off x="138176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4" name="Forme libre : forme 8013">
              <a:extLst>
                <a:ext uri="{FF2B5EF4-FFF2-40B4-BE49-F238E27FC236}">
                  <a16:creationId xmlns:a16="http://schemas.microsoft.com/office/drawing/2014/main" id="{463CB7AA-28AA-D69C-523F-DDED817CA119}"/>
                </a:ext>
              </a:extLst>
            </p:cNvPr>
            <p:cNvSpPr/>
            <p:nvPr/>
          </p:nvSpPr>
          <p:spPr bwMode="gray">
            <a:xfrm>
              <a:off x="133350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5" name="Forme libre : forme 8014">
              <a:extLst>
                <a:ext uri="{FF2B5EF4-FFF2-40B4-BE49-F238E27FC236}">
                  <a16:creationId xmlns:a16="http://schemas.microsoft.com/office/drawing/2014/main" id="{1D9642F2-1815-DFA4-1BF1-69FC437CDE1C}"/>
                </a:ext>
              </a:extLst>
            </p:cNvPr>
            <p:cNvSpPr/>
            <p:nvPr/>
          </p:nvSpPr>
          <p:spPr bwMode="gray">
            <a:xfrm>
              <a:off x="128397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6" name="Forme libre : forme 8015">
              <a:extLst>
                <a:ext uri="{FF2B5EF4-FFF2-40B4-BE49-F238E27FC236}">
                  <a16:creationId xmlns:a16="http://schemas.microsoft.com/office/drawing/2014/main" id="{FF9288BB-1F1B-AEED-8059-D3998F122F2B}"/>
                </a:ext>
              </a:extLst>
            </p:cNvPr>
            <p:cNvSpPr/>
            <p:nvPr/>
          </p:nvSpPr>
          <p:spPr bwMode="gray">
            <a:xfrm>
              <a:off x="123571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7" name="Forme libre : forme 8016">
              <a:extLst>
                <a:ext uri="{FF2B5EF4-FFF2-40B4-BE49-F238E27FC236}">
                  <a16:creationId xmlns:a16="http://schemas.microsoft.com/office/drawing/2014/main" id="{FF2D5BF1-BF4D-DF15-39AE-10A00951C7AB}"/>
                </a:ext>
              </a:extLst>
            </p:cNvPr>
            <p:cNvSpPr/>
            <p:nvPr/>
          </p:nvSpPr>
          <p:spPr bwMode="gray">
            <a:xfrm>
              <a:off x="118618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8" name="Forme libre : forme 8017">
              <a:extLst>
                <a:ext uri="{FF2B5EF4-FFF2-40B4-BE49-F238E27FC236}">
                  <a16:creationId xmlns:a16="http://schemas.microsoft.com/office/drawing/2014/main" id="{22282E9E-F79D-BDAA-185A-DEFD7D793FB9}"/>
                </a:ext>
              </a:extLst>
            </p:cNvPr>
            <p:cNvSpPr/>
            <p:nvPr/>
          </p:nvSpPr>
          <p:spPr bwMode="gray">
            <a:xfrm>
              <a:off x="113665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19" name="Forme libre : forme 8018">
              <a:extLst>
                <a:ext uri="{FF2B5EF4-FFF2-40B4-BE49-F238E27FC236}">
                  <a16:creationId xmlns:a16="http://schemas.microsoft.com/office/drawing/2014/main" id="{555A325A-19EE-133A-BC1B-9D753BC4300A}"/>
                </a:ext>
              </a:extLst>
            </p:cNvPr>
            <p:cNvSpPr/>
            <p:nvPr/>
          </p:nvSpPr>
          <p:spPr bwMode="gray">
            <a:xfrm>
              <a:off x="108839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0" name="Forme libre : forme 8019">
              <a:extLst>
                <a:ext uri="{FF2B5EF4-FFF2-40B4-BE49-F238E27FC236}">
                  <a16:creationId xmlns:a16="http://schemas.microsoft.com/office/drawing/2014/main" id="{3109D80B-2A03-EDC4-E17D-BAE4E5BE9D1E}"/>
                </a:ext>
              </a:extLst>
            </p:cNvPr>
            <p:cNvSpPr/>
            <p:nvPr/>
          </p:nvSpPr>
          <p:spPr bwMode="gray">
            <a:xfrm>
              <a:off x="103886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1" name="Forme libre : forme 8020">
              <a:extLst>
                <a:ext uri="{FF2B5EF4-FFF2-40B4-BE49-F238E27FC236}">
                  <a16:creationId xmlns:a16="http://schemas.microsoft.com/office/drawing/2014/main" id="{A9AFDC7E-66AF-67E6-9F4B-844F5778987E}"/>
                </a:ext>
              </a:extLst>
            </p:cNvPr>
            <p:cNvSpPr/>
            <p:nvPr/>
          </p:nvSpPr>
          <p:spPr bwMode="gray">
            <a:xfrm>
              <a:off x="99060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2" name="Forme libre : forme 8021">
              <a:extLst>
                <a:ext uri="{FF2B5EF4-FFF2-40B4-BE49-F238E27FC236}">
                  <a16:creationId xmlns:a16="http://schemas.microsoft.com/office/drawing/2014/main" id="{D3B00039-D1CD-F01D-2A30-994DAEA9359C}"/>
                </a:ext>
              </a:extLst>
            </p:cNvPr>
            <p:cNvSpPr/>
            <p:nvPr/>
          </p:nvSpPr>
          <p:spPr bwMode="gray">
            <a:xfrm>
              <a:off x="941069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3" name="Forme libre : forme 8022">
              <a:extLst>
                <a:ext uri="{FF2B5EF4-FFF2-40B4-BE49-F238E27FC236}">
                  <a16:creationId xmlns:a16="http://schemas.microsoft.com/office/drawing/2014/main" id="{99A6C339-AAE7-286F-740B-C4CA64CAC7A3}"/>
                </a:ext>
              </a:extLst>
            </p:cNvPr>
            <p:cNvSpPr/>
            <p:nvPr/>
          </p:nvSpPr>
          <p:spPr bwMode="gray">
            <a:xfrm>
              <a:off x="891540" y="223393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4" name="Forme libre : forme 8023">
              <a:extLst>
                <a:ext uri="{FF2B5EF4-FFF2-40B4-BE49-F238E27FC236}">
                  <a16:creationId xmlns:a16="http://schemas.microsoft.com/office/drawing/2014/main" id="{630C680F-FF24-266E-2C7B-3518B3B1379E}"/>
                </a:ext>
              </a:extLst>
            </p:cNvPr>
            <p:cNvSpPr/>
            <p:nvPr/>
          </p:nvSpPr>
          <p:spPr bwMode="gray">
            <a:xfrm>
              <a:off x="672465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4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5" name="Forme libre : forme 8024">
              <a:extLst>
                <a:ext uri="{FF2B5EF4-FFF2-40B4-BE49-F238E27FC236}">
                  <a16:creationId xmlns:a16="http://schemas.microsoft.com/office/drawing/2014/main" id="{5147CBF1-E310-B2BD-BD0B-9F0D97198742}"/>
                </a:ext>
              </a:extLst>
            </p:cNvPr>
            <p:cNvSpPr/>
            <p:nvPr/>
          </p:nvSpPr>
          <p:spPr bwMode="gray">
            <a:xfrm>
              <a:off x="6675119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6" name="Forme libre : forme 8025">
              <a:extLst>
                <a:ext uri="{FF2B5EF4-FFF2-40B4-BE49-F238E27FC236}">
                  <a16:creationId xmlns:a16="http://schemas.microsoft.com/office/drawing/2014/main" id="{2F015F03-7774-67CD-DB56-DD9F6BDBC588}"/>
                </a:ext>
              </a:extLst>
            </p:cNvPr>
            <p:cNvSpPr/>
            <p:nvPr/>
          </p:nvSpPr>
          <p:spPr bwMode="gray">
            <a:xfrm>
              <a:off x="6626859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7" name="Forme libre : forme 8026">
              <a:extLst>
                <a:ext uri="{FF2B5EF4-FFF2-40B4-BE49-F238E27FC236}">
                  <a16:creationId xmlns:a16="http://schemas.microsoft.com/office/drawing/2014/main" id="{79CD7EAB-3132-F0CC-A610-5CE2B8C4D7A9}"/>
                </a:ext>
              </a:extLst>
            </p:cNvPr>
            <p:cNvSpPr/>
            <p:nvPr/>
          </p:nvSpPr>
          <p:spPr bwMode="gray">
            <a:xfrm>
              <a:off x="657733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2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8" name="Forme libre : forme 8027">
              <a:extLst>
                <a:ext uri="{FF2B5EF4-FFF2-40B4-BE49-F238E27FC236}">
                  <a16:creationId xmlns:a16="http://schemas.microsoft.com/office/drawing/2014/main" id="{55CD2922-1258-9C61-11C7-1682FD096BA8}"/>
                </a:ext>
              </a:extLst>
            </p:cNvPr>
            <p:cNvSpPr/>
            <p:nvPr/>
          </p:nvSpPr>
          <p:spPr bwMode="gray">
            <a:xfrm>
              <a:off x="6529069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29" name="Forme libre : forme 8028">
              <a:extLst>
                <a:ext uri="{FF2B5EF4-FFF2-40B4-BE49-F238E27FC236}">
                  <a16:creationId xmlns:a16="http://schemas.microsoft.com/office/drawing/2014/main" id="{2951C55E-4F94-3289-4501-F9D6502A4F45}"/>
                </a:ext>
              </a:extLst>
            </p:cNvPr>
            <p:cNvSpPr/>
            <p:nvPr/>
          </p:nvSpPr>
          <p:spPr bwMode="gray">
            <a:xfrm>
              <a:off x="647954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-1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-1" y="23657"/>
                    <a:pt x="-1" y="15240"/>
                  </a:cubicBezTo>
                  <a:cubicBezTo>
                    <a:pt x="-1" y="6823"/>
                    <a:pt x="6823" y="0"/>
                    <a:pt x="15240" y="0"/>
                  </a:cubicBezTo>
                  <a:cubicBezTo>
                    <a:pt x="23656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0" name="Forme libre : forme 8029">
              <a:extLst>
                <a:ext uri="{FF2B5EF4-FFF2-40B4-BE49-F238E27FC236}">
                  <a16:creationId xmlns:a16="http://schemas.microsoft.com/office/drawing/2014/main" id="{69F51D56-B493-6173-9565-25D1681678A4}"/>
                </a:ext>
              </a:extLst>
            </p:cNvPr>
            <p:cNvSpPr/>
            <p:nvPr/>
          </p:nvSpPr>
          <p:spPr bwMode="gray">
            <a:xfrm>
              <a:off x="64300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1" name="Forme libre : forme 8030">
              <a:extLst>
                <a:ext uri="{FF2B5EF4-FFF2-40B4-BE49-F238E27FC236}">
                  <a16:creationId xmlns:a16="http://schemas.microsoft.com/office/drawing/2014/main" id="{E8339295-C08C-2BD4-6291-7527A276A522}"/>
                </a:ext>
              </a:extLst>
            </p:cNvPr>
            <p:cNvSpPr/>
            <p:nvPr/>
          </p:nvSpPr>
          <p:spPr bwMode="gray">
            <a:xfrm>
              <a:off x="638175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2" name="Forme libre : forme 8031">
              <a:extLst>
                <a:ext uri="{FF2B5EF4-FFF2-40B4-BE49-F238E27FC236}">
                  <a16:creationId xmlns:a16="http://schemas.microsoft.com/office/drawing/2014/main" id="{470146E7-0A50-521A-CBAA-514C3AA1984F}"/>
                </a:ext>
              </a:extLst>
            </p:cNvPr>
            <p:cNvSpPr/>
            <p:nvPr/>
          </p:nvSpPr>
          <p:spPr bwMode="gray">
            <a:xfrm>
              <a:off x="63322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3" name="Forme libre : forme 8032">
              <a:extLst>
                <a:ext uri="{FF2B5EF4-FFF2-40B4-BE49-F238E27FC236}">
                  <a16:creationId xmlns:a16="http://schemas.microsoft.com/office/drawing/2014/main" id="{49C2AEE8-9F43-C183-78AF-BE62F0F99FC8}"/>
                </a:ext>
              </a:extLst>
            </p:cNvPr>
            <p:cNvSpPr/>
            <p:nvPr/>
          </p:nvSpPr>
          <p:spPr bwMode="gray">
            <a:xfrm>
              <a:off x="628396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4" name="Forme libre : forme 8033">
              <a:extLst>
                <a:ext uri="{FF2B5EF4-FFF2-40B4-BE49-F238E27FC236}">
                  <a16:creationId xmlns:a16="http://schemas.microsoft.com/office/drawing/2014/main" id="{DB27554D-1EDA-01D2-2716-A007AC0B62D9}"/>
                </a:ext>
              </a:extLst>
            </p:cNvPr>
            <p:cNvSpPr/>
            <p:nvPr/>
          </p:nvSpPr>
          <p:spPr bwMode="gray">
            <a:xfrm>
              <a:off x="62344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5" name="Forme libre : forme 8034">
              <a:extLst>
                <a:ext uri="{FF2B5EF4-FFF2-40B4-BE49-F238E27FC236}">
                  <a16:creationId xmlns:a16="http://schemas.microsoft.com/office/drawing/2014/main" id="{46149059-F815-CE09-CBBE-E2A681113E74}"/>
                </a:ext>
              </a:extLst>
            </p:cNvPr>
            <p:cNvSpPr/>
            <p:nvPr/>
          </p:nvSpPr>
          <p:spPr bwMode="gray">
            <a:xfrm>
              <a:off x="618490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6" name="Forme libre : forme 8035">
              <a:extLst>
                <a:ext uri="{FF2B5EF4-FFF2-40B4-BE49-F238E27FC236}">
                  <a16:creationId xmlns:a16="http://schemas.microsoft.com/office/drawing/2014/main" id="{DAC21572-492A-0981-CB93-DA287D7FE80F}"/>
                </a:ext>
              </a:extLst>
            </p:cNvPr>
            <p:cNvSpPr/>
            <p:nvPr/>
          </p:nvSpPr>
          <p:spPr bwMode="gray">
            <a:xfrm>
              <a:off x="61366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7" name="Forme libre : forme 8036">
              <a:extLst>
                <a:ext uri="{FF2B5EF4-FFF2-40B4-BE49-F238E27FC236}">
                  <a16:creationId xmlns:a16="http://schemas.microsoft.com/office/drawing/2014/main" id="{56DC270B-5FA5-80AB-AC2F-CBB359174F5C}"/>
                </a:ext>
              </a:extLst>
            </p:cNvPr>
            <p:cNvSpPr/>
            <p:nvPr/>
          </p:nvSpPr>
          <p:spPr bwMode="gray">
            <a:xfrm>
              <a:off x="60871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8" name="Forme libre : forme 8037">
              <a:extLst>
                <a:ext uri="{FF2B5EF4-FFF2-40B4-BE49-F238E27FC236}">
                  <a16:creationId xmlns:a16="http://schemas.microsoft.com/office/drawing/2014/main" id="{A2A3E427-0DA6-4D1F-D75D-2B71E967ACA6}"/>
                </a:ext>
              </a:extLst>
            </p:cNvPr>
            <p:cNvSpPr/>
            <p:nvPr/>
          </p:nvSpPr>
          <p:spPr bwMode="gray">
            <a:xfrm>
              <a:off x="603885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39" name="Forme libre : forme 8038">
              <a:extLst>
                <a:ext uri="{FF2B5EF4-FFF2-40B4-BE49-F238E27FC236}">
                  <a16:creationId xmlns:a16="http://schemas.microsoft.com/office/drawing/2014/main" id="{30890628-8C87-CF68-D636-02D322764AD0}"/>
                </a:ext>
              </a:extLst>
            </p:cNvPr>
            <p:cNvSpPr/>
            <p:nvPr/>
          </p:nvSpPr>
          <p:spPr bwMode="gray">
            <a:xfrm>
              <a:off x="59893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0" name="Forme libre : forme 8039">
              <a:extLst>
                <a:ext uri="{FF2B5EF4-FFF2-40B4-BE49-F238E27FC236}">
                  <a16:creationId xmlns:a16="http://schemas.microsoft.com/office/drawing/2014/main" id="{E7F7C628-19C7-AFC4-E6A9-CE6F82D26DDB}"/>
                </a:ext>
              </a:extLst>
            </p:cNvPr>
            <p:cNvSpPr/>
            <p:nvPr/>
          </p:nvSpPr>
          <p:spPr bwMode="gray">
            <a:xfrm>
              <a:off x="594106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1" name="Forme libre : forme 8040">
              <a:extLst>
                <a:ext uri="{FF2B5EF4-FFF2-40B4-BE49-F238E27FC236}">
                  <a16:creationId xmlns:a16="http://schemas.microsoft.com/office/drawing/2014/main" id="{E1D24880-DB48-608F-916A-84C681E54E48}"/>
                </a:ext>
              </a:extLst>
            </p:cNvPr>
            <p:cNvSpPr/>
            <p:nvPr/>
          </p:nvSpPr>
          <p:spPr bwMode="gray">
            <a:xfrm>
              <a:off x="58915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2" name="Forme libre : forme 8041">
              <a:extLst>
                <a:ext uri="{FF2B5EF4-FFF2-40B4-BE49-F238E27FC236}">
                  <a16:creationId xmlns:a16="http://schemas.microsoft.com/office/drawing/2014/main" id="{50394AF0-1D34-057D-7513-833EA18521D3}"/>
                </a:ext>
              </a:extLst>
            </p:cNvPr>
            <p:cNvSpPr/>
            <p:nvPr/>
          </p:nvSpPr>
          <p:spPr bwMode="gray">
            <a:xfrm>
              <a:off x="584200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3" name="Forme libre : forme 8042">
              <a:extLst>
                <a:ext uri="{FF2B5EF4-FFF2-40B4-BE49-F238E27FC236}">
                  <a16:creationId xmlns:a16="http://schemas.microsoft.com/office/drawing/2014/main" id="{2345030E-9DB9-2A11-276E-C38CBF69228C}"/>
                </a:ext>
              </a:extLst>
            </p:cNvPr>
            <p:cNvSpPr/>
            <p:nvPr/>
          </p:nvSpPr>
          <p:spPr bwMode="gray">
            <a:xfrm>
              <a:off x="57937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4" name="Forme libre : forme 8043">
              <a:extLst>
                <a:ext uri="{FF2B5EF4-FFF2-40B4-BE49-F238E27FC236}">
                  <a16:creationId xmlns:a16="http://schemas.microsoft.com/office/drawing/2014/main" id="{ADC1EA40-D95A-185F-D142-1B5D781D36CE}"/>
                </a:ext>
              </a:extLst>
            </p:cNvPr>
            <p:cNvSpPr/>
            <p:nvPr/>
          </p:nvSpPr>
          <p:spPr bwMode="gray">
            <a:xfrm>
              <a:off x="57442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5" name="Forme libre : forme 8044">
              <a:extLst>
                <a:ext uri="{FF2B5EF4-FFF2-40B4-BE49-F238E27FC236}">
                  <a16:creationId xmlns:a16="http://schemas.microsoft.com/office/drawing/2014/main" id="{2B5F0F41-117D-4D67-6255-2A20860EB0BA}"/>
                </a:ext>
              </a:extLst>
            </p:cNvPr>
            <p:cNvSpPr/>
            <p:nvPr/>
          </p:nvSpPr>
          <p:spPr bwMode="gray">
            <a:xfrm>
              <a:off x="569595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6" name="Forme libre : forme 8045">
              <a:extLst>
                <a:ext uri="{FF2B5EF4-FFF2-40B4-BE49-F238E27FC236}">
                  <a16:creationId xmlns:a16="http://schemas.microsoft.com/office/drawing/2014/main" id="{147B2DB6-B785-4422-BF6D-BC8EA3471F5A}"/>
                </a:ext>
              </a:extLst>
            </p:cNvPr>
            <p:cNvSpPr/>
            <p:nvPr/>
          </p:nvSpPr>
          <p:spPr bwMode="gray">
            <a:xfrm>
              <a:off x="56464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7" name="Forme libre : forme 8046">
              <a:extLst>
                <a:ext uri="{FF2B5EF4-FFF2-40B4-BE49-F238E27FC236}">
                  <a16:creationId xmlns:a16="http://schemas.microsoft.com/office/drawing/2014/main" id="{3303A21D-4C4A-39A4-6521-7C2303BDC54A}"/>
                </a:ext>
              </a:extLst>
            </p:cNvPr>
            <p:cNvSpPr/>
            <p:nvPr/>
          </p:nvSpPr>
          <p:spPr bwMode="gray">
            <a:xfrm>
              <a:off x="559689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8" name="Forme libre : forme 8047">
              <a:extLst>
                <a:ext uri="{FF2B5EF4-FFF2-40B4-BE49-F238E27FC236}">
                  <a16:creationId xmlns:a16="http://schemas.microsoft.com/office/drawing/2014/main" id="{42B17891-340B-8084-97EB-A305D2BA42AF}"/>
                </a:ext>
              </a:extLst>
            </p:cNvPr>
            <p:cNvSpPr/>
            <p:nvPr/>
          </p:nvSpPr>
          <p:spPr bwMode="gray">
            <a:xfrm>
              <a:off x="55486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49" name="Forme libre : forme 8048">
              <a:extLst>
                <a:ext uri="{FF2B5EF4-FFF2-40B4-BE49-F238E27FC236}">
                  <a16:creationId xmlns:a16="http://schemas.microsoft.com/office/drawing/2014/main" id="{C16D8711-8B28-3E72-45F9-91D4ABD11926}"/>
                </a:ext>
              </a:extLst>
            </p:cNvPr>
            <p:cNvSpPr/>
            <p:nvPr/>
          </p:nvSpPr>
          <p:spPr bwMode="gray">
            <a:xfrm>
              <a:off x="549910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0" name="Forme libre : forme 8049">
              <a:extLst>
                <a:ext uri="{FF2B5EF4-FFF2-40B4-BE49-F238E27FC236}">
                  <a16:creationId xmlns:a16="http://schemas.microsoft.com/office/drawing/2014/main" id="{E9C7C681-388D-A77C-A5FB-3145E0623898}"/>
                </a:ext>
              </a:extLst>
            </p:cNvPr>
            <p:cNvSpPr/>
            <p:nvPr/>
          </p:nvSpPr>
          <p:spPr bwMode="gray">
            <a:xfrm>
              <a:off x="54508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1" name="Forme libre : forme 8050">
              <a:extLst>
                <a:ext uri="{FF2B5EF4-FFF2-40B4-BE49-F238E27FC236}">
                  <a16:creationId xmlns:a16="http://schemas.microsoft.com/office/drawing/2014/main" id="{B0F40243-7535-8C88-6488-B9C40A9F2DCA}"/>
                </a:ext>
              </a:extLst>
            </p:cNvPr>
            <p:cNvSpPr/>
            <p:nvPr/>
          </p:nvSpPr>
          <p:spPr bwMode="gray">
            <a:xfrm>
              <a:off x="54013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2" name="Forme libre : forme 8051">
              <a:extLst>
                <a:ext uri="{FF2B5EF4-FFF2-40B4-BE49-F238E27FC236}">
                  <a16:creationId xmlns:a16="http://schemas.microsoft.com/office/drawing/2014/main" id="{A0DCE5EF-E9A3-F927-A0D5-01A3609B0373}"/>
                </a:ext>
              </a:extLst>
            </p:cNvPr>
            <p:cNvSpPr/>
            <p:nvPr/>
          </p:nvSpPr>
          <p:spPr bwMode="gray">
            <a:xfrm>
              <a:off x="535178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3" name="Forme libre : forme 8052">
              <a:extLst>
                <a:ext uri="{FF2B5EF4-FFF2-40B4-BE49-F238E27FC236}">
                  <a16:creationId xmlns:a16="http://schemas.microsoft.com/office/drawing/2014/main" id="{054EFEB0-EDB9-44F7-6B2E-440AC33617C4}"/>
                </a:ext>
              </a:extLst>
            </p:cNvPr>
            <p:cNvSpPr/>
            <p:nvPr/>
          </p:nvSpPr>
          <p:spPr bwMode="gray">
            <a:xfrm>
              <a:off x="53035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4" name="Forme libre : forme 8053">
              <a:extLst>
                <a:ext uri="{FF2B5EF4-FFF2-40B4-BE49-F238E27FC236}">
                  <a16:creationId xmlns:a16="http://schemas.microsoft.com/office/drawing/2014/main" id="{DA4831F9-9426-45B1-C293-20E168FB8C01}"/>
                </a:ext>
              </a:extLst>
            </p:cNvPr>
            <p:cNvSpPr/>
            <p:nvPr/>
          </p:nvSpPr>
          <p:spPr bwMode="gray">
            <a:xfrm>
              <a:off x="525399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5" name="Forme libre : forme 8054">
              <a:extLst>
                <a:ext uri="{FF2B5EF4-FFF2-40B4-BE49-F238E27FC236}">
                  <a16:creationId xmlns:a16="http://schemas.microsoft.com/office/drawing/2014/main" id="{DFF0C251-276D-4A8F-0766-703B96BFD186}"/>
                </a:ext>
              </a:extLst>
            </p:cNvPr>
            <p:cNvSpPr/>
            <p:nvPr/>
          </p:nvSpPr>
          <p:spPr bwMode="gray">
            <a:xfrm>
              <a:off x="52057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6" name="Forme libre : forme 8055">
              <a:extLst>
                <a:ext uri="{FF2B5EF4-FFF2-40B4-BE49-F238E27FC236}">
                  <a16:creationId xmlns:a16="http://schemas.microsoft.com/office/drawing/2014/main" id="{F6F428CD-4BD4-57FA-8CF6-F882CE9239D4}"/>
                </a:ext>
              </a:extLst>
            </p:cNvPr>
            <p:cNvSpPr/>
            <p:nvPr/>
          </p:nvSpPr>
          <p:spPr bwMode="gray">
            <a:xfrm>
              <a:off x="515620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7" name="Forme libre : forme 8056">
              <a:extLst>
                <a:ext uri="{FF2B5EF4-FFF2-40B4-BE49-F238E27FC236}">
                  <a16:creationId xmlns:a16="http://schemas.microsoft.com/office/drawing/2014/main" id="{499D6E00-A4F0-4B11-338C-73EF34405894}"/>
                </a:ext>
              </a:extLst>
            </p:cNvPr>
            <p:cNvSpPr/>
            <p:nvPr/>
          </p:nvSpPr>
          <p:spPr bwMode="gray">
            <a:xfrm>
              <a:off x="510667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8" name="Forme libre : forme 8057">
              <a:extLst>
                <a:ext uri="{FF2B5EF4-FFF2-40B4-BE49-F238E27FC236}">
                  <a16:creationId xmlns:a16="http://schemas.microsoft.com/office/drawing/2014/main" id="{21642F65-0D43-E48E-B9DD-0F1CCC4C6845}"/>
                </a:ext>
              </a:extLst>
            </p:cNvPr>
            <p:cNvSpPr/>
            <p:nvPr/>
          </p:nvSpPr>
          <p:spPr bwMode="gray">
            <a:xfrm>
              <a:off x="50584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59" name="Forme libre : forme 8058">
              <a:extLst>
                <a:ext uri="{FF2B5EF4-FFF2-40B4-BE49-F238E27FC236}">
                  <a16:creationId xmlns:a16="http://schemas.microsoft.com/office/drawing/2014/main" id="{6DF2698E-94E3-E0D5-984F-1D294E777243}"/>
                </a:ext>
              </a:extLst>
            </p:cNvPr>
            <p:cNvSpPr/>
            <p:nvPr/>
          </p:nvSpPr>
          <p:spPr bwMode="gray">
            <a:xfrm>
              <a:off x="442087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0" name="Forme libre : forme 8059">
              <a:extLst>
                <a:ext uri="{FF2B5EF4-FFF2-40B4-BE49-F238E27FC236}">
                  <a16:creationId xmlns:a16="http://schemas.microsoft.com/office/drawing/2014/main" id="{449603E1-7BB7-9AA2-4EB2-E62E636AC575}"/>
                </a:ext>
              </a:extLst>
            </p:cNvPr>
            <p:cNvSpPr/>
            <p:nvPr/>
          </p:nvSpPr>
          <p:spPr bwMode="gray">
            <a:xfrm>
              <a:off x="43726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1" name="Forme libre : forme 8060">
              <a:extLst>
                <a:ext uri="{FF2B5EF4-FFF2-40B4-BE49-F238E27FC236}">
                  <a16:creationId xmlns:a16="http://schemas.microsoft.com/office/drawing/2014/main" id="{9E3A7A0B-16CD-D9E8-8E9A-8760EAA5E10B}"/>
                </a:ext>
              </a:extLst>
            </p:cNvPr>
            <p:cNvSpPr/>
            <p:nvPr/>
          </p:nvSpPr>
          <p:spPr bwMode="gray">
            <a:xfrm>
              <a:off x="432308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2" name="Forme libre : forme 8061">
              <a:extLst>
                <a:ext uri="{FF2B5EF4-FFF2-40B4-BE49-F238E27FC236}">
                  <a16:creationId xmlns:a16="http://schemas.microsoft.com/office/drawing/2014/main" id="{C43AB2A6-5043-616D-C1B8-F54D9A0290FB}"/>
                </a:ext>
              </a:extLst>
            </p:cNvPr>
            <p:cNvSpPr/>
            <p:nvPr/>
          </p:nvSpPr>
          <p:spPr bwMode="gray">
            <a:xfrm>
              <a:off x="348996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3" name="Forme libre : forme 8062">
              <a:extLst>
                <a:ext uri="{FF2B5EF4-FFF2-40B4-BE49-F238E27FC236}">
                  <a16:creationId xmlns:a16="http://schemas.microsoft.com/office/drawing/2014/main" id="{1A69A0C2-888E-7197-4C4D-27B97BFEF8DC}"/>
                </a:ext>
              </a:extLst>
            </p:cNvPr>
            <p:cNvSpPr/>
            <p:nvPr/>
          </p:nvSpPr>
          <p:spPr bwMode="gray">
            <a:xfrm>
              <a:off x="34404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4" name="Forme libre : forme 8063">
              <a:extLst>
                <a:ext uri="{FF2B5EF4-FFF2-40B4-BE49-F238E27FC236}">
                  <a16:creationId xmlns:a16="http://schemas.microsoft.com/office/drawing/2014/main" id="{F88A1EE6-F5F6-32E5-981C-DBA867A89810}"/>
                </a:ext>
              </a:extLst>
            </p:cNvPr>
            <p:cNvSpPr/>
            <p:nvPr/>
          </p:nvSpPr>
          <p:spPr bwMode="gray">
            <a:xfrm>
              <a:off x="339217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5" name="Forme libre : forme 8064">
              <a:extLst>
                <a:ext uri="{FF2B5EF4-FFF2-40B4-BE49-F238E27FC236}">
                  <a16:creationId xmlns:a16="http://schemas.microsoft.com/office/drawing/2014/main" id="{DA94A28A-8BCA-DB7F-46BB-69856882A408}"/>
                </a:ext>
              </a:extLst>
            </p:cNvPr>
            <p:cNvSpPr/>
            <p:nvPr/>
          </p:nvSpPr>
          <p:spPr bwMode="gray">
            <a:xfrm>
              <a:off x="33426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6" name="Forme libre : forme 8065">
              <a:extLst>
                <a:ext uri="{FF2B5EF4-FFF2-40B4-BE49-F238E27FC236}">
                  <a16:creationId xmlns:a16="http://schemas.microsoft.com/office/drawing/2014/main" id="{54DFCB10-30D6-6E39-8068-62D5BF13E4F9}"/>
                </a:ext>
              </a:extLst>
            </p:cNvPr>
            <p:cNvSpPr/>
            <p:nvPr/>
          </p:nvSpPr>
          <p:spPr bwMode="gray">
            <a:xfrm>
              <a:off x="329438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7" name="Forme libre : forme 8066">
              <a:extLst>
                <a:ext uri="{FF2B5EF4-FFF2-40B4-BE49-F238E27FC236}">
                  <a16:creationId xmlns:a16="http://schemas.microsoft.com/office/drawing/2014/main" id="{04151146-E481-BFFD-BE61-C4CDFF89EA7D}"/>
                </a:ext>
              </a:extLst>
            </p:cNvPr>
            <p:cNvSpPr/>
            <p:nvPr/>
          </p:nvSpPr>
          <p:spPr bwMode="gray">
            <a:xfrm>
              <a:off x="324485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8" name="Forme libre : forme 8067">
              <a:extLst>
                <a:ext uri="{FF2B5EF4-FFF2-40B4-BE49-F238E27FC236}">
                  <a16:creationId xmlns:a16="http://schemas.microsoft.com/office/drawing/2014/main" id="{3728BE47-04E1-F7A0-CBF0-3A353659BE5E}"/>
                </a:ext>
              </a:extLst>
            </p:cNvPr>
            <p:cNvSpPr/>
            <p:nvPr/>
          </p:nvSpPr>
          <p:spPr bwMode="gray">
            <a:xfrm>
              <a:off x="31953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69" name="Forme libre : forme 8068">
              <a:extLst>
                <a:ext uri="{FF2B5EF4-FFF2-40B4-BE49-F238E27FC236}">
                  <a16:creationId xmlns:a16="http://schemas.microsoft.com/office/drawing/2014/main" id="{E825645E-AAF3-89C4-B9FD-B2D9F14E354E}"/>
                </a:ext>
              </a:extLst>
            </p:cNvPr>
            <p:cNvSpPr/>
            <p:nvPr/>
          </p:nvSpPr>
          <p:spPr bwMode="gray">
            <a:xfrm>
              <a:off x="314706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0" name="Forme libre : forme 8069">
              <a:extLst>
                <a:ext uri="{FF2B5EF4-FFF2-40B4-BE49-F238E27FC236}">
                  <a16:creationId xmlns:a16="http://schemas.microsoft.com/office/drawing/2014/main" id="{F902A6A2-43E3-D223-4869-05B7762097D3}"/>
                </a:ext>
              </a:extLst>
            </p:cNvPr>
            <p:cNvSpPr/>
            <p:nvPr/>
          </p:nvSpPr>
          <p:spPr bwMode="gray">
            <a:xfrm>
              <a:off x="30975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1" name="Forme libre : forme 8070">
              <a:extLst>
                <a:ext uri="{FF2B5EF4-FFF2-40B4-BE49-F238E27FC236}">
                  <a16:creationId xmlns:a16="http://schemas.microsoft.com/office/drawing/2014/main" id="{5D7B2352-30FF-FD18-D7E4-F08743D83086}"/>
                </a:ext>
              </a:extLst>
            </p:cNvPr>
            <p:cNvSpPr/>
            <p:nvPr/>
          </p:nvSpPr>
          <p:spPr bwMode="gray">
            <a:xfrm>
              <a:off x="304927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2" name="Forme libre : forme 8071">
              <a:extLst>
                <a:ext uri="{FF2B5EF4-FFF2-40B4-BE49-F238E27FC236}">
                  <a16:creationId xmlns:a16="http://schemas.microsoft.com/office/drawing/2014/main" id="{04B1C4B6-5EB0-BB35-7A3B-A659D19F2542}"/>
                </a:ext>
              </a:extLst>
            </p:cNvPr>
            <p:cNvSpPr/>
            <p:nvPr/>
          </p:nvSpPr>
          <p:spPr bwMode="gray">
            <a:xfrm>
              <a:off x="29997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3" name="Forme libre : forme 8072">
              <a:extLst>
                <a:ext uri="{FF2B5EF4-FFF2-40B4-BE49-F238E27FC236}">
                  <a16:creationId xmlns:a16="http://schemas.microsoft.com/office/drawing/2014/main" id="{EB89DEDE-DDDD-9D99-DB93-19AA7F391B35}"/>
                </a:ext>
              </a:extLst>
            </p:cNvPr>
            <p:cNvSpPr/>
            <p:nvPr/>
          </p:nvSpPr>
          <p:spPr bwMode="gray">
            <a:xfrm>
              <a:off x="29502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4" name="Forme libre : forme 8073">
              <a:extLst>
                <a:ext uri="{FF2B5EF4-FFF2-40B4-BE49-F238E27FC236}">
                  <a16:creationId xmlns:a16="http://schemas.microsoft.com/office/drawing/2014/main" id="{4916B10C-D2B5-8B86-BE2C-DB07B6005DF3}"/>
                </a:ext>
              </a:extLst>
            </p:cNvPr>
            <p:cNvSpPr/>
            <p:nvPr/>
          </p:nvSpPr>
          <p:spPr bwMode="gray">
            <a:xfrm>
              <a:off x="265684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5" name="Forme libre : forme 8074">
              <a:extLst>
                <a:ext uri="{FF2B5EF4-FFF2-40B4-BE49-F238E27FC236}">
                  <a16:creationId xmlns:a16="http://schemas.microsoft.com/office/drawing/2014/main" id="{036234AE-C3A8-DD6C-2857-E73CFA67D911}"/>
                </a:ext>
              </a:extLst>
            </p:cNvPr>
            <p:cNvSpPr/>
            <p:nvPr/>
          </p:nvSpPr>
          <p:spPr bwMode="gray">
            <a:xfrm>
              <a:off x="26073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6" name="Forme libre : forme 8075">
              <a:extLst>
                <a:ext uri="{FF2B5EF4-FFF2-40B4-BE49-F238E27FC236}">
                  <a16:creationId xmlns:a16="http://schemas.microsoft.com/office/drawing/2014/main" id="{944A4F09-F1D2-B061-7CDC-9A8193688EB0}"/>
                </a:ext>
              </a:extLst>
            </p:cNvPr>
            <p:cNvSpPr/>
            <p:nvPr/>
          </p:nvSpPr>
          <p:spPr bwMode="gray">
            <a:xfrm>
              <a:off x="255905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7" name="Forme libre : forme 8076">
              <a:extLst>
                <a:ext uri="{FF2B5EF4-FFF2-40B4-BE49-F238E27FC236}">
                  <a16:creationId xmlns:a16="http://schemas.microsoft.com/office/drawing/2014/main" id="{2E8A6B35-A1BE-7969-80EC-771CEC18FBFF}"/>
                </a:ext>
              </a:extLst>
            </p:cNvPr>
            <p:cNvSpPr/>
            <p:nvPr/>
          </p:nvSpPr>
          <p:spPr bwMode="gray">
            <a:xfrm>
              <a:off x="250952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8" name="Forme libre : forme 8077">
              <a:extLst>
                <a:ext uri="{FF2B5EF4-FFF2-40B4-BE49-F238E27FC236}">
                  <a16:creationId xmlns:a16="http://schemas.microsoft.com/office/drawing/2014/main" id="{90FBEDE5-E2B2-82A6-DAD5-D40204EFC638}"/>
                </a:ext>
              </a:extLst>
            </p:cNvPr>
            <p:cNvSpPr/>
            <p:nvPr/>
          </p:nvSpPr>
          <p:spPr bwMode="gray">
            <a:xfrm>
              <a:off x="245999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79" name="Forme libre : forme 8078">
              <a:extLst>
                <a:ext uri="{FF2B5EF4-FFF2-40B4-BE49-F238E27FC236}">
                  <a16:creationId xmlns:a16="http://schemas.microsoft.com/office/drawing/2014/main" id="{29D07E1E-1204-2308-C91F-78D8993AA6DE}"/>
                </a:ext>
              </a:extLst>
            </p:cNvPr>
            <p:cNvSpPr/>
            <p:nvPr/>
          </p:nvSpPr>
          <p:spPr bwMode="gray">
            <a:xfrm>
              <a:off x="241173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0" name="Forme libre : forme 8079">
              <a:extLst>
                <a:ext uri="{FF2B5EF4-FFF2-40B4-BE49-F238E27FC236}">
                  <a16:creationId xmlns:a16="http://schemas.microsoft.com/office/drawing/2014/main" id="{9EA91BCE-D878-3AAA-AEA1-BAD26C3F0018}"/>
                </a:ext>
              </a:extLst>
            </p:cNvPr>
            <p:cNvSpPr/>
            <p:nvPr/>
          </p:nvSpPr>
          <p:spPr bwMode="gray">
            <a:xfrm>
              <a:off x="236220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1" name="Forme libre : forme 8080">
              <a:extLst>
                <a:ext uri="{FF2B5EF4-FFF2-40B4-BE49-F238E27FC236}">
                  <a16:creationId xmlns:a16="http://schemas.microsoft.com/office/drawing/2014/main" id="{CC01AE9E-1AE1-17A4-EEF2-9FC9A3641215}"/>
                </a:ext>
              </a:extLst>
            </p:cNvPr>
            <p:cNvSpPr/>
            <p:nvPr/>
          </p:nvSpPr>
          <p:spPr bwMode="gray">
            <a:xfrm>
              <a:off x="226441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2" name="Forme libre : forme 8081">
              <a:extLst>
                <a:ext uri="{FF2B5EF4-FFF2-40B4-BE49-F238E27FC236}">
                  <a16:creationId xmlns:a16="http://schemas.microsoft.com/office/drawing/2014/main" id="{1C9B92FC-45F7-AED8-89F2-722755502937}"/>
                </a:ext>
              </a:extLst>
            </p:cNvPr>
            <p:cNvSpPr/>
            <p:nvPr/>
          </p:nvSpPr>
          <p:spPr bwMode="gray">
            <a:xfrm>
              <a:off x="2214880" y="218440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3" name="Forme libre : forme 8082">
              <a:extLst>
                <a:ext uri="{FF2B5EF4-FFF2-40B4-BE49-F238E27FC236}">
                  <a16:creationId xmlns:a16="http://schemas.microsoft.com/office/drawing/2014/main" id="{91DE53D8-D09F-68B9-26CC-66E10D0D7917}"/>
                </a:ext>
              </a:extLst>
            </p:cNvPr>
            <p:cNvSpPr/>
            <p:nvPr/>
          </p:nvSpPr>
          <p:spPr bwMode="gray">
            <a:xfrm>
              <a:off x="128397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4" name="Forme libre : forme 8083">
              <a:extLst>
                <a:ext uri="{FF2B5EF4-FFF2-40B4-BE49-F238E27FC236}">
                  <a16:creationId xmlns:a16="http://schemas.microsoft.com/office/drawing/2014/main" id="{4BDFAA17-4EF7-A4A1-EEF3-CC1438D40F60}"/>
                </a:ext>
              </a:extLst>
            </p:cNvPr>
            <p:cNvSpPr/>
            <p:nvPr/>
          </p:nvSpPr>
          <p:spPr bwMode="gray">
            <a:xfrm>
              <a:off x="123571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5" name="Forme libre : forme 8084">
              <a:extLst>
                <a:ext uri="{FF2B5EF4-FFF2-40B4-BE49-F238E27FC236}">
                  <a16:creationId xmlns:a16="http://schemas.microsoft.com/office/drawing/2014/main" id="{483D3AAB-20C9-6D10-48F1-51854BBEE523}"/>
                </a:ext>
              </a:extLst>
            </p:cNvPr>
            <p:cNvSpPr/>
            <p:nvPr/>
          </p:nvSpPr>
          <p:spPr bwMode="gray">
            <a:xfrm>
              <a:off x="118618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6" name="Forme libre : forme 8085">
              <a:extLst>
                <a:ext uri="{FF2B5EF4-FFF2-40B4-BE49-F238E27FC236}">
                  <a16:creationId xmlns:a16="http://schemas.microsoft.com/office/drawing/2014/main" id="{489CAA64-4BDE-A38F-38F4-56B62878A026}"/>
                </a:ext>
              </a:extLst>
            </p:cNvPr>
            <p:cNvSpPr/>
            <p:nvPr/>
          </p:nvSpPr>
          <p:spPr bwMode="gray">
            <a:xfrm>
              <a:off x="113665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7" name="Forme libre : forme 8086">
              <a:extLst>
                <a:ext uri="{FF2B5EF4-FFF2-40B4-BE49-F238E27FC236}">
                  <a16:creationId xmlns:a16="http://schemas.microsoft.com/office/drawing/2014/main" id="{E793E960-F2EC-1808-5B91-90F62A26E625}"/>
                </a:ext>
              </a:extLst>
            </p:cNvPr>
            <p:cNvSpPr/>
            <p:nvPr/>
          </p:nvSpPr>
          <p:spPr bwMode="gray">
            <a:xfrm>
              <a:off x="1088390" y="2184400"/>
              <a:ext cx="30480" cy="30479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8" name="Forme libre : forme 8087">
              <a:extLst>
                <a:ext uri="{FF2B5EF4-FFF2-40B4-BE49-F238E27FC236}">
                  <a16:creationId xmlns:a16="http://schemas.microsoft.com/office/drawing/2014/main" id="{270C4FD6-2353-7341-62CC-B36C1B1D398C}"/>
                </a:ext>
              </a:extLst>
            </p:cNvPr>
            <p:cNvSpPr/>
            <p:nvPr/>
          </p:nvSpPr>
          <p:spPr bwMode="gray">
            <a:xfrm>
              <a:off x="63322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89" name="Forme libre : forme 8088">
              <a:extLst>
                <a:ext uri="{FF2B5EF4-FFF2-40B4-BE49-F238E27FC236}">
                  <a16:creationId xmlns:a16="http://schemas.microsoft.com/office/drawing/2014/main" id="{0A74F772-249C-910F-BB26-F41BDAAE000F}"/>
                </a:ext>
              </a:extLst>
            </p:cNvPr>
            <p:cNvSpPr/>
            <p:nvPr/>
          </p:nvSpPr>
          <p:spPr bwMode="gray">
            <a:xfrm>
              <a:off x="613664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0" name="Forme libre : forme 8089">
              <a:extLst>
                <a:ext uri="{FF2B5EF4-FFF2-40B4-BE49-F238E27FC236}">
                  <a16:creationId xmlns:a16="http://schemas.microsoft.com/office/drawing/2014/main" id="{248F32D4-0493-5475-21EC-A138C057581B}"/>
                </a:ext>
              </a:extLst>
            </p:cNvPr>
            <p:cNvSpPr/>
            <p:nvPr/>
          </p:nvSpPr>
          <p:spPr bwMode="gray">
            <a:xfrm>
              <a:off x="608711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1" name="Forme libre : forme 8090">
              <a:extLst>
                <a:ext uri="{FF2B5EF4-FFF2-40B4-BE49-F238E27FC236}">
                  <a16:creationId xmlns:a16="http://schemas.microsoft.com/office/drawing/2014/main" id="{9CC79EEB-D7E4-468C-D76D-957D9036384B}"/>
                </a:ext>
              </a:extLst>
            </p:cNvPr>
            <p:cNvSpPr/>
            <p:nvPr/>
          </p:nvSpPr>
          <p:spPr bwMode="gray">
            <a:xfrm>
              <a:off x="603885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2" name="Forme libre : forme 8091">
              <a:extLst>
                <a:ext uri="{FF2B5EF4-FFF2-40B4-BE49-F238E27FC236}">
                  <a16:creationId xmlns:a16="http://schemas.microsoft.com/office/drawing/2014/main" id="{9409FC8D-BF8D-8B8F-8AB9-0D24255F93A9}"/>
                </a:ext>
              </a:extLst>
            </p:cNvPr>
            <p:cNvSpPr/>
            <p:nvPr/>
          </p:nvSpPr>
          <p:spPr bwMode="gray">
            <a:xfrm>
              <a:off x="59893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3" name="Forme libre : forme 8092">
              <a:extLst>
                <a:ext uri="{FF2B5EF4-FFF2-40B4-BE49-F238E27FC236}">
                  <a16:creationId xmlns:a16="http://schemas.microsoft.com/office/drawing/2014/main" id="{64329B91-3E03-A68D-6AD8-BF669B1CC363}"/>
                </a:ext>
              </a:extLst>
            </p:cNvPr>
            <p:cNvSpPr/>
            <p:nvPr/>
          </p:nvSpPr>
          <p:spPr bwMode="gray">
            <a:xfrm>
              <a:off x="594106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4" name="Forme libre : forme 8093">
              <a:extLst>
                <a:ext uri="{FF2B5EF4-FFF2-40B4-BE49-F238E27FC236}">
                  <a16:creationId xmlns:a16="http://schemas.microsoft.com/office/drawing/2014/main" id="{B08CB144-F963-1B5D-71CE-5FEE99AA8727}"/>
                </a:ext>
              </a:extLst>
            </p:cNvPr>
            <p:cNvSpPr/>
            <p:nvPr/>
          </p:nvSpPr>
          <p:spPr bwMode="gray">
            <a:xfrm>
              <a:off x="58915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5" name="Forme libre : forme 8094">
              <a:extLst>
                <a:ext uri="{FF2B5EF4-FFF2-40B4-BE49-F238E27FC236}">
                  <a16:creationId xmlns:a16="http://schemas.microsoft.com/office/drawing/2014/main" id="{09B4DBBE-C785-D8EB-D32B-B45274113B36}"/>
                </a:ext>
              </a:extLst>
            </p:cNvPr>
            <p:cNvSpPr/>
            <p:nvPr/>
          </p:nvSpPr>
          <p:spPr bwMode="gray">
            <a:xfrm>
              <a:off x="584200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6" name="Forme libre : forme 8095">
              <a:extLst>
                <a:ext uri="{FF2B5EF4-FFF2-40B4-BE49-F238E27FC236}">
                  <a16:creationId xmlns:a16="http://schemas.microsoft.com/office/drawing/2014/main" id="{147EEC23-E79D-05D2-6609-EA8098F545A7}"/>
                </a:ext>
              </a:extLst>
            </p:cNvPr>
            <p:cNvSpPr/>
            <p:nvPr/>
          </p:nvSpPr>
          <p:spPr bwMode="gray">
            <a:xfrm>
              <a:off x="579374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7" name="Forme libre : forme 8096">
              <a:extLst>
                <a:ext uri="{FF2B5EF4-FFF2-40B4-BE49-F238E27FC236}">
                  <a16:creationId xmlns:a16="http://schemas.microsoft.com/office/drawing/2014/main" id="{563D97E0-35AB-3A61-AF9E-8804F3F7F068}"/>
                </a:ext>
              </a:extLst>
            </p:cNvPr>
            <p:cNvSpPr/>
            <p:nvPr/>
          </p:nvSpPr>
          <p:spPr bwMode="gray">
            <a:xfrm>
              <a:off x="574421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8" name="Forme libre : forme 8097">
              <a:extLst>
                <a:ext uri="{FF2B5EF4-FFF2-40B4-BE49-F238E27FC236}">
                  <a16:creationId xmlns:a16="http://schemas.microsoft.com/office/drawing/2014/main" id="{D2B06403-705A-D5CD-DBD6-0552A56139D2}"/>
                </a:ext>
              </a:extLst>
            </p:cNvPr>
            <p:cNvSpPr/>
            <p:nvPr/>
          </p:nvSpPr>
          <p:spPr bwMode="gray">
            <a:xfrm>
              <a:off x="569595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099" name="Forme libre : forme 8098">
              <a:extLst>
                <a:ext uri="{FF2B5EF4-FFF2-40B4-BE49-F238E27FC236}">
                  <a16:creationId xmlns:a16="http://schemas.microsoft.com/office/drawing/2014/main" id="{48FB6869-FAEB-4A05-6F2A-B97A411A449B}"/>
                </a:ext>
              </a:extLst>
            </p:cNvPr>
            <p:cNvSpPr/>
            <p:nvPr/>
          </p:nvSpPr>
          <p:spPr bwMode="gray">
            <a:xfrm>
              <a:off x="56464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0" name="Forme libre : forme 8099">
              <a:extLst>
                <a:ext uri="{FF2B5EF4-FFF2-40B4-BE49-F238E27FC236}">
                  <a16:creationId xmlns:a16="http://schemas.microsoft.com/office/drawing/2014/main" id="{9790C0AA-58B2-025B-A88E-FB33FBDE1692}"/>
                </a:ext>
              </a:extLst>
            </p:cNvPr>
            <p:cNvSpPr/>
            <p:nvPr/>
          </p:nvSpPr>
          <p:spPr bwMode="gray">
            <a:xfrm>
              <a:off x="559689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1" name="Forme libre : forme 8100">
              <a:extLst>
                <a:ext uri="{FF2B5EF4-FFF2-40B4-BE49-F238E27FC236}">
                  <a16:creationId xmlns:a16="http://schemas.microsoft.com/office/drawing/2014/main" id="{F22C994B-997E-FEE6-FF81-2F69E232A8E5}"/>
                </a:ext>
              </a:extLst>
            </p:cNvPr>
            <p:cNvSpPr/>
            <p:nvPr/>
          </p:nvSpPr>
          <p:spPr bwMode="gray">
            <a:xfrm>
              <a:off x="55486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2" name="Forme libre : forme 8101">
              <a:extLst>
                <a:ext uri="{FF2B5EF4-FFF2-40B4-BE49-F238E27FC236}">
                  <a16:creationId xmlns:a16="http://schemas.microsoft.com/office/drawing/2014/main" id="{8A9BC3C1-081E-08F3-58E0-0EBFFB75CE77}"/>
                </a:ext>
              </a:extLst>
            </p:cNvPr>
            <p:cNvSpPr/>
            <p:nvPr/>
          </p:nvSpPr>
          <p:spPr bwMode="gray">
            <a:xfrm>
              <a:off x="549910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3" name="Forme libre : forme 8102">
              <a:extLst>
                <a:ext uri="{FF2B5EF4-FFF2-40B4-BE49-F238E27FC236}">
                  <a16:creationId xmlns:a16="http://schemas.microsoft.com/office/drawing/2014/main" id="{F2EDD8A2-C57E-F87C-D91B-DCCA65C55E6E}"/>
                </a:ext>
              </a:extLst>
            </p:cNvPr>
            <p:cNvSpPr/>
            <p:nvPr/>
          </p:nvSpPr>
          <p:spPr bwMode="gray">
            <a:xfrm>
              <a:off x="545084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4" name="Forme libre : forme 8103">
              <a:extLst>
                <a:ext uri="{FF2B5EF4-FFF2-40B4-BE49-F238E27FC236}">
                  <a16:creationId xmlns:a16="http://schemas.microsoft.com/office/drawing/2014/main" id="{50F0CCC3-B60D-CDE9-7032-46579FE762E8}"/>
                </a:ext>
              </a:extLst>
            </p:cNvPr>
            <p:cNvSpPr/>
            <p:nvPr/>
          </p:nvSpPr>
          <p:spPr bwMode="gray">
            <a:xfrm>
              <a:off x="540131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5" name="Forme libre : forme 8104">
              <a:extLst>
                <a:ext uri="{FF2B5EF4-FFF2-40B4-BE49-F238E27FC236}">
                  <a16:creationId xmlns:a16="http://schemas.microsoft.com/office/drawing/2014/main" id="{EFDC85F4-FF71-C761-47B8-852CEA0B9F27}"/>
                </a:ext>
              </a:extLst>
            </p:cNvPr>
            <p:cNvSpPr/>
            <p:nvPr/>
          </p:nvSpPr>
          <p:spPr bwMode="gray">
            <a:xfrm>
              <a:off x="535178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6" name="Forme libre : forme 8105">
              <a:extLst>
                <a:ext uri="{FF2B5EF4-FFF2-40B4-BE49-F238E27FC236}">
                  <a16:creationId xmlns:a16="http://schemas.microsoft.com/office/drawing/2014/main" id="{B0D56725-7DC9-DCE5-803A-3D9527E67787}"/>
                </a:ext>
              </a:extLst>
            </p:cNvPr>
            <p:cNvSpPr/>
            <p:nvPr/>
          </p:nvSpPr>
          <p:spPr bwMode="gray">
            <a:xfrm>
              <a:off x="53035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7" name="Forme libre : forme 8106">
              <a:extLst>
                <a:ext uri="{FF2B5EF4-FFF2-40B4-BE49-F238E27FC236}">
                  <a16:creationId xmlns:a16="http://schemas.microsoft.com/office/drawing/2014/main" id="{2DC98193-A1D4-1B97-84C0-BF480081B0CF}"/>
                </a:ext>
              </a:extLst>
            </p:cNvPr>
            <p:cNvSpPr/>
            <p:nvPr/>
          </p:nvSpPr>
          <p:spPr bwMode="gray">
            <a:xfrm>
              <a:off x="525399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8" name="Forme libre : forme 8107">
              <a:extLst>
                <a:ext uri="{FF2B5EF4-FFF2-40B4-BE49-F238E27FC236}">
                  <a16:creationId xmlns:a16="http://schemas.microsoft.com/office/drawing/2014/main" id="{4504DEEE-16CE-E418-2B5B-E9A1741B26F8}"/>
                </a:ext>
              </a:extLst>
            </p:cNvPr>
            <p:cNvSpPr/>
            <p:nvPr/>
          </p:nvSpPr>
          <p:spPr bwMode="gray">
            <a:xfrm>
              <a:off x="52057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09" name="Forme libre : forme 8108">
              <a:extLst>
                <a:ext uri="{FF2B5EF4-FFF2-40B4-BE49-F238E27FC236}">
                  <a16:creationId xmlns:a16="http://schemas.microsoft.com/office/drawing/2014/main" id="{96470246-0C16-ED26-C299-092F9BB38E5E}"/>
                </a:ext>
              </a:extLst>
            </p:cNvPr>
            <p:cNvSpPr/>
            <p:nvPr/>
          </p:nvSpPr>
          <p:spPr bwMode="gray">
            <a:xfrm>
              <a:off x="515620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0" name="Forme libre : forme 8109">
              <a:extLst>
                <a:ext uri="{FF2B5EF4-FFF2-40B4-BE49-F238E27FC236}">
                  <a16:creationId xmlns:a16="http://schemas.microsoft.com/office/drawing/2014/main" id="{23E30D80-988D-1A5F-8BF0-1D886D00B38B}"/>
                </a:ext>
              </a:extLst>
            </p:cNvPr>
            <p:cNvSpPr/>
            <p:nvPr/>
          </p:nvSpPr>
          <p:spPr bwMode="gray">
            <a:xfrm>
              <a:off x="510667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1" name="Forme libre : forme 8110">
              <a:extLst>
                <a:ext uri="{FF2B5EF4-FFF2-40B4-BE49-F238E27FC236}">
                  <a16:creationId xmlns:a16="http://schemas.microsoft.com/office/drawing/2014/main" id="{426BFDE2-E551-63E6-B008-062E08699330}"/>
                </a:ext>
              </a:extLst>
            </p:cNvPr>
            <p:cNvSpPr/>
            <p:nvPr/>
          </p:nvSpPr>
          <p:spPr bwMode="gray">
            <a:xfrm>
              <a:off x="348996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2" name="Forme libre : forme 8111">
              <a:extLst>
                <a:ext uri="{FF2B5EF4-FFF2-40B4-BE49-F238E27FC236}">
                  <a16:creationId xmlns:a16="http://schemas.microsoft.com/office/drawing/2014/main" id="{F98E4198-6B23-04D0-42DD-BFE91E9956E1}"/>
                </a:ext>
              </a:extLst>
            </p:cNvPr>
            <p:cNvSpPr/>
            <p:nvPr/>
          </p:nvSpPr>
          <p:spPr bwMode="gray">
            <a:xfrm>
              <a:off x="34404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3" name="Forme libre : forme 8112">
              <a:extLst>
                <a:ext uri="{FF2B5EF4-FFF2-40B4-BE49-F238E27FC236}">
                  <a16:creationId xmlns:a16="http://schemas.microsoft.com/office/drawing/2014/main" id="{B21D470B-DE6D-A107-F529-46D75D93A9F5}"/>
                </a:ext>
              </a:extLst>
            </p:cNvPr>
            <p:cNvSpPr/>
            <p:nvPr/>
          </p:nvSpPr>
          <p:spPr bwMode="gray">
            <a:xfrm>
              <a:off x="339217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4" name="Forme libre : forme 8113">
              <a:extLst>
                <a:ext uri="{FF2B5EF4-FFF2-40B4-BE49-F238E27FC236}">
                  <a16:creationId xmlns:a16="http://schemas.microsoft.com/office/drawing/2014/main" id="{C868134D-8A31-7EAB-7F9B-941EFA172EC1}"/>
                </a:ext>
              </a:extLst>
            </p:cNvPr>
            <p:cNvSpPr/>
            <p:nvPr/>
          </p:nvSpPr>
          <p:spPr bwMode="gray">
            <a:xfrm>
              <a:off x="334264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5" name="Forme libre : forme 8114">
              <a:extLst>
                <a:ext uri="{FF2B5EF4-FFF2-40B4-BE49-F238E27FC236}">
                  <a16:creationId xmlns:a16="http://schemas.microsoft.com/office/drawing/2014/main" id="{BB45F9EF-DEF2-48BC-F72A-148FB68915FD}"/>
                </a:ext>
              </a:extLst>
            </p:cNvPr>
            <p:cNvSpPr/>
            <p:nvPr/>
          </p:nvSpPr>
          <p:spPr bwMode="gray">
            <a:xfrm>
              <a:off x="329438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6" name="Forme libre : forme 8115">
              <a:extLst>
                <a:ext uri="{FF2B5EF4-FFF2-40B4-BE49-F238E27FC236}">
                  <a16:creationId xmlns:a16="http://schemas.microsoft.com/office/drawing/2014/main" id="{F8C2D64A-D919-9DC2-1A1C-A695B2EE80D1}"/>
                </a:ext>
              </a:extLst>
            </p:cNvPr>
            <p:cNvSpPr/>
            <p:nvPr/>
          </p:nvSpPr>
          <p:spPr bwMode="gray">
            <a:xfrm>
              <a:off x="324485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7" name="Forme libre : forme 8116">
              <a:extLst>
                <a:ext uri="{FF2B5EF4-FFF2-40B4-BE49-F238E27FC236}">
                  <a16:creationId xmlns:a16="http://schemas.microsoft.com/office/drawing/2014/main" id="{E7976EE2-4F67-B38D-7539-E872F59151D9}"/>
                </a:ext>
              </a:extLst>
            </p:cNvPr>
            <p:cNvSpPr/>
            <p:nvPr/>
          </p:nvSpPr>
          <p:spPr bwMode="gray">
            <a:xfrm>
              <a:off x="31953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8" name="Forme libre : forme 8117">
              <a:extLst>
                <a:ext uri="{FF2B5EF4-FFF2-40B4-BE49-F238E27FC236}">
                  <a16:creationId xmlns:a16="http://schemas.microsoft.com/office/drawing/2014/main" id="{685C542C-BA83-C251-06CE-1DEEC8C8641A}"/>
                </a:ext>
              </a:extLst>
            </p:cNvPr>
            <p:cNvSpPr/>
            <p:nvPr/>
          </p:nvSpPr>
          <p:spPr bwMode="gray">
            <a:xfrm>
              <a:off x="314706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19" name="Forme libre : forme 8118">
              <a:extLst>
                <a:ext uri="{FF2B5EF4-FFF2-40B4-BE49-F238E27FC236}">
                  <a16:creationId xmlns:a16="http://schemas.microsoft.com/office/drawing/2014/main" id="{A6770F7C-3A5E-253E-0541-2E628ED479D5}"/>
                </a:ext>
              </a:extLst>
            </p:cNvPr>
            <p:cNvSpPr/>
            <p:nvPr/>
          </p:nvSpPr>
          <p:spPr bwMode="gray">
            <a:xfrm>
              <a:off x="30975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0" name="Forme libre : forme 8119">
              <a:extLst>
                <a:ext uri="{FF2B5EF4-FFF2-40B4-BE49-F238E27FC236}">
                  <a16:creationId xmlns:a16="http://schemas.microsoft.com/office/drawing/2014/main" id="{3F6A5F34-ADA2-1E24-0D06-06EE8A45BACD}"/>
                </a:ext>
              </a:extLst>
            </p:cNvPr>
            <p:cNvSpPr/>
            <p:nvPr/>
          </p:nvSpPr>
          <p:spPr bwMode="gray">
            <a:xfrm>
              <a:off x="304927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1" name="Forme libre : forme 8120">
              <a:extLst>
                <a:ext uri="{FF2B5EF4-FFF2-40B4-BE49-F238E27FC236}">
                  <a16:creationId xmlns:a16="http://schemas.microsoft.com/office/drawing/2014/main" id="{FAF636B3-7B17-DDE5-CA42-92815B186676}"/>
                </a:ext>
              </a:extLst>
            </p:cNvPr>
            <p:cNvSpPr/>
            <p:nvPr/>
          </p:nvSpPr>
          <p:spPr bwMode="gray">
            <a:xfrm>
              <a:off x="299974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2" name="Forme libre : forme 8121">
              <a:extLst>
                <a:ext uri="{FF2B5EF4-FFF2-40B4-BE49-F238E27FC236}">
                  <a16:creationId xmlns:a16="http://schemas.microsoft.com/office/drawing/2014/main" id="{580079B2-5E7A-EB03-C459-2591A6F94841}"/>
                </a:ext>
              </a:extLst>
            </p:cNvPr>
            <p:cNvSpPr/>
            <p:nvPr/>
          </p:nvSpPr>
          <p:spPr bwMode="gray">
            <a:xfrm>
              <a:off x="295021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3" name="Forme libre : forme 8122">
              <a:extLst>
                <a:ext uri="{FF2B5EF4-FFF2-40B4-BE49-F238E27FC236}">
                  <a16:creationId xmlns:a16="http://schemas.microsoft.com/office/drawing/2014/main" id="{2074986C-6696-BC79-8466-95B62C9ADAA0}"/>
                </a:ext>
              </a:extLst>
            </p:cNvPr>
            <p:cNvSpPr/>
            <p:nvPr/>
          </p:nvSpPr>
          <p:spPr bwMode="gray">
            <a:xfrm>
              <a:off x="260731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4" name="Forme libre : forme 8123">
              <a:extLst>
                <a:ext uri="{FF2B5EF4-FFF2-40B4-BE49-F238E27FC236}">
                  <a16:creationId xmlns:a16="http://schemas.microsoft.com/office/drawing/2014/main" id="{869E822B-9E89-4AF8-ED20-21910CFA053D}"/>
                </a:ext>
              </a:extLst>
            </p:cNvPr>
            <p:cNvSpPr/>
            <p:nvPr/>
          </p:nvSpPr>
          <p:spPr bwMode="gray">
            <a:xfrm>
              <a:off x="255905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5" name="Forme libre : forme 8124">
              <a:extLst>
                <a:ext uri="{FF2B5EF4-FFF2-40B4-BE49-F238E27FC236}">
                  <a16:creationId xmlns:a16="http://schemas.microsoft.com/office/drawing/2014/main" id="{A07E246E-ED5E-2CAC-B272-382B6FC7117B}"/>
                </a:ext>
              </a:extLst>
            </p:cNvPr>
            <p:cNvSpPr/>
            <p:nvPr/>
          </p:nvSpPr>
          <p:spPr bwMode="gray">
            <a:xfrm>
              <a:off x="250952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6" name="Forme libre : forme 8125">
              <a:extLst>
                <a:ext uri="{FF2B5EF4-FFF2-40B4-BE49-F238E27FC236}">
                  <a16:creationId xmlns:a16="http://schemas.microsoft.com/office/drawing/2014/main" id="{408D213C-2412-4BB9-FBBD-0C47F8C4957E}"/>
                </a:ext>
              </a:extLst>
            </p:cNvPr>
            <p:cNvSpPr/>
            <p:nvPr/>
          </p:nvSpPr>
          <p:spPr bwMode="gray">
            <a:xfrm>
              <a:off x="245999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7" name="Forme libre : forme 8126">
              <a:extLst>
                <a:ext uri="{FF2B5EF4-FFF2-40B4-BE49-F238E27FC236}">
                  <a16:creationId xmlns:a16="http://schemas.microsoft.com/office/drawing/2014/main" id="{2D83B914-35BB-FCD3-339C-3D3A02E5D7CA}"/>
                </a:ext>
              </a:extLst>
            </p:cNvPr>
            <p:cNvSpPr/>
            <p:nvPr/>
          </p:nvSpPr>
          <p:spPr bwMode="gray">
            <a:xfrm>
              <a:off x="2411730" y="213487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8" name="Forme libre : forme 8127">
              <a:extLst>
                <a:ext uri="{FF2B5EF4-FFF2-40B4-BE49-F238E27FC236}">
                  <a16:creationId xmlns:a16="http://schemas.microsoft.com/office/drawing/2014/main" id="{393E2163-4849-249D-7120-5B9ADCEF0080}"/>
                </a:ext>
              </a:extLst>
            </p:cNvPr>
            <p:cNvSpPr/>
            <p:nvPr/>
          </p:nvSpPr>
          <p:spPr bwMode="gray">
            <a:xfrm>
              <a:off x="579374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29" name="Forme libre : forme 8128">
              <a:extLst>
                <a:ext uri="{FF2B5EF4-FFF2-40B4-BE49-F238E27FC236}">
                  <a16:creationId xmlns:a16="http://schemas.microsoft.com/office/drawing/2014/main" id="{1DCE6CB2-3A19-7000-296D-883CDC2258D3}"/>
                </a:ext>
              </a:extLst>
            </p:cNvPr>
            <p:cNvSpPr/>
            <p:nvPr/>
          </p:nvSpPr>
          <p:spPr bwMode="gray">
            <a:xfrm>
              <a:off x="574421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0" name="Forme libre : forme 8129">
              <a:extLst>
                <a:ext uri="{FF2B5EF4-FFF2-40B4-BE49-F238E27FC236}">
                  <a16:creationId xmlns:a16="http://schemas.microsoft.com/office/drawing/2014/main" id="{7334713E-71E3-3DD2-4027-E92AF1F185E4}"/>
                </a:ext>
              </a:extLst>
            </p:cNvPr>
            <p:cNvSpPr/>
            <p:nvPr/>
          </p:nvSpPr>
          <p:spPr bwMode="gray">
            <a:xfrm>
              <a:off x="569595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1" name="Forme libre : forme 8130">
              <a:extLst>
                <a:ext uri="{FF2B5EF4-FFF2-40B4-BE49-F238E27FC236}">
                  <a16:creationId xmlns:a16="http://schemas.microsoft.com/office/drawing/2014/main" id="{94D0FA09-6CE0-96A4-DC71-DB6D8ECA0748}"/>
                </a:ext>
              </a:extLst>
            </p:cNvPr>
            <p:cNvSpPr/>
            <p:nvPr/>
          </p:nvSpPr>
          <p:spPr bwMode="gray">
            <a:xfrm>
              <a:off x="564642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2" name="Forme libre : forme 8131">
              <a:extLst>
                <a:ext uri="{FF2B5EF4-FFF2-40B4-BE49-F238E27FC236}">
                  <a16:creationId xmlns:a16="http://schemas.microsoft.com/office/drawing/2014/main" id="{494A3A0D-3789-F312-A064-5E050DF6FC63}"/>
                </a:ext>
              </a:extLst>
            </p:cNvPr>
            <p:cNvSpPr/>
            <p:nvPr/>
          </p:nvSpPr>
          <p:spPr bwMode="gray">
            <a:xfrm>
              <a:off x="559689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3" name="Forme libre : forme 8132">
              <a:extLst>
                <a:ext uri="{FF2B5EF4-FFF2-40B4-BE49-F238E27FC236}">
                  <a16:creationId xmlns:a16="http://schemas.microsoft.com/office/drawing/2014/main" id="{F5881EA4-7113-6A7D-5627-86035C7BD8B0}"/>
                </a:ext>
              </a:extLst>
            </p:cNvPr>
            <p:cNvSpPr/>
            <p:nvPr/>
          </p:nvSpPr>
          <p:spPr bwMode="gray">
            <a:xfrm>
              <a:off x="554863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4" name="Forme libre : forme 8133">
              <a:extLst>
                <a:ext uri="{FF2B5EF4-FFF2-40B4-BE49-F238E27FC236}">
                  <a16:creationId xmlns:a16="http://schemas.microsoft.com/office/drawing/2014/main" id="{C7497F3A-CA36-1403-9FBE-283619B9AEC5}"/>
                </a:ext>
              </a:extLst>
            </p:cNvPr>
            <p:cNvSpPr/>
            <p:nvPr/>
          </p:nvSpPr>
          <p:spPr bwMode="gray">
            <a:xfrm>
              <a:off x="549910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5" name="Forme libre : forme 8134">
              <a:extLst>
                <a:ext uri="{FF2B5EF4-FFF2-40B4-BE49-F238E27FC236}">
                  <a16:creationId xmlns:a16="http://schemas.microsoft.com/office/drawing/2014/main" id="{6E2F8C69-3F41-078A-C9AC-EA10A21D03C7}"/>
                </a:ext>
              </a:extLst>
            </p:cNvPr>
            <p:cNvSpPr/>
            <p:nvPr/>
          </p:nvSpPr>
          <p:spPr bwMode="gray">
            <a:xfrm>
              <a:off x="545084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6" name="Forme libre : forme 8135">
              <a:extLst>
                <a:ext uri="{FF2B5EF4-FFF2-40B4-BE49-F238E27FC236}">
                  <a16:creationId xmlns:a16="http://schemas.microsoft.com/office/drawing/2014/main" id="{5A28DD1F-AEDB-6055-C925-108B4B4A7360}"/>
                </a:ext>
              </a:extLst>
            </p:cNvPr>
            <p:cNvSpPr/>
            <p:nvPr/>
          </p:nvSpPr>
          <p:spPr bwMode="gray">
            <a:xfrm>
              <a:off x="540131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7" name="Forme libre : forme 8136">
              <a:extLst>
                <a:ext uri="{FF2B5EF4-FFF2-40B4-BE49-F238E27FC236}">
                  <a16:creationId xmlns:a16="http://schemas.microsoft.com/office/drawing/2014/main" id="{C32BF2CC-2D82-6FC8-FD1F-858A96EE7786}"/>
                </a:ext>
              </a:extLst>
            </p:cNvPr>
            <p:cNvSpPr/>
            <p:nvPr/>
          </p:nvSpPr>
          <p:spPr bwMode="gray">
            <a:xfrm>
              <a:off x="535178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8" name="Forme libre : forme 8137">
              <a:extLst>
                <a:ext uri="{FF2B5EF4-FFF2-40B4-BE49-F238E27FC236}">
                  <a16:creationId xmlns:a16="http://schemas.microsoft.com/office/drawing/2014/main" id="{4AB8F463-6610-55B5-8D3D-DFFE927D9EBD}"/>
                </a:ext>
              </a:extLst>
            </p:cNvPr>
            <p:cNvSpPr/>
            <p:nvPr/>
          </p:nvSpPr>
          <p:spPr bwMode="gray">
            <a:xfrm>
              <a:off x="358775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39" name="Forme libre : forme 8138">
              <a:extLst>
                <a:ext uri="{FF2B5EF4-FFF2-40B4-BE49-F238E27FC236}">
                  <a16:creationId xmlns:a16="http://schemas.microsoft.com/office/drawing/2014/main" id="{27DAA3B7-6FD8-8505-BB56-29D91C23AECE}"/>
                </a:ext>
              </a:extLst>
            </p:cNvPr>
            <p:cNvSpPr/>
            <p:nvPr/>
          </p:nvSpPr>
          <p:spPr bwMode="gray">
            <a:xfrm>
              <a:off x="353822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0" name="Forme libre : forme 8139">
              <a:extLst>
                <a:ext uri="{FF2B5EF4-FFF2-40B4-BE49-F238E27FC236}">
                  <a16:creationId xmlns:a16="http://schemas.microsoft.com/office/drawing/2014/main" id="{2F305CAE-2551-DB86-4F20-5265FC1A043C}"/>
                </a:ext>
              </a:extLst>
            </p:cNvPr>
            <p:cNvSpPr/>
            <p:nvPr/>
          </p:nvSpPr>
          <p:spPr bwMode="gray">
            <a:xfrm>
              <a:off x="348996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1" name="Forme libre : forme 8140">
              <a:extLst>
                <a:ext uri="{FF2B5EF4-FFF2-40B4-BE49-F238E27FC236}">
                  <a16:creationId xmlns:a16="http://schemas.microsoft.com/office/drawing/2014/main" id="{D737AB1A-23A8-8664-6832-6D23C5243F5F}"/>
                </a:ext>
              </a:extLst>
            </p:cNvPr>
            <p:cNvSpPr/>
            <p:nvPr/>
          </p:nvSpPr>
          <p:spPr bwMode="gray">
            <a:xfrm>
              <a:off x="344043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2" name="Forme libre : forme 8141">
              <a:extLst>
                <a:ext uri="{FF2B5EF4-FFF2-40B4-BE49-F238E27FC236}">
                  <a16:creationId xmlns:a16="http://schemas.microsoft.com/office/drawing/2014/main" id="{3BED5DE6-C247-F5E6-F7C4-86F6304126C9}"/>
                </a:ext>
              </a:extLst>
            </p:cNvPr>
            <p:cNvSpPr/>
            <p:nvPr/>
          </p:nvSpPr>
          <p:spPr bwMode="gray">
            <a:xfrm>
              <a:off x="339217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3" name="Forme libre : forme 8142">
              <a:extLst>
                <a:ext uri="{FF2B5EF4-FFF2-40B4-BE49-F238E27FC236}">
                  <a16:creationId xmlns:a16="http://schemas.microsoft.com/office/drawing/2014/main" id="{5686C1D0-4798-6E51-B1FC-26151AD55CBA}"/>
                </a:ext>
              </a:extLst>
            </p:cNvPr>
            <p:cNvSpPr/>
            <p:nvPr/>
          </p:nvSpPr>
          <p:spPr bwMode="gray">
            <a:xfrm>
              <a:off x="334264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4" name="Forme libre : forme 8143">
              <a:extLst>
                <a:ext uri="{FF2B5EF4-FFF2-40B4-BE49-F238E27FC236}">
                  <a16:creationId xmlns:a16="http://schemas.microsoft.com/office/drawing/2014/main" id="{7266413D-368E-D10B-A896-DE95C19C0874}"/>
                </a:ext>
              </a:extLst>
            </p:cNvPr>
            <p:cNvSpPr/>
            <p:nvPr/>
          </p:nvSpPr>
          <p:spPr bwMode="gray">
            <a:xfrm>
              <a:off x="329438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5" name="Forme libre : forme 8144">
              <a:extLst>
                <a:ext uri="{FF2B5EF4-FFF2-40B4-BE49-F238E27FC236}">
                  <a16:creationId xmlns:a16="http://schemas.microsoft.com/office/drawing/2014/main" id="{643A56C8-CDF7-0F3D-2136-ED2242CBAB5E}"/>
                </a:ext>
              </a:extLst>
            </p:cNvPr>
            <p:cNvSpPr/>
            <p:nvPr/>
          </p:nvSpPr>
          <p:spPr bwMode="gray">
            <a:xfrm>
              <a:off x="324485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6" name="Forme libre : forme 8145">
              <a:extLst>
                <a:ext uri="{FF2B5EF4-FFF2-40B4-BE49-F238E27FC236}">
                  <a16:creationId xmlns:a16="http://schemas.microsoft.com/office/drawing/2014/main" id="{658FC6E1-6E07-2FB3-63BE-3CF466396265}"/>
                </a:ext>
              </a:extLst>
            </p:cNvPr>
            <p:cNvSpPr/>
            <p:nvPr/>
          </p:nvSpPr>
          <p:spPr bwMode="gray">
            <a:xfrm>
              <a:off x="319532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7" name="Forme libre : forme 8146">
              <a:extLst>
                <a:ext uri="{FF2B5EF4-FFF2-40B4-BE49-F238E27FC236}">
                  <a16:creationId xmlns:a16="http://schemas.microsoft.com/office/drawing/2014/main" id="{A16CEDF3-650E-48CA-8F87-2B4BF4B5C896}"/>
                </a:ext>
              </a:extLst>
            </p:cNvPr>
            <p:cNvSpPr/>
            <p:nvPr/>
          </p:nvSpPr>
          <p:spPr bwMode="gray">
            <a:xfrm>
              <a:off x="314706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8" name="Forme libre : forme 8147">
              <a:extLst>
                <a:ext uri="{FF2B5EF4-FFF2-40B4-BE49-F238E27FC236}">
                  <a16:creationId xmlns:a16="http://schemas.microsoft.com/office/drawing/2014/main" id="{C6B2DED3-0646-0F17-DEDA-0958F4D99E8C}"/>
                </a:ext>
              </a:extLst>
            </p:cNvPr>
            <p:cNvSpPr/>
            <p:nvPr/>
          </p:nvSpPr>
          <p:spPr bwMode="gray">
            <a:xfrm>
              <a:off x="309753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49" name="Forme libre : forme 8148">
              <a:extLst>
                <a:ext uri="{FF2B5EF4-FFF2-40B4-BE49-F238E27FC236}">
                  <a16:creationId xmlns:a16="http://schemas.microsoft.com/office/drawing/2014/main" id="{9AA1E22A-DC79-E12D-21B7-659437AE2B83}"/>
                </a:ext>
              </a:extLst>
            </p:cNvPr>
            <p:cNvSpPr/>
            <p:nvPr/>
          </p:nvSpPr>
          <p:spPr bwMode="gray">
            <a:xfrm>
              <a:off x="304927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0" name="Forme libre : forme 8149">
              <a:extLst>
                <a:ext uri="{FF2B5EF4-FFF2-40B4-BE49-F238E27FC236}">
                  <a16:creationId xmlns:a16="http://schemas.microsoft.com/office/drawing/2014/main" id="{4CBE2289-FBE6-6BC2-9903-4BB7391365F6}"/>
                </a:ext>
              </a:extLst>
            </p:cNvPr>
            <p:cNvSpPr/>
            <p:nvPr/>
          </p:nvSpPr>
          <p:spPr bwMode="gray">
            <a:xfrm>
              <a:off x="299974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1" name="Forme libre : forme 8150">
              <a:extLst>
                <a:ext uri="{FF2B5EF4-FFF2-40B4-BE49-F238E27FC236}">
                  <a16:creationId xmlns:a16="http://schemas.microsoft.com/office/drawing/2014/main" id="{368E68F5-491C-FD40-41AD-3DA4619FA784}"/>
                </a:ext>
              </a:extLst>
            </p:cNvPr>
            <p:cNvSpPr/>
            <p:nvPr/>
          </p:nvSpPr>
          <p:spPr bwMode="gray">
            <a:xfrm>
              <a:off x="2950210" y="208534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2" name="Forme libre : forme 8151">
              <a:extLst>
                <a:ext uri="{FF2B5EF4-FFF2-40B4-BE49-F238E27FC236}">
                  <a16:creationId xmlns:a16="http://schemas.microsoft.com/office/drawing/2014/main" id="{0ACE1BA1-2BC8-83B8-2F22-018088AA18DA}"/>
                </a:ext>
              </a:extLst>
            </p:cNvPr>
            <p:cNvSpPr/>
            <p:nvPr/>
          </p:nvSpPr>
          <p:spPr bwMode="gray">
            <a:xfrm>
              <a:off x="564642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3" name="Forme libre : forme 8152">
              <a:extLst>
                <a:ext uri="{FF2B5EF4-FFF2-40B4-BE49-F238E27FC236}">
                  <a16:creationId xmlns:a16="http://schemas.microsoft.com/office/drawing/2014/main" id="{EF8603F9-4E14-C3BA-33AB-BBF0C5081475}"/>
                </a:ext>
              </a:extLst>
            </p:cNvPr>
            <p:cNvSpPr/>
            <p:nvPr/>
          </p:nvSpPr>
          <p:spPr bwMode="gray">
            <a:xfrm>
              <a:off x="559689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4" name="Forme libre : forme 8153">
              <a:extLst>
                <a:ext uri="{FF2B5EF4-FFF2-40B4-BE49-F238E27FC236}">
                  <a16:creationId xmlns:a16="http://schemas.microsoft.com/office/drawing/2014/main" id="{D738BEDB-9FE9-954E-1305-4E6F78CBA08F}"/>
                </a:ext>
              </a:extLst>
            </p:cNvPr>
            <p:cNvSpPr/>
            <p:nvPr/>
          </p:nvSpPr>
          <p:spPr bwMode="gray">
            <a:xfrm>
              <a:off x="554863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5" name="Forme libre : forme 8154">
              <a:extLst>
                <a:ext uri="{FF2B5EF4-FFF2-40B4-BE49-F238E27FC236}">
                  <a16:creationId xmlns:a16="http://schemas.microsoft.com/office/drawing/2014/main" id="{3EE7F6D0-29B5-9C92-08B7-68C3E9B00342}"/>
                </a:ext>
              </a:extLst>
            </p:cNvPr>
            <p:cNvSpPr/>
            <p:nvPr/>
          </p:nvSpPr>
          <p:spPr bwMode="gray">
            <a:xfrm>
              <a:off x="358775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6" name="Forme libre : forme 8155">
              <a:extLst>
                <a:ext uri="{FF2B5EF4-FFF2-40B4-BE49-F238E27FC236}">
                  <a16:creationId xmlns:a16="http://schemas.microsoft.com/office/drawing/2014/main" id="{0ABBF607-E00F-114E-F0EA-9662046C8078}"/>
                </a:ext>
              </a:extLst>
            </p:cNvPr>
            <p:cNvSpPr/>
            <p:nvPr/>
          </p:nvSpPr>
          <p:spPr bwMode="gray">
            <a:xfrm>
              <a:off x="353822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7" name="Forme libre : forme 8156">
              <a:extLst>
                <a:ext uri="{FF2B5EF4-FFF2-40B4-BE49-F238E27FC236}">
                  <a16:creationId xmlns:a16="http://schemas.microsoft.com/office/drawing/2014/main" id="{D672E490-42C6-4099-7535-60988B47F845}"/>
                </a:ext>
              </a:extLst>
            </p:cNvPr>
            <p:cNvSpPr/>
            <p:nvPr/>
          </p:nvSpPr>
          <p:spPr bwMode="gray">
            <a:xfrm>
              <a:off x="348996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8" name="Forme libre : forme 8157">
              <a:extLst>
                <a:ext uri="{FF2B5EF4-FFF2-40B4-BE49-F238E27FC236}">
                  <a16:creationId xmlns:a16="http://schemas.microsoft.com/office/drawing/2014/main" id="{DA0E25DB-5F32-4377-4231-1E669DF8949F}"/>
                </a:ext>
              </a:extLst>
            </p:cNvPr>
            <p:cNvSpPr/>
            <p:nvPr/>
          </p:nvSpPr>
          <p:spPr bwMode="gray">
            <a:xfrm>
              <a:off x="344043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59" name="Forme libre : forme 8158">
              <a:extLst>
                <a:ext uri="{FF2B5EF4-FFF2-40B4-BE49-F238E27FC236}">
                  <a16:creationId xmlns:a16="http://schemas.microsoft.com/office/drawing/2014/main" id="{1F07CEF2-7746-67BE-8FB9-4CE6B2E3CA5B}"/>
                </a:ext>
              </a:extLst>
            </p:cNvPr>
            <p:cNvSpPr/>
            <p:nvPr/>
          </p:nvSpPr>
          <p:spPr bwMode="gray">
            <a:xfrm>
              <a:off x="339217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0" name="Forme libre : forme 8159">
              <a:extLst>
                <a:ext uri="{FF2B5EF4-FFF2-40B4-BE49-F238E27FC236}">
                  <a16:creationId xmlns:a16="http://schemas.microsoft.com/office/drawing/2014/main" id="{FEB233AC-F7B5-2F34-346F-38DB5A71BB92}"/>
                </a:ext>
              </a:extLst>
            </p:cNvPr>
            <p:cNvSpPr/>
            <p:nvPr/>
          </p:nvSpPr>
          <p:spPr bwMode="gray">
            <a:xfrm>
              <a:off x="334264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1" name="Forme libre : forme 8160">
              <a:extLst>
                <a:ext uri="{FF2B5EF4-FFF2-40B4-BE49-F238E27FC236}">
                  <a16:creationId xmlns:a16="http://schemas.microsoft.com/office/drawing/2014/main" id="{6EA68DF5-64B6-A9DD-8716-64742BB94BAE}"/>
                </a:ext>
              </a:extLst>
            </p:cNvPr>
            <p:cNvSpPr/>
            <p:nvPr/>
          </p:nvSpPr>
          <p:spPr bwMode="gray">
            <a:xfrm>
              <a:off x="329438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2" name="Forme libre : forme 8161">
              <a:extLst>
                <a:ext uri="{FF2B5EF4-FFF2-40B4-BE49-F238E27FC236}">
                  <a16:creationId xmlns:a16="http://schemas.microsoft.com/office/drawing/2014/main" id="{58DD694F-6BB9-0E55-6B24-EA05471C52C1}"/>
                </a:ext>
              </a:extLst>
            </p:cNvPr>
            <p:cNvSpPr/>
            <p:nvPr/>
          </p:nvSpPr>
          <p:spPr bwMode="gray">
            <a:xfrm>
              <a:off x="324485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3" name="Forme libre : forme 8162">
              <a:extLst>
                <a:ext uri="{FF2B5EF4-FFF2-40B4-BE49-F238E27FC236}">
                  <a16:creationId xmlns:a16="http://schemas.microsoft.com/office/drawing/2014/main" id="{2D8025FA-BBB5-69F8-3C90-2FFB8CF9B4E2}"/>
                </a:ext>
              </a:extLst>
            </p:cNvPr>
            <p:cNvSpPr/>
            <p:nvPr/>
          </p:nvSpPr>
          <p:spPr bwMode="gray">
            <a:xfrm>
              <a:off x="319532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4" name="Forme libre : forme 8163">
              <a:extLst>
                <a:ext uri="{FF2B5EF4-FFF2-40B4-BE49-F238E27FC236}">
                  <a16:creationId xmlns:a16="http://schemas.microsoft.com/office/drawing/2014/main" id="{266037BE-8734-E16C-198B-44A10328E8D5}"/>
                </a:ext>
              </a:extLst>
            </p:cNvPr>
            <p:cNvSpPr/>
            <p:nvPr/>
          </p:nvSpPr>
          <p:spPr bwMode="gray">
            <a:xfrm>
              <a:off x="314706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5" name="Forme libre : forme 8164">
              <a:extLst>
                <a:ext uri="{FF2B5EF4-FFF2-40B4-BE49-F238E27FC236}">
                  <a16:creationId xmlns:a16="http://schemas.microsoft.com/office/drawing/2014/main" id="{EB5D6FF2-CE14-35F3-6AD8-D67F6D24AB13}"/>
                </a:ext>
              </a:extLst>
            </p:cNvPr>
            <p:cNvSpPr/>
            <p:nvPr/>
          </p:nvSpPr>
          <p:spPr bwMode="gray">
            <a:xfrm>
              <a:off x="309753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6" name="Forme libre : forme 8165">
              <a:extLst>
                <a:ext uri="{FF2B5EF4-FFF2-40B4-BE49-F238E27FC236}">
                  <a16:creationId xmlns:a16="http://schemas.microsoft.com/office/drawing/2014/main" id="{CC256746-7BA0-A9D7-CA31-E86F061A471C}"/>
                </a:ext>
              </a:extLst>
            </p:cNvPr>
            <p:cNvSpPr/>
            <p:nvPr/>
          </p:nvSpPr>
          <p:spPr bwMode="gray">
            <a:xfrm>
              <a:off x="304927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7" name="Forme libre : forme 8166">
              <a:extLst>
                <a:ext uri="{FF2B5EF4-FFF2-40B4-BE49-F238E27FC236}">
                  <a16:creationId xmlns:a16="http://schemas.microsoft.com/office/drawing/2014/main" id="{AD2B7E23-33B5-3919-B694-8F499485405E}"/>
                </a:ext>
              </a:extLst>
            </p:cNvPr>
            <p:cNvSpPr/>
            <p:nvPr/>
          </p:nvSpPr>
          <p:spPr bwMode="gray">
            <a:xfrm>
              <a:off x="299974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8" name="Forme libre : forme 8167">
              <a:extLst>
                <a:ext uri="{FF2B5EF4-FFF2-40B4-BE49-F238E27FC236}">
                  <a16:creationId xmlns:a16="http://schemas.microsoft.com/office/drawing/2014/main" id="{D6C881F0-543B-3F41-2B55-8425895AA381}"/>
                </a:ext>
              </a:extLst>
            </p:cNvPr>
            <p:cNvSpPr/>
            <p:nvPr/>
          </p:nvSpPr>
          <p:spPr bwMode="gray">
            <a:xfrm>
              <a:off x="295021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69" name="Forme libre : forme 8168">
              <a:extLst>
                <a:ext uri="{FF2B5EF4-FFF2-40B4-BE49-F238E27FC236}">
                  <a16:creationId xmlns:a16="http://schemas.microsoft.com/office/drawing/2014/main" id="{EDAF8BDD-4AE6-E3CA-D596-B2D2E5CBA20B}"/>
                </a:ext>
              </a:extLst>
            </p:cNvPr>
            <p:cNvSpPr/>
            <p:nvPr/>
          </p:nvSpPr>
          <p:spPr bwMode="gray">
            <a:xfrm>
              <a:off x="290195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0" name="Forme libre : forme 8169">
              <a:extLst>
                <a:ext uri="{FF2B5EF4-FFF2-40B4-BE49-F238E27FC236}">
                  <a16:creationId xmlns:a16="http://schemas.microsoft.com/office/drawing/2014/main" id="{0E7BB2EA-C075-C1AB-0BDA-152FE28F6EEE}"/>
                </a:ext>
              </a:extLst>
            </p:cNvPr>
            <p:cNvSpPr/>
            <p:nvPr/>
          </p:nvSpPr>
          <p:spPr bwMode="gray">
            <a:xfrm>
              <a:off x="285242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1" name="Forme libre : forme 8170">
              <a:extLst>
                <a:ext uri="{FF2B5EF4-FFF2-40B4-BE49-F238E27FC236}">
                  <a16:creationId xmlns:a16="http://schemas.microsoft.com/office/drawing/2014/main" id="{2144CF26-9829-6020-E0CB-016C7AE9B7EB}"/>
                </a:ext>
              </a:extLst>
            </p:cNvPr>
            <p:cNvSpPr/>
            <p:nvPr/>
          </p:nvSpPr>
          <p:spPr bwMode="gray">
            <a:xfrm>
              <a:off x="2804160" y="203708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2" name="Forme libre : forme 8171">
              <a:extLst>
                <a:ext uri="{FF2B5EF4-FFF2-40B4-BE49-F238E27FC236}">
                  <a16:creationId xmlns:a16="http://schemas.microsoft.com/office/drawing/2014/main" id="{302865B6-8953-8107-022A-7E42374B99B4}"/>
                </a:ext>
              </a:extLst>
            </p:cNvPr>
            <p:cNvSpPr/>
            <p:nvPr/>
          </p:nvSpPr>
          <p:spPr bwMode="gray">
            <a:xfrm>
              <a:off x="363728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3" name="Forme libre : forme 8172">
              <a:extLst>
                <a:ext uri="{FF2B5EF4-FFF2-40B4-BE49-F238E27FC236}">
                  <a16:creationId xmlns:a16="http://schemas.microsoft.com/office/drawing/2014/main" id="{95231629-7564-07A2-9742-3E01EC267AAE}"/>
                </a:ext>
              </a:extLst>
            </p:cNvPr>
            <p:cNvSpPr/>
            <p:nvPr/>
          </p:nvSpPr>
          <p:spPr bwMode="gray">
            <a:xfrm>
              <a:off x="358775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4" name="Forme libre : forme 8173">
              <a:extLst>
                <a:ext uri="{FF2B5EF4-FFF2-40B4-BE49-F238E27FC236}">
                  <a16:creationId xmlns:a16="http://schemas.microsoft.com/office/drawing/2014/main" id="{0321B7BB-05FC-D9FE-E66D-AAD073387BD4}"/>
                </a:ext>
              </a:extLst>
            </p:cNvPr>
            <p:cNvSpPr/>
            <p:nvPr/>
          </p:nvSpPr>
          <p:spPr bwMode="gray">
            <a:xfrm>
              <a:off x="353822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5" name="Forme libre : forme 8174">
              <a:extLst>
                <a:ext uri="{FF2B5EF4-FFF2-40B4-BE49-F238E27FC236}">
                  <a16:creationId xmlns:a16="http://schemas.microsoft.com/office/drawing/2014/main" id="{63C51132-09E1-7A15-EAE8-A700EE94C8D3}"/>
                </a:ext>
              </a:extLst>
            </p:cNvPr>
            <p:cNvSpPr/>
            <p:nvPr/>
          </p:nvSpPr>
          <p:spPr bwMode="gray">
            <a:xfrm>
              <a:off x="348996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6" name="Forme libre : forme 8175">
              <a:extLst>
                <a:ext uri="{FF2B5EF4-FFF2-40B4-BE49-F238E27FC236}">
                  <a16:creationId xmlns:a16="http://schemas.microsoft.com/office/drawing/2014/main" id="{38198EB5-8770-CFF7-2FBE-175424D53375}"/>
                </a:ext>
              </a:extLst>
            </p:cNvPr>
            <p:cNvSpPr/>
            <p:nvPr/>
          </p:nvSpPr>
          <p:spPr bwMode="gray">
            <a:xfrm>
              <a:off x="344043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7" name="Forme libre : forme 8176">
              <a:extLst>
                <a:ext uri="{FF2B5EF4-FFF2-40B4-BE49-F238E27FC236}">
                  <a16:creationId xmlns:a16="http://schemas.microsoft.com/office/drawing/2014/main" id="{203BAF24-325A-C8B8-DA47-E044680BD4E4}"/>
                </a:ext>
              </a:extLst>
            </p:cNvPr>
            <p:cNvSpPr/>
            <p:nvPr/>
          </p:nvSpPr>
          <p:spPr bwMode="gray">
            <a:xfrm>
              <a:off x="339217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8" name="Forme libre : forme 8177">
              <a:extLst>
                <a:ext uri="{FF2B5EF4-FFF2-40B4-BE49-F238E27FC236}">
                  <a16:creationId xmlns:a16="http://schemas.microsoft.com/office/drawing/2014/main" id="{2828A279-E050-BF78-A0EA-59FC61CE54D5}"/>
                </a:ext>
              </a:extLst>
            </p:cNvPr>
            <p:cNvSpPr/>
            <p:nvPr/>
          </p:nvSpPr>
          <p:spPr bwMode="gray">
            <a:xfrm>
              <a:off x="334264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79" name="Forme libre : forme 8178">
              <a:extLst>
                <a:ext uri="{FF2B5EF4-FFF2-40B4-BE49-F238E27FC236}">
                  <a16:creationId xmlns:a16="http://schemas.microsoft.com/office/drawing/2014/main" id="{E93D0C29-F05C-16AF-3546-358EB46FD0BD}"/>
                </a:ext>
              </a:extLst>
            </p:cNvPr>
            <p:cNvSpPr/>
            <p:nvPr/>
          </p:nvSpPr>
          <p:spPr bwMode="gray">
            <a:xfrm>
              <a:off x="329438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0" name="Forme libre : forme 8179">
              <a:extLst>
                <a:ext uri="{FF2B5EF4-FFF2-40B4-BE49-F238E27FC236}">
                  <a16:creationId xmlns:a16="http://schemas.microsoft.com/office/drawing/2014/main" id="{65224260-E9F5-D6CA-9FD9-594685750EE1}"/>
                </a:ext>
              </a:extLst>
            </p:cNvPr>
            <p:cNvSpPr/>
            <p:nvPr/>
          </p:nvSpPr>
          <p:spPr bwMode="gray">
            <a:xfrm>
              <a:off x="324485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1" name="Forme libre : forme 8180">
              <a:extLst>
                <a:ext uri="{FF2B5EF4-FFF2-40B4-BE49-F238E27FC236}">
                  <a16:creationId xmlns:a16="http://schemas.microsoft.com/office/drawing/2014/main" id="{28D185C5-609C-4E86-A1EC-DC5B4F7DA9D9}"/>
                </a:ext>
              </a:extLst>
            </p:cNvPr>
            <p:cNvSpPr/>
            <p:nvPr/>
          </p:nvSpPr>
          <p:spPr bwMode="gray">
            <a:xfrm>
              <a:off x="319532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2" name="Forme libre : forme 8181">
              <a:extLst>
                <a:ext uri="{FF2B5EF4-FFF2-40B4-BE49-F238E27FC236}">
                  <a16:creationId xmlns:a16="http://schemas.microsoft.com/office/drawing/2014/main" id="{6DCC2DCD-6B56-D546-B153-B07150FA0FAF}"/>
                </a:ext>
              </a:extLst>
            </p:cNvPr>
            <p:cNvSpPr/>
            <p:nvPr/>
          </p:nvSpPr>
          <p:spPr bwMode="gray">
            <a:xfrm>
              <a:off x="314706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3" name="Forme libre : forme 8182">
              <a:extLst>
                <a:ext uri="{FF2B5EF4-FFF2-40B4-BE49-F238E27FC236}">
                  <a16:creationId xmlns:a16="http://schemas.microsoft.com/office/drawing/2014/main" id="{0B0949DF-BFAB-1C82-7760-EE49CCD11B88}"/>
                </a:ext>
              </a:extLst>
            </p:cNvPr>
            <p:cNvSpPr/>
            <p:nvPr/>
          </p:nvSpPr>
          <p:spPr bwMode="gray">
            <a:xfrm>
              <a:off x="309753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4" name="Forme libre : forme 8183">
              <a:extLst>
                <a:ext uri="{FF2B5EF4-FFF2-40B4-BE49-F238E27FC236}">
                  <a16:creationId xmlns:a16="http://schemas.microsoft.com/office/drawing/2014/main" id="{BAA0CCBF-399F-DE94-F94E-D5B8E158097A}"/>
                </a:ext>
              </a:extLst>
            </p:cNvPr>
            <p:cNvSpPr/>
            <p:nvPr/>
          </p:nvSpPr>
          <p:spPr bwMode="gray">
            <a:xfrm>
              <a:off x="304927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5" name="Forme libre : forme 8184">
              <a:extLst>
                <a:ext uri="{FF2B5EF4-FFF2-40B4-BE49-F238E27FC236}">
                  <a16:creationId xmlns:a16="http://schemas.microsoft.com/office/drawing/2014/main" id="{7180BE01-DFB3-406F-5912-24E9D9EB082F}"/>
                </a:ext>
              </a:extLst>
            </p:cNvPr>
            <p:cNvSpPr/>
            <p:nvPr/>
          </p:nvSpPr>
          <p:spPr bwMode="gray">
            <a:xfrm>
              <a:off x="299974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6" name="Forme libre : forme 8185">
              <a:extLst>
                <a:ext uri="{FF2B5EF4-FFF2-40B4-BE49-F238E27FC236}">
                  <a16:creationId xmlns:a16="http://schemas.microsoft.com/office/drawing/2014/main" id="{2B8E7AE4-F41C-1817-3167-98E08A953E78}"/>
                </a:ext>
              </a:extLst>
            </p:cNvPr>
            <p:cNvSpPr/>
            <p:nvPr/>
          </p:nvSpPr>
          <p:spPr bwMode="gray">
            <a:xfrm>
              <a:off x="295021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7" name="Forme libre : forme 8186">
              <a:extLst>
                <a:ext uri="{FF2B5EF4-FFF2-40B4-BE49-F238E27FC236}">
                  <a16:creationId xmlns:a16="http://schemas.microsoft.com/office/drawing/2014/main" id="{EBFF887C-9E34-4439-222D-E4140D7A717D}"/>
                </a:ext>
              </a:extLst>
            </p:cNvPr>
            <p:cNvSpPr/>
            <p:nvPr/>
          </p:nvSpPr>
          <p:spPr bwMode="gray">
            <a:xfrm>
              <a:off x="2901950" y="198755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8" name="Forme libre : forme 8187">
              <a:extLst>
                <a:ext uri="{FF2B5EF4-FFF2-40B4-BE49-F238E27FC236}">
                  <a16:creationId xmlns:a16="http://schemas.microsoft.com/office/drawing/2014/main" id="{AA433688-5F25-22FB-809A-C481925E3B2C}"/>
                </a:ext>
              </a:extLst>
            </p:cNvPr>
            <p:cNvSpPr/>
            <p:nvPr/>
          </p:nvSpPr>
          <p:spPr bwMode="gray">
            <a:xfrm>
              <a:off x="368554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89" name="Forme libre : forme 8188">
              <a:extLst>
                <a:ext uri="{FF2B5EF4-FFF2-40B4-BE49-F238E27FC236}">
                  <a16:creationId xmlns:a16="http://schemas.microsoft.com/office/drawing/2014/main" id="{0F54FF7B-83FD-EC0A-1F41-9A83DD4DE09E}"/>
                </a:ext>
              </a:extLst>
            </p:cNvPr>
            <p:cNvSpPr/>
            <p:nvPr/>
          </p:nvSpPr>
          <p:spPr bwMode="gray">
            <a:xfrm>
              <a:off x="363728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0" name="Forme libre : forme 8189">
              <a:extLst>
                <a:ext uri="{FF2B5EF4-FFF2-40B4-BE49-F238E27FC236}">
                  <a16:creationId xmlns:a16="http://schemas.microsoft.com/office/drawing/2014/main" id="{2C586880-DE0F-3876-590F-9052240C2756}"/>
                </a:ext>
              </a:extLst>
            </p:cNvPr>
            <p:cNvSpPr/>
            <p:nvPr/>
          </p:nvSpPr>
          <p:spPr bwMode="gray">
            <a:xfrm>
              <a:off x="358775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1" name="Forme libre : forme 8190">
              <a:extLst>
                <a:ext uri="{FF2B5EF4-FFF2-40B4-BE49-F238E27FC236}">
                  <a16:creationId xmlns:a16="http://schemas.microsoft.com/office/drawing/2014/main" id="{D2621ED8-8E54-A4EE-A3C7-5057524EF732}"/>
                </a:ext>
              </a:extLst>
            </p:cNvPr>
            <p:cNvSpPr/>
            <p:nvPr/>
          </p:nvSpPr>
          <p:spPr bwMode="gray">
            <a:xfrm>
              <a:off x="353822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2" name="Forme libre : forme 8191">
              <a:extLst>
                <a:ext uri="{FF2B5EF4-FFF2-40B4-BE49-F238E27FC236}">
                  <a16:creationId xmlns:a16="http://schemas.microsoft.com/office/drawing/2014/main" id="{9E80DA3B-9640-B21A-9274-EE154F247572}"/>
                </a:ext>
              </a:extLst>
            </p:cNvPr>
            <p:cNvSpPr/>
            <p:nvPr/>
          </p:nvSpPr>
          <p:spPr bwMode="gray">
            <a:xfrm>
              <a:off x="348996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3" name="Forme libre : forme 8192">
              <a:extLst>
                <a:ext uri="{FF2B5EF4-FFF2-40B4-BE49-F238E27FC236}">
                  <a16:creationId xmlns:a16="http://schemas.microsoft.com/office/drawing/2014/main" id="{101DE2AB-D40A-3C60-5A47-782027F56693}"/>
                </a:ext>
              </a:extLst>
            </p:cNvPr>
            <p:cNvSpPr/>
            <p:nvPr/>
          </p:nvSpPr>
          <p:spPr bwMode="gray">
            <a:xfrm>
              <a:off x="344043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4" name="Forme libre : forme 8193">
              <a:extLst>
                <a:ext uri="{FF2B5EF4-FFF2-40B4-BE49-F238E27FC236}">
                  <a16:creationId xmlns:a16="http://schemas.microsoft.com/office/drawing/2014/main" id="{13CFE3EE-1CDF-A04E-C828-CDF99D15B594}"/>
                </a:ext>
              </a:extLst>
            </p:cNvPr>
            <p:cNvSpPr/>
            <p:nvPr/>
          </p:nvSpPr>
          <p:spPr bwMode="gray">
            <a:xfrm>
              <a:off x="339217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5" name="Forme libre : forme 8194">
              <a:extLst>
                <a:ext uri="{FF2B5EF4-FFF2-40B4-BE49-F238E27FC236}">
                  <a16:creationId xmlns:a16="http://schemas.microsoft.com/office/drawing/2014/main" id="{30936BC9-3D29-F02A-75D6-33655C14CE7E}"/>
                </a:ext>
              </a:extLst>
            </p:cNvPr>
            <p:cNvSpPr/>
            <p:nvPr/>
          </p:nvSpPr>
          <p:spPr bwMode="gray">
            <a:xfrm>
              <a:off x="334264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6" name="Forme libre : forme 8195">
              <a:extLst>
                <a:ext uri="{FF2B5EF4-FFF2-40B4-BE49-F238E27FC236}">
                  <a16:creationId xmlns:a16="http://schemas.microsoft.com/office/drawing/2014/main" id="{FEB48707-0475-1C0E-85E5-23D615216197}"/>
                </a:ext>
              </a:extLst>
            </p:cNvPr>
            <p:cNvSpPr/>
            <p:nvPr/>
          </p:nvSpPr>
          <p:spPr bwMode="gray">
            <a:xfrm>
              <a:off x="329438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7" name="Forme libre : forme 8196">
              <a:extLst>
                <a:ext uri="{FF2B5EF4-FFF2-40B4-BE49-F238E27FC236}">
                  <a16:creationId xmlns:a16="http://schemas.microsoft.com/office/drawing/2014/main" id="{B43EF65C-0AAC-5CD4-C962-81DD8963BFBD}"/>
                </a:ext>
              </a:extLst>
            </p:cNvPr>
            <p:cNvSpPr/>
            <p:nvPr/>
          </p:nvSpPr>
          <p:spPr bwMode="gray">
            <a:xfrm>
              <a:off x="324485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8" name="Forme libre : forme 8197">
              <a:extLst>
                <a:ext uri="{FF2B5EF4-FFF2-40B4-BE49-F238E27FC236}">
                  <a16:creationId xmlns:a16="http://schemas.microsoft.com/office/drawing/2014/main" id="{6447E467-0B39-A406-4F73-60E28D0C6E07}"/>
                </a:ext>
              </a:extLst>
            </p:cNvPr>
            <p:cNvSpPr/>
            <p:nvPr/>
          </p:nvSpPr>
          <p:spPr bwMode="gray">
            <a:xfrm>
              <a:off x="319532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99" name="Forme libre : forme 8198">
              <a:extLst>
                <a:ext uri="{FF2B5EF4-FFF2-40B4-BE49-F238E27FC236}">
                  <a16:creationId xmlns:a16="http://schemas.microsoft.com/office/drawing/2014/main" id="{5013B738-FDA1-7674-1020-7C98D07C9828}"/>
                </a:ext>
              </a:extLst>
            </p:cNvPr>
            <p:cNvSpPr/>
            <p:nvPr/>
          </p:nvSpPr>
          <p:spPr bwMode="gray">
            <a:xfrm>
              <a:off x="3147060" y="1938020"/>
              <a:ext cx="30479" cy="30479"/>
            </a:xfrm>
            <a:custGeom>
              <a:avLst/>
              <a:gdLst>
                <a:gd name="connsiteX0" fmla="*/ 30480 w 30479"/>
                <a:gd name="connsiteY0" fmla="*/ 15240 h 30479"/>
                <a:gd name="connsiteX1" fmla="*/ 15240 w 30479"/>
                <a:gd name="connsiteY1" fmla="*/ 30480 h 30479"/>
                <a:gd name="connsiteX2" fmla="*/ 0 w 30479"/>
                <a:gd name="connsiteY2" fmla="*/ 15240 h 30479"/>
                <a:gd name="connsiteX3" fmla="*/ 15240 w 30479"/>
                <a:gd name="connsiteY3" fmla="*/ 0 h 30479"/>
                <a:gd name="connsiteX4" fmla="*/ 30480 w 30479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79" h="30479">
                  <a:moveTo>
                    <a:pt x="30480" y="15240"/>
                  </a:moveTo>
                  <a:cubicBezTo>
                    <a:pt x="30480" y="23657"/>
                    <a:pt x="23657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3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113" name="Espace réservé du texte 15">
            <a:extLst>
              <a:ext uri="{FF2B5EF4-FFF2-40B4-BE49-F238E27FC236}">
                <a16:creationId xmlns:a16="http://schemas.microsoft.com/office/drawing/2014/main" id="{1BF4F463-AEFF-624C-F729-B35A9A36DE3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 bwMode="gray">
          <a:xfrm>
            <a:off x="6703640" y="305869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11" name="Espace réservé du texte 15">
            <a:extLst>
              <a:ext uri="{FF2B5EF4-FFF2-40B4-BE49-F238E27FC236}">
                <a16:creationId xmlns:a16="http://schemas.microsoft.com/office/drawing/2014/main" id="{8D207461-EB0F-EEED-5172-2E5E5618D49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 bwMode="gray">
          <a:xfrm>
            <a:off x="5723201" y="305951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12" name="Espace réservé du texte 15">
            <a:extLst>
              <a:ext uri="{FF2B5EF4-FFF2-40B4-BE49-F238E27FC236}">
                <a16:creationId xmlns:a16="http://schemas.microsoft.com/office/drawing/2014/main" id="{DF3AF351-F967-5F48-7081-174A332EDD6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 bwMode="gray">
          <a:xfrm>
            <a:off x="5820171" y="296090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10" name="Espace réservé du texte 15">
            <a:extLst>
              <a:ext uri="{FF2B5EF4-FFF2-40B4-BE49-F238E27FC236}">
                <a16:creationId xmlns:a16="http://schemas.microsoft.com/office/drawing/2014/main" id="{DDD4C8A0-2C43-82A5-3D09-EAD124CCA64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 bwMode="gray">
          <a:xfrm>
            <a:off x="4350331" y="227129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09" name="Espace réservé du texte 15">
            <a:extLst>
              <a:ext uri="{FF2B5EF4-FFF2-40B4-BE49-F238E27FC236}">
                <a16:creationId xmlns:a16="http://schemas.microsoft.com/office/drawing/2014/main" id="{751C9EB7-AE42-BAD2-56E0-4D938650C05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 bwMode="gray">
          <a:xfrm>
            <a:off x="4399041" y="232082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07" name="Espace réservé du texte 15">
            <a:extLst>
              <a:ext uri="{FF2B5EF4-FFF2-40B4-BE49-F238E27FC236}">
                <a16:creationId xmlns:a16="http://schemas.microsoft.com/office/drawing/2014/main" id="{FB669473-1901-3A20-A1C6-4EC08EFDFF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 bwMode="gray">
          <a:xfrm>
            <a:off x="4399861" y="192712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08" name="Espace réservé du texte 15">
            <a:extLst>
              <a:ext uri="{FF2B5EF4-FFF2-40B4-BE49-F238E27FC236}">
                <a16:creationId xmlns:a16="http://schemas.microsoft.com/office/drawing/2014/main" id="{EFAC4DC0-515C-AF0F-FE1B-187D7D2ECD8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 bwMode="gray">
          <a:xfrm>
            <a:off x="4399041" y="2223855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9222B42-72B2-96D7-DED9-A9D0514ABE9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 bwMode="gray">
          <a:xfrm>
            <a:off x="4105221" y="207444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098" name="Espace réservé du texte 15">
            <a:extLst>
              <a:ext uri="{FF2B5EF4-FFF2-40B4-BE49-F238E27FC236}">
                <a16:creationId xmlns:a16="http://schemas.microsoft.com/office/drawing/2014/main" id="{EFF9D8AE-705D-17D6-5639-4D33519CC75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 bwMode="gray">
          <a:xfrm>
            <a:off x="3957900" y="217350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03" name="Espace réservé du texte 15">
            <a:extLst>
              <a:ext uri="{FF2B5EF4-FFF2-40B4-BE49-F238E27FC236}">
                <a16:creationId xmlns:a16="http://schemas.microsoft.com/office/drawing/2014/main" id="{E78FDEF7-B87B-1088-AAAA-03321744A8A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 bwMode="gray">
          <a:xfrm>
            <a:off x="4056960" y="2223035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41" name="Espace réservé du graphique 4100">
            <a:extLst>
              <a:ext uri="{FF2B5EF4-FFF2-40B4-BE49-F238E27FC236}">
                <a16:creationId xmlns:a16="http://schemas.microsoft.com/office/drawing/2014/main" id="{26157DFD-EA22-DDE6-E8D8-54ABF6794B00}"/>
              </a:ext>
            </a:extLst>
          </p:cNvPr>
          <p:cNvSpPr>
            <a:spLocks noGrp="1"/>
          </p:cNvSpPr>
          <p:nvPr userDrawn="1">
            <p:ph type="chart" sz="quarter" idx="57" hasCustomPrompt="1"/>
          </p:nvPr>
        </p:nvSpPr>
        <p:spPr bwMode="gray">
          <a:xfrm>
            <a:off x="2618688" y="1783555"/>
            <a:ext cx="1463463" cy="877952"/>
          </a:xfrm>
          <a:prstGeom prst="rect">
            <a:avLst/>
          </a:prstGeom>
          <a:noFill/>
        </p:spPr>
        <p:txBody>
          <a:bodyPr wrap="square" tIns="900000" anchor="ctr" anchorCtr="0">
            <a:noAutofit/>
          </a:bodyPr>
          <a:lstStyle>
            <a:lvl1pPr marL="0" indent="0" algn="ctr">
              <a:buNone/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47EA53E5-21FF-70FA-21BB-7DE5AE925575}"/>
              </a:ext>
            </a:extLst>
          </p:cNvPr>
          <p:cNvGrpSpPr/>
          <p:nvPr userDrawn="1"/>
        </p:nvGrpSpPr>
        <p:grpSpPr>
          <a:xfrm>
            <a:off x="8548632" y="1539875"/>
            <a:ext cx="2738120" cy="3761333"/>
            <a:chOff x="8548632" y="1539875"/>
            <a:chExt cx="2738120" cy="3761333"/>
          </a:xfrm>
        </p:grpSpPr>
        <p:sp>
          <p:nvSpPr>
            <p:cNvPr id="4152" name="Forme libre : forme 4151">
              <a:extLst>
                <a:ext uri="{FF2B5EF4-FFF2-40B4-BE49-F238E27FC236}">
                  <a16:creationId xmlns:a16="http://schemas.microsoft.com/office/drawing/2014/main" id="{C4890054-608F-2092-3D75-BC8CD7222D8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548632" y="2173198"/>
              <a:ext cx="2738120" cy="3128010"/>
            </a:xfrm>
            <a:custGeom>
              <a:avLst/>
              <a:gdLst>
                <a:gd name="connsiteX0" fmla="*/ 2736851 w 2738120"/>
                <a:gd name="connsiteY0" fmla="*/ 3128010 h 3128010"/>
                <a:gd name="connsiteX1" fmla="*/ 765810 w 2738120"/>
                <a:gd name="connsiteY1" fmla="*/ 3027680 h 3128010"/>
                <a:gd name="connsiteX2" fmla="*/ 327660 w 2738120"/>
                <a:gd name="connsiteY2" fmla="*/ 2985770 h 3128010"/>
                <a:gd name="connsiteX3" fmla="*/ 309880 w 2738120"/>
                <a:gd name="connsiteY3" fmla="*/ 2980690 h 3128010"/>
                <a:gd name="connsiteX4" fmla="*/ 48260 w 2738120"/>
                <a:gd name="connsiteY4" fmla="*/ 2767330 h 3128010"/>
                <a:gd name="connsiteX5" fmla="*/ 0 w 2738120"/>
                <a:gd name="connsiteY5" fmla="*/ 2453640 h 3128010"/>
                <a:gd name="connsiteX6" fmla="*/ 0 w 2738120"/>
                <a:gd name="connsiteY6" fmla="*/ 0 h 3128010"/>
                <a:gd name="connsiteX7" fmla="*/ 27940 w 2738120"/>
                <a:gd name="connsiteY7" fmla="*/ 0 h 3128010"/>
                <a:gd name="connsiteX8" fmla="*/ 27940 w 2738120"/>
                <a:gd name="connsiteY8" fmla="*/ 2453640 h 3128010"/>
                <a:gd name="connsiteX9" fmla="*/ 73660 w 2738120"/>
                <a:gd name="connsiteY9" fmla="*/ 2754630 h 3128010"/>
                <a:gd name="connsiteX10" fmla="*/ 317500 w 2738120"/>
                <a:gd name="connsiteY10" fmla="*/ 2954020 h 3128010"/>
                <a:gd name="connsiteX11" fmla="*/ 335280 w 2738120"/>
                <a:gd name="connsiteY11" fmla="*/ 2959100 h 3128010"/>
                <a:gd name="connsiteX12" fmla="*/ 767080 w 2738120"/>
                <a:gd name="connsiteY12" fmla="*/ 2999740 h 3128010"/>
                <a:gd name="connsiteX13" fmla="*/ 2738120 w 2738120"/>
                <a:gd name="connsiteY13" fmla="*/ 3100070 h 3128010"/>
                <a:gd name="connsiteX14" fmla="*/ 2736851 w 2738120"/>
                <a:gd name="connsiteY14" fmla="*/ 3128010 h 312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8120" h="3128010">
                  <a:moveTo>
                    <a:pt x="2736851" y="3128010"/>
                  </a:moveTo>
                  <a:lnTo>
                    <a:pt x="765810" y="3027680"/>
                  </a:lnTo>
                  <a:cubicBezTo>
                    <a:pt x="750570" y="3026410"/>
                    <a:pt x="396240" y="3006090"/>
                    <a:pt x="327660" y="2985770"/>
                  </a:cubicBezTo>
                  <a:cubicBezTo>
                    <a:pt x="322580" y="2984500"/>
                    <a:pt x="316230" y="2981960"/>
                    <a:pt x="309880" y="2980690"/>
                  </a:cubicBezTo>
                  <a:cubicBezTo>
                    <a:pt x="241300" y="2961640"/>
                    <a:pt x="124460" y="2928620"/>
                    <a:pt x="48260" y="2767330"/>
                  </a:cubicBezTo>
                  <a:cubicBezTo>
                    <a:pt x="46990" y="2764790"/>
                    <a:pt x="0" y="2674620"/>
                    <a:pt x="0" y="2453640"/>
                  </a:cubicBezTo>
                  <a:lnTo>
                    <a:pt x="0" y="0"/>
                  </a:lnTo>
                  <a:lnTo>
                    <a:pt x="27940" y="0"/>
                  </a:lnTo>
                  <a:lnTo>
                    <a:pt x="27940" y="2453640"/>
                  </a:lnTo>
                  <a:cubicBezTo>
                    <a:pt x="27940" y="2665730"/>
                    <a:pt x="72390" y="2753360"/>
                    <a:pt x="73660" y="2754630"/>
                  </a:cubicBezTo>
                  <a:cubicBezTo>
                    <a:pt x="144780" y="2905760"/>
                    <a:pt x="247650" y="2934970"/>
                    <a:pt x="317500" y="2954020"/>
                  </a:cubicBezTo>
                  <a:cubicBezTo>
                    <a:pt x="323850" y="2955290"/>
                    <a:pt x="330200" y="2957830"/>
                    <a:pt x="335280" y="2959100"/>
                  </a:cubicBezTo>
                  <a:cubicBezTo>
                    <a:pt x="400050" y="2978150"/>
                    <a:pt x="763270" y="2999740"/>
                    <a:pt x="767080" y="2999740"/>
                  </a:cubicBezTo>
                  <a:lnTo>
                    <a:pt x="2738120" y="3100070"/>
                  </a:lnTo>
                  <a:lnTo>
                    <a:pt x="2736851" y="3128010"/>
                  </a:lnTo>
                  <a:close/>
                </a:path>
              </a:pathLst>
            </a:custGeom>
            <a:solidFill>
              <a:schemeClr val="tx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1A5A959-0820-63E2-4820-E86E80049CF1}"/>
                </a:ext>
              </a:extLst>
            </p:cNvPr>
            <p:cNvSpPr/>
            <p:nvPr userDrawn="1"/>
          </p:nvSpPr>
          <p:spPr>
            <a:xfrm>
              <a:off x="8548632" y="1539875"/>
              <a:ext cx="28800" cy="11881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104" name="ZoneTexte 4103">
            <a:extLst>
              <a:ext uri="{FF2B5EF4-FFF2-40B4-BE49-F238E27FC236}">
                <a16:creationId xmlns:a16="http://schemas.microsoft.com/office/drawing/2014/main" id="{E3CEAF51-A816-722B-A165-0D929F9241C7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4118" name="Espace réservé du texte 4117">
            <a:extLst>
              <a:ext uri="{FF2B5EF4-FFF2-40B4-BE49-F238E27FC236}">
                <a16:creationId xmlns:a16="http://schemas.microsoft.com/office/drawing/2014/main" id="{6F002608-5FB0-BFA3-97A0-B838161E6D04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 bwMode="gray">
          <a:xfrm>
            <a:off x="894371" y="5409220"/>
            <a:ext cx="3241928" cy="5032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50" b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2pPr>
            <a:lvl3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3pPr>
            <a:lvl4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4pPr>
            <a:lvl5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5pPr>
            <a:lvl6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6pPr>
            <a:lvl7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7pPr>
            <a:lvl8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8pPr>
            <a:lvl9pPr marL="0" indent="0">
              <a:buNone/>
              <a:defRPr sz="1100">
                <a:solidFill>
                  <a:schemeClr val="tx2"/>
                </a:solidFill>
                <a:latin typeface="Apax-Thin" panose="020B0004020202020204" pitchFamily="34" charset="0"/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119" name="Espace réservé du texte 4117">
            <a:extLst>
              <a:ext uri="{FF2B5EF4-FFF2-40B4-BE49-F238E27FC236}">
                <a16:creationId xmlns:a16="http://schemas.microsoft.com/office/drawing/2014/main" id="{1A52CDD3-A998-914B-90EC-155129481CE1}"/>
              </a:ext>
            </a:extLst>
          </p:cNvPr>
          <p:cNvSpPr>
            <a:spLocks noGrp="1" noChangeAspect="1"/>
          </p:cNvSpPr>
          <p:nvPr userDrawn="1">
            <p:ph type="body" sz="quarter" idx="29" hasCustomPrompt="1"/>
          </p:nvPr>
        </p:nvSpPr>
        <p:spPr bwMode="gray">
          <a:xfrm>
            <a:off x="4767280" y="5617624"/>
            <a:ext cx="162000" cy="162000"/>
          </a:xfrm>
          <a:prstGeom prst="ellipse">
            <a:avLst/>
          </a:prstGeom>
          <a:solidFill>
            <a:schemeClr val="bg2"/>
          </a:solidFill>
        </p:spPr>
        <p:txBody>
          <a:bodyPr wrap="none" lIns="396000" anchor="ctr" anchorCtr="0"/>
          <a:lstStyle>
            <a:lvl1pPr marL="0" indent="0">
              <a:buFont typeface="Arial" panose="020B0604020202020204" pitchFamily="34" charset="0"/>
              <a:buNone/>
              <a:defRPr sz="800" cap="all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800" cap="all">
                <a:solidFill>
                  <a:schemeClr val="tx2"/>
                </a:solidFill>
              </a:defRPr>
            </a:lvl2pPr>
            <a:lvl3pPr marL="0" indent="0">
              <a:buNone/>
              <a:defRPr sz="800" cap="all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800" cap="all">
                <a:solidFill>
                  <a:schemeClr val="tx2"/>
                </a:solidFill>
              </a:defRPr>
            </a:lvl4pPr>
            <a:lvl5pPr marL="0" indent="0">
              <a:buNone/>
              <a:defRPr sz="800" cap="all">
                <a:solidFill>
                  <a:schemeClr val="tx2"/>
                </a:solidFill>
              </a:defRPr>
            </a:lvl5pPr>
            <a:lvl6pPr marL="0" indent="0">
              <a:buNone/>
              <a:defRPr sz="800" cap="all">
                <a:solidFill>
                  <a:schemeClr val="tx2"/>
                </a:solidFill>
              </a:defRPr>
            </a:lvl6pPr>
            <a:lvl7pPr marL="0" indent="0">
              <a:buNone/>
              <a:defRPr sz="800" cap="all">
                <a:solidFill>
                  <a:schemeClr val="tx2"/>
                </a:solidFill>
              </a:defRPr>
            </a:lvl7pPr>
            <a:lvl8pPr marL="0" indent="0">
              <a:buNone/>
              <a:defRPr sz="800" cap="all">
                <a:solidFill>
                  <a:schemeClr val="tx2"/>
                </a:solidFill>
              </a:defRPr>
            </a:lvl8pPr>
            <a:lvl9pPr marL="0" indent="0">
              <a:buNone/>
              <a:defRPr sz="800" cap="all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115" name="Espace réservé du texte 9">
            <a:extLst>
              <a:ext uri="{FF2B5EF4-FFF2-40B4-BE49-F238E27FC236}">
                <a16:creationId xmlns:a16="http://schemas.microsoft.com/office/drawing/2014/main" id="{11A113CE-0B3B-2FCF-A44A-8D3B961298FA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 bwMode="gray">
          <a:xfrm>
            <a:off x="742270" y="1388677"/>
            <a:ext cx="1465200" cy="379691"/>
          </a:xfrm>
          <a:noFill/>
        </p:spPr>
        <p:txBody>
          <a:bodyPr lIns="108000" tIns="0" rIns="108000" bIns="25200"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</a:t>
            </a:r>
          </a:p>
        </p:txBody>
      </p:sp>
      <p:sp>
        <p:nvSpPr>
          <p:cNvPr id="4124" name="Espace réservé du texte 4117">
            <a:extLst>
              <a:ext uri="{FF2B5EF4-FFF2-40B4-BE49-F238E27FC236}">
                <a16:creationId xmlns:a16="http://schemas.microsoft.com/office/drawing/2014/main" id="{7D2801A2-1D71-E58B-BA67-9FA94069FCBD}"/>
              </a:ext>
            </a:extLst>
          </p:cNvPr>
          <p:cNvSpPr>
            <a:spLocks noGrp="1" noChangeAspect="1"/>
          </p:cNvSpPr>
          <p:nvPr userDrawn="1">
            <p:ph type="body" sz="quarter" idx="49" hasCustomPrompt="1"/>
          </p:nvPr>
        </p:nvSpPr>
        <p:spPr bwMode="gray">
          <a:xfrm>
            <a:off x="5601507" y="5617624"/>
            <a:ext cx="162000" cy="162000"/>
          </a:xfrm>
          <a:prstGeom prst="ellipse">
            <a:avLst/>
          </a:prstGeom>
          <a:solidFill>
            <a:schemeClr val="bg2"/>
          </a:solidFill>
        </p:spPr>
        <p:txBody>
          <a:bodyPr wrap="none" lIns="396000" anchor="ctr" anchorCtr="0"/>
          <a:lstStyle>
            <a:lvl1pPr marL="0" indent="0">
              <a:buFont typeface="Arial" panose="020B0604020202020204" pitchFamily="34" charset="0"/>
              <a:buNone/>
              <a:defRPr sz="800" cap="all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800" cap="all">
                <a:solidFill>
                  <a:schemeClr val="tx2"/>
                </a:solidFill>
              </a:defRPr>
            </a:lvl2pPr>
            <a:lvl3pPr marL="0" indent="0">
              <a:buNone/>
              <a:defRPr sz="800" cap="all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800" cap="all">
                <a:solidFill>
                  <a:schemeClr val="tx2"/>
                </a:solidFill>
              </a:defRPr>
            </a:lvl4pPr>
            <a:lvl5pPr marL="0" indent="0">
              <a:buNone/>
              <a:defRPr sz="800" cap="all">
                <a:solidFill>
                  <a:schemeClr val="tx2"/>
                </a:solidFill>
              </a:defRPr>
            </a:lvl5pPr>
            <a:lvl6pPr marL="0" indent="0">
              <a:buNone/>
              <a:defRPr sz="800" cap="all">
                <a:solidFill>
                  <a:schemeClr val="tx2"/>
                </a:solidFill>
              </a:defRPr>
            </a:lvl6pPr>
            <a:lvl7pPr marL="0" indent="0">
              <a:buNone/>
              <a:defRPr sz="800" cap="all">
                <a:solidFill>
                  <a:schemeClr val="tx2"/>
                </a:solidFill>
              </a:defRPr>
            </a:lvl7pPr>
            <a:lvl8pPr marL="0" indent="0">
              <a:buNone/>
              <a:defRPr sz="800" cap="all">
                <a:solidFill>
                  <a:schemeClr val="tx2"/>
                </a:solidFill>
              </a:defRPr>
            </a:lvl8pPr>
            <a:lvl9pPr marL="0" indent="0">
              <a:buNone/>
              <a:defRPr sz="800" cap="all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125" name="Espace réservé du texte 4117">
            <a:extLst>
              <a:ext uri="{FF2B5EF4-FFF2-40B4-BE49-F238E27FC236}">
                <a16:creationId xmlns:a16="http://schemas.microsoft.com/office/drawing/2014/main" id="{6D6DB4F9-96C3-E391-1B3E-2257EFFBFD61}"/>
              </a:ext>
            </a:extLst>
          </p:cNvPr>
          <p:cNvSpPr>
            <a:spLocks noGrp="1" noChangeAspect="1"/>
          </p:cNvSpPr>
          <p:nvPr userDrawn="1">
            <p:ph type="body" sz="quarter" idx="50" hasCustomPrompt="1"/>
          </p:nvPr>
        </p:nvSpPr>
        <p:spPr bwMode="gray">
          <a:xfrm>
            <a:off x="6435733" y="5617624"/>
            <a:ext cx="162000" cy="162000"/>
          </a:xfrm>
          <a:prstGeom prst="ellipse">
            <a:avLst/>
          </a:prstGeom>
          <a:solidFill>
            <a:schemeClr val="bg2"/>
          </a:solidFill>
        </p:spPr>
        <p:txBody>
          <a:bodyPr wrap="none" lIns="396000" anchor="ctr" anchorCtr="0"/>
          <a:lstStyle>
            <a:lvl1pPr marL="0" indent="0">
              <a:buFont typeface="Arial" panose="020B0604020202020204" pitchFamily="34" charset="0"/>
              <a:buNone/>
              <a:defRPr sz="800" cap="all" baseline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800" cap="all">
                <a:solidFill>
                  <a:schemeClr val="tx2"/>
                </a:solidFill>
              </a:defRPr>
            </a:lvl2pPr>
            <a:lvl3pPr marL="0" indent="0">
              <a:buNone/>
              <a:defRPr sz="800" cap="all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800" cap="all">
                <a:solidFill>
                  <a:schemeClr val="tx2"/>
                </a:solidFill>
              </a:defRPr>
            </a:lvl4pPr>
            <a:lvl5pPr marL="0" indent="0">
              <a:buNone/>
              <a:defRPr sz="800" cap="all">
                <a:solidFill>
                  <a:schemeClr val="tx2"/>
                </a:solidFill>
              </a:defRPr>
            </a:lvl5pPr>
            <a:lvl6pPr marL="0" indent="0">
              <a:buNone/>
              <a:defRPr sz="800" cap="all">
                <a:solidFill>
                  <a:schemeClr val="tx2"/>
                </a:solidFill>
              </a:defRPr>
            </a:lvl6pPr>
            <a:lvl7pPr marL="0" indent="0">
              <a:buNone/>
              <a:defRPr sz="800" cap="all">
                <a:solidFill>
                  <a:schemeClr val="tx2"/>
                </a:solidFill>
              </a:defRPr>
            </a:lvl7pPr>
            <a:lvl8pPr marL="0" indent="0">
              <a:buNone/>
              <a:defRPr sz="800" cap="all">
                <a:solidFill>
                  <a:schemeClr val="tx2"/>
                </a:solidFill>
              </a:defRPr>
            </a:lvl8pPr>
            <a:lvl9pPr marL="0" indent="0">
              <a:buNone/>
              <a:defRPr sz="800" cap="all">
                <a:solidFill>
                  <a:schemeClr val="tx2"/>
                </a:solidFill>
              </a:defRPr>
            </a:lvl9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C224A99D-209B-EF4C-2EB5-3746BDD29296}"/>
              </a:ext>
            </a:extLst>
          </p:cNvPr>
          <p:cNvSpPr>
            <a:spLocks noGrp="1"/>
          </p:cNvSpPr>
          <p:nvPr userDrawn="1">
            <p:ph type="dt" sz="half" idx="51"/>
          </p:nvPr>
        </p:nvSpPr>
        <p:spPr bwMode="gray"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4099" name="Espace réservé du pied de page 4098">
            <a:extLst>
              <a:ext uri="{FF2B5EF4-FFF2-40B4-BE49-F238E27FC236}">
                <a16:creationId xmlns:a16="http://schemas.microsoft.com/office/drawing/2014/main" id="{11BF86B3-3E39-7F79-5EF7-507D1B2E2C99}"/>
              </a:ext>
            </a:extLst>
          </p:cNvPr>
          <p:cNvSpPr>
            <a:spLocks noGrp="1"/>
          </p:cNvSpPr>
          <p:nvPr userDrawn="1">
            <p:ph type="ftr" sz="quarter" idx="52"/>
          </p:nvPr>
        </p:nvSpPr>
        <p:spPr bwMode="gray"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4100" name="Espace réservé du numéro de diapositive 4099">
            <a:extLst>
              <a:ext uri="{FF2B5EF4-FFF2-40B4-BE49-F238E27FC236}">
                <a16:creationId xmlns:a16="http://schemas.microsoft.com/office/drawing/2014/main" id="{723B4293-71A8-97C1-F561-756D470ED833}"/>
              </a:ext>
            </a:extLst>
          </p:cNvPr>
          <p:cNvSpPr>
            <a:spLocks noGrp="1"/>
          </p:cNvSpPr>
          <p:nvPr userDrawn="1">
            <p:ph type="sldNum" sz="quarter" idx="53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4101" name="Titre 4100">
            <a:extLst>
              <a:ext uri="{FF2B5EF4-FFF2-40B4-BE49-F238E27FC236}">
                <a16:creationId xmlns:a16="http://schemas.microsoft.com/office/drawing/2014/main" id="{47166E21-D3F3-48A2-DCBF-93844470073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105" name="Espace réservé du graphique 4100">
            <a:extLst>
              <a:ext uri="{FF2B5EF4-FFF2-40B4-BE49-F238E27FC236}">
                <a16:creationId xmlns:a16="http://schemas.microsoft.com/office/drawing/2014/main" id="{3DAF7769-ACB4-2564-C39C-65963468527E}"/>
              </a:ext>
            </a:extLst>
          </p:cNvPr>
          <p:cNvSpPr>
            <a:spLocks noGrp="1"/>
          </p:cNvSpPr>
          <p:nvPr userDrawn="1">
            <p:ph type="chart" sz="quarter" idx="54" hasCustomPrompt="1"/>
          </p:nvPr>
        </p:nvSpPr>
        <p:spPr bwMode="gray">
          <a:xfrm>
            <a:off x="749037" y="1783555"/>
            <a:ext cx="1463463" cy="877952"/>
          </a:xfrm>
          <a:prstGeom prst="rect">
            <a:avLst/>
          </a:prstGeom>
          <a:noFill/>
        </p:spPr>
        <p:txBody>
          <a:bodyPr wrap="square" tIns="900000" anchor="ctr" anchorCtr="0">
            <a:noAutofit/>
          </a:bodyPr>
          <a:lstStyle>
            <a:lvl1pPr marL="0" indent="0" algn="ctr">
              <a:buNone/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4140" name="Espace réservé du texte 9">
            <a:extLst>
              <a:ext uri="{FF2B5EF4-FFF2-40B4-BE49-F238E27FC236}">
                <a16:creationId xmlns:a16="http://schemas.microsoft.com/office/drawing/2014/main" id="{9DE3FFE9-6854-7C73-46B0-D5A0250444CB}"/>
              </a:ext>
            </a:extLst>
          </p:cNvPr>
          <p:cNvSpPr>
            <a:spLocks noGrp="1"/>
          </p:cNvSpPr>
          <p:nvPr userDrawn="1">
            <p:ph type="body" sz="quarter" idx="56" hasCustomPrompt="1"/>
          </p:nvPr>
        </p:nvSpPr>
        <p:spPr bwMode="gray">
          <a:xfrm>
            <a:off x="2611921" y="1388677"/>
            <a:ext cx="1465200" cy="379691"/>
          </a:xfrm>
          <a:noFill/>
        </p:spPr>
        <p:txBody>
          <a:bodyPr lIns="108000" tIns="0" rIns="108000" bIns="25200"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</a:t>
            </a:r>
          </a:p>
        </p:txBody>
      </p:sp>
      <p:sp>
        <p:nvSpPr>
          <p:cNvPr id="4143" name="Espace réservé du texte 9">
            <a:extLst>
              <a:ext uri="{FF2B5EF4-FFF2-40B4-BE49-F238E27FC236}">
                <a16:creationId xmlns:a16="http://schemas.microsoft.com/office/drawing/2014/main" id="{3A4084A9-BB80-28A8-0E8B-40B51B1D35A0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 bwMode="gray">
          <a:xfrm>
            <a:off x="5014126" y="1392106"/>
            <a:ext cx="1465200" cy="379691"/>
          </a:xfrm>
          <a:noFill/>
        </p:spPr>
        <p:txBody>
          <a:bodyPr lIns="108000" tIns="0" rIns="108000" bIns="25200" anchor="b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</a:t>
            </a:r>
          </a:p>
        </p:txBody>
      </p:sp>
      <p:sp>
        <p:nvSpPr>
          <p:cNvPr id="4144" name="Espace réservé du graphique 4100">
            <a:extLst>
              <a:ext uri="{FF2B5EF4-FFF2-40B4-BE49-F238E27FC236}">
                <a16:creationId xmlns:a16="http://schemas.microsoft.com/office/drawing/2014/main" id="{39B20242-DEEB-520F-3AB5-39EBE8991031}"/>
              </a:ext>
            </a:extLst>
          </p:cNvPr>
          <p:cNvSpPr>
            <a:spLocks noGrp="1"/>
          </p:cNvSpPr>
          <p:nvPr userDrawn="1">
            <p:ph type="chart" sz="quarter" idx="60" hasCustomPrompt="1"/>
          </p:nvPr>
        </p:nvSpPr>
        <p:spPr bwMode="gray">
          <a:xfrm>
            <a:off x="5020893" y="1786984"/>
            <a:ext cx="1463463" cy="877952"/>
          </a:xfrm>
          <a:prstGeom prst="rect">
            <a:avLst/>
          </a:prstGeom>
          <a:noFill/>
        </p:spPr>
        <p:txBody>
          <a:bodyPr wrap="square" tIns="900000" anchor="ctr" anchorCtr="0">
            <a:noAutofit/>
          </a:bodyPr>
          <a:lstStyle>
            <a:lvl1pPr marL="0" indent="0" algn="ctr">
              <a:buNone/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4146" name="Espace réservé du texte 9">
            <a:extLst>
              <a:ext uri="{FF2B5EF4-FFF2-40B4-BE49-F238E27FC236}">
                <a16:creationId xmlns:a16="http://schemas.microsoft.com/office/drawing/2014/main" id="{626B97D5-C2A8-ED83-5EAA-B97E6E5508A4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 bwMode="gray">
          <a:xfrm>
            <a:off x="5036086" y="3372877"/>
            <a:ext cx="1465200" cy="568858"/>
          </a:xfrm>
          <a:noFill/>
        </p:spPr>
        <p:txBody>
          <a:bodyPr lIns="108000" tIns="0" rIns="108000" bIns="25200" anchor="t" anchorCtr="0"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defRPr sz="1850" b="0">
                <a:solidFill>
                  <a:schemeClr val="tx2"/>
                </a:solidFill>
                <a:latin typeface="+mn-lt"/>
              </a:defRPr>
            </a:lvl2pPr>
            <a:lvl3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3pPr>
            <a:lvl4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4pPr>
            <a:lvl5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5pPr>
            <a:lvl6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6pPr>
            <a:lvl7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7pPr>
            <a:lvl8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8pPr>
            <a:lvl9pPr marL="0" indent="0">
              <a:buNone/>
              <a:defRPr sz="185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Title</a:t>
            </a:r>
          </a:p>
        </p:txBody>
      </p:sp>
      <p:sp>
        <p:nvSpPr>
          <p:cNvPr id="4147" name="Espace réservé du graphique 4100">
            <a:extLst>
              <a:ext uri="{FF2B5EF4-FFF2-40B4-BE49-F238E27FC236}">
                <a16:creationId xmlns:a16="http://schemas.microsoft.com/office/drawing/2014/main" id="{931AB8A8-A6A0-81A6-56AE-562A7CB95E75}"/>
              </a:ext>
            </a:extLst>
          </p:cNvPr>
          <p:cNvSpPr>
            <a:spLocks noGrp="1"/>
          </p:cNvSpPr>
          <p:nvPr userDrawn="1">
            <p:ph type="chart" sz="quarter" idx="63" hasCustomPrompt="1"/>
          </p:nvPr>
        </p:nvSpPr>
        <p:spPr bwMode="gray">
          <a:xfrm>
            <a:off x="5037823" y="3955204"/>
            <a:ext cx="1463463" cy="877952"/>
          </a:xfrm>
          <a:prstGeom prst="rect">
            <a:avLst/>
          </a:prstGeom>
          <a:noFill/>
        </p:spPr>
        <p:txBody>
          <a:bodyPr wrap="square" tIns="900000" anchor="ctr" anchorCtr="0">
            <a:noAutofit/>
          </a:bodyPr>
          <a:lstStyle>
            <a:lvl1pPr marL="0" indent="0" algn="ctr">
              <a:buNone/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Select the icon to insert a chart</a:t>
            </a:r>
            <a:endParaRPr lang="en-GB" dirty="0"/>
          </a:p>
        </p:txBody>
      </p:sp>
      <p:sp>
        <p:nvSpPr>
          <p:cNvPr id="4154" name="Espace réservé du texte 4153">
            <a:extLst>
              <a:ext uri="{FF2B5EF4-FFF2-40B4-BE49-F238E27FC236}">
                <a16:creationId xmlns:a16="http://schemas.microsoft.com/office/drawing/2014/main" id="{03838583-38F4-D3AE-3276-D985A7636B3A}"/>
              </a:ext>
            </a:extLst>
          </p:cNvPr>
          <p:cNvSpPr>
            <a:spLocks noGrp="1"/>
          </p:cNvSpPr>
          <p:nvPr userDrawn="1">
            <p:ph type="body" sz="quarter" idx="64" hasCustomPrompt="1"/>
          </p:nvPr>
        </p:nvSpPr>
        <p:spPr bwMode="gray">
          <a:xfrm>
            <a:off x="8915400" y="1539875"/>
            <a:ext cx="2359025" cy="3412500"/>
          </a:xfrm>
        </p:spPr>
        <p:txBody>
          <a:bodyPr/>
          <a:lstStyle>
            <a:lvl1pPr>
              <a:spcAft>
                <a:spcPts val="1600"/>
              </a:spcAft>
              <a:defRPr/>
            </a:lvl1pPr>
            <a:lvl2pPr>
              <a:spcAft>
                <a:spcPts val="1400"/>
              </a:spcAft>
              <a:defRPr sz="1600"/>
            </a:lvl2pPr>
            <a:lvl3pPr>
              <a:spcAft>
                <a:spcPts val="1400"/>
              </a:spcAft>
              <a:defRPr/>
            </a:lvl3pPr>
            <a:lvl4pPr marL="540000" indent="-180000">
              <a:spcAft>
                <a:spcPts val="1400"/>
              </a:spcAft>
              <a:buFont typeface="Arial" panose="020B0604020202020204" pitchFamily="34" charset="0"/>
              <a:buChar char="◦"/>
              <a:defRPr sz="1600"/>
            </a:lvl4pPr>
            <a:lvl5pPr marL="720000" indent="-18000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lvl5pPr>
            <a:lvl6pPr>
              <a:spcAft>
                <a:spcPts val="1400"/>
              </a:spcAft>
              <a:defRPr sz="1600"/>
            </a:lvl6pPr>
            <a:lvl7pPr>
              <a:spcAft>
                <a:spcPts val="1400"/>
              </a:spcAft>
              <a:defRPr sz="1600"/>
            </a:lvl7pPr>
            <a:lvl8pPr>
              <a:spcAft>
                <a:spcPts val="1400"/>
              </a:spcAft>
              <a:defRPr sz="1600"/>
            </a:lvl8pPr>
            <a:lvl9pPr>
              <a:spcAft>
                <a:spcPts val="1400"/>
              </a:spcAft>
              <a:defRPr sz="1600"/>
            </a:lvl9pPr>
          </a:lstStyle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  <a:p>
            <a:pPr lvl="4"/>
            <a:r>
              <a:rPr lang="en-GB" noProof="0" dirty="0"/>
              <a:t>Text level 5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75C528D9-E5A1-30DD-DB7D-CE2E8D770C5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2pPr>
            <a:lvl3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3pPr>
            <a:lvl4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6pPr>
            <a:lvl7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7pPr>
            <a:lvl8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8pPr>
            <a:lvl9pPr marL="0" indent="0" algn="ctr">
              <a:buNone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7" name="Espace réservé du texte 15">
            <a:extLst>
              <a:ext uri="{FF2B5EF4-FFF2-40B4-BE49-F238E27FC236}">
                <a16:creationId xmlns:a16="http://schemas.microsoft.com/office/drawing/2014/main" id="{7ADCA728-039F-6756-8A85-94BA76F1B4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282010" y="400820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Espace réservé du texte 15">
            <a:extLst>
              <a:ext uri="{FF2B5EF4-FFF2-40B4-BE49-F238E27FC236}">
                <a16:creationId xmlns:a16="http://schemas.microsoft.com/office/drawing/2014/main" id="{7C00CDEF-0CD5-0CB9-D4C7-1A0D2CCAF4D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1359931" y="300916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C5EE88C5-C12C-C3C4-0861-BF251868563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 bwMode="gray">
          <a:xfrm>
            <a:off x="1409461" y="296090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4" name="Espace réservé du texte 15">
            <a:extLst>
              <a:ext uri="{FF2B5EF4-FFF2-40B4-BE49-F238E27FC236}">
                <a16:creationId xmlns:a16="http://schemas.microsoft.com/office/drawing/2014/main" id="{72BF5C4C-1E42-98F4-AE9D-D7628583206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 bwMode="gray">
          <a:xfrm>
            <a:off x="1409461" y="305869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16" name="Espace réservé du texte 15">
            <a:extLst>
              <a:ext uri="{FF2B5EF4-FFF2-40B4-BE49-F238E27FC236}">
                <a16:creationId xmlns:a16="http://schemas.microsoft.com/office/drawing/2014/main" id="{4F7A3321-1D32-AD44-B14C-40CB1D3EAC56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 bwMode="gray">
          <a:xfrm>
            <a:off x="6800611" y="2664996"/>
            <a:ext cx="57600" cy="57600"/>
          </a:xfrm>
          <a:prstGeom prst="ellipse">
            <a:avLst/>
          </a:prstGeom>
          <a:solidFill>
            <a:schemeClr val="accent6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26" name="Espace réservé du texte 15">
            <a:extLst>
              <a:ext uri="{FF2B5EF4-FFF2-40B4-BE49-F238E27FC236}">
                <a16:creationId xmlns:a16="http://schemas.microsoft.com/office/drawing/2014/main" id="{0F5E2262-0367-5F1B-3067-B11E1C347DD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 bwMode="gray">
          <a:xfrm>
            <a:off x="6505971" y="281231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27" name="Espace réservé du texte 15">
            <a:extLst>
              <a:ext uri="{FF2B5EF4-FFF2-40B4-BE49-F238E27FC236}">
                <a16:creationId xmlns:a16="http://schemas.microsoft.com/office/drawing/2014/main" id="{C50D1A9F-907E-332F-BB19-F741C1B24AB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 bwMode="gray">
          <a:xfrm>
            <a:off x="6505971" y="286184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28" name="Espace réservé du texte 15">
            <a:extLst>
              <a:ext uri="{FF2B5EF4-FFF2-40B4-BE49-F238E27FC236}">
                <a16:creationId xmlns:a16="http://schemas.microsoft.com/office/drawing/2014/main" id="{755F496F-BF5B-C03E-5CAF-F98A636CA423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 bwMode="gray">
          <a:xfrm>
            <a:off x="6457711" y="286184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29" name="Espace réservé du texte 15">
            <a:extLst>
              <a:ext uri="{FF2B5EF4-FFF2-40B4-BE49-F238E27FC236}">
                <a16:creationId xmlns:a16="http://schemas.microsoft.com/office/drawing/2014/main" id="{F65708DC-1B7F-30C0-C3CD-B240E1C888B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 bwMode="gray">
          <a:xfrm>
            <a:off x="6358651" y="296090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130" name="Espace réservé du texte 15">
            <a:extLst>
              <a:ext uri="{FF2B5EF4-FFF2-40B4-BE49-F238E27FC236}">
                <a16:creationId xmlns:a16="http://schemas.microsoft.com/office/drawing/2014/main" id="{AD1A0318-D3EE-3FD3-6311-4C506282D92E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 bwMode="gray">
          <a:xfrm>
            <a:off x="6260861" y="3256366"/>
            <a:ext cx="57600" cy="57600"/>
          </a:xfrm>
          <a:prstGeom prst="ellipse">
            <a:avLst/>
          </a:prstGeom>
          <a:solidFill>
            <a:schemeClr val="accent4"/>
          </a:solidFill>
        </p:spPr>
        <p:txBody>
          <a:bodyPr wrap="square" anchor="ctr" anchorCtr="0">
            <a:noAutofit/>
          </a:bodyPr>
          <a:lstStyle>
            <a:lvl1pPr algn="ctr"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6" name="Graphique 7">
            <a:extLst>
              <a:ext uri="{FF2B5EF4-FFF2-40B4-BE49-F238E27FC236}">
                <a16:creationId xmlns:a16="http://schemas.microsoft.com/office/drawing/2014/main" id="{CC970C46-5BCD-9BAD-F193-E447FFCE3ED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8" name="Graphique 7">
              <a:extLst>
                <a:ext uri="{FF2B5EF4-FFF2-40B4-BE49-F238E27FC236}">
                  <a16:creationId xmlns:a16="http://schemas.microsoft.com/office/drawing/2014/main" id="{F6AD6704-84FB-27FE-4DD1-2E0073970E8E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7CCC79A7-496D-C191-4747-8704BAEB98E1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F5054CDA-B72C-E48E-F78B-19BDABDCF5D8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F60BDD7-5EBD-2BB3-B47F-D5A239945A08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2165330E-7840-1E18-203D-E16486EF5419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302053D6-EDFA-FE9B-7E07-EB362E59100D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7054ADA5-6D17-22BD-5334-D9897B35D135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07CDE229-19C1-D560-4689-7623AA78F471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E7973309-DC77-F7EF-14A4-6523488806D9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56F96E98-EB18-9D33-E30C-E5E02C8D3B7A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8620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1B81E-8FE8-202A-0A7E-CD7CBD089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B8BD20-EC9D-7A02-BAA9-E513596C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Date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DED437-6026-3092-7FCE-1406FB55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D9D2FD-66AB-BB0C-BC10-4D93F29B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grpSp>
        <p:nvGrpSpPr>
          <p:cNvPr id="6" name="Graphique 7">
            <a:extLst>
              <a:ext uri="{FF2B5EF4-FFF2-40B4-BE49-F238E27FC236}">
                <a16:creationId xmlns:a16="http://schemas.microsoft.com/office/drawing/2014/main" id="{99846FB4-7A6F-D745-6D6A-7DC8BD61B3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7" name="Graphique 7">
              <a:extLst>
                <a:ext uri="{FF2B5EF4-FFF2-40B4-BE49-F238E27FC236}">
                  <a16:creationId xmlns:a16="http://schemas.microsoft.com/office/drawing/2014/main" id="{E5FAF86B-5ABD-A6A9-9769-B3C1FADD340B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B9BF3670-955C-8F31-5465-7D5C7F8CB682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695E11FB-6B61-B046-931C-97EF7CCF8C42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A53106C7-541C-64EB-DF5A-7ADC64D72061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8CA4442C-10D4-F53D-A0EA-D5B3AAF8E8C4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0E369ABC-3E46-9837-F922-4413DE6B2D43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A582314F-0D49-A90A-FA5C-A8DD778A9174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8" name="Graphique 7">
              <a:extLst>
                <a:ext uri="{FF2B5EF4-FFF2-40B4-BE49-F238E27FC236}">
                  <a16:creationId xmlns:a16="http://schemas.microsoft.com/office/drawing/2014/main" id="{B104DBAE-9E5A-F82F-C715-F2BDE8942D71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F9A192B8-37D3-77D0-AD8C-5FA4DDD6951B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7FF959DB-1010-0430-73D4-544508B58BB1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18413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050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blanc, conception&#10;&#10;Description générée automatiquement">
            <a:extLst>
              <a:ext uri="{FF2B5EF4-FFF2-40B4-BE49-F238E27FC236}">
                <a16:creationId xmlns:a16="http://schemas.microsoft.com/office/drawing/2014/main" id="{4A6C5ED9-28EA-EBDF-1240-08862CE9F5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0" y="428"/>
            <a:ext cx="12192000" cy="6857143"/>
          </a:xfrm>
          <a:prstGeom prst="rect">
            <a:avLst/>
          </a:prstGeom>
        </p:spPr>
      </p:pic>
      <p:grpSp>
        <p:nvGrpSpPr>
          <p:cNvPr id="4" name="Graphique 7">
            <a:extLst>
              <a:ext uri="{FF2B5EF4-FFF2-40B4-BE49-F238E27FC236}">
                <a16:creationId xmlns:a16="http://schemas.microsoft.com/office/drawing/2014/main" id="{05D0A9D9-DF34-23AB-6418-B5C4DB79E91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871200" y="2785521"/>
            <a:ext cx="4449600" cy="1286957"/>
            <a:chOff x="5629275" y="3296602"/>
            <a:chExt cx="928687" cy="268604"/>
          </a:xfrm>
        </p:grpSpPr>
        <p:grpSp>
          <p:nvGrpSpPr>
            <p:cNvPr id="5" name="Graphique 7">
              <a:extLst>
                <a:ext uri="{FF2B5EF4-FFF2-40B4-BE49-F238E27FC236}">
                  <a16:creationId xmlns:a16="http://schemas.microsoft.com/office/drawing/2014/main" id="{8B5C34E7-F95B-F6C9-0893-D0C0435B335F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D9A418B6-F3CF-FE89-1A0D-56FDA7FEF3FA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FBF91FB5-6354-6BEA-CC4C-5D1F9E8CB098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08850087-4E3E-0592-96A2-A1B3C193DDA3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84F14619-24A5-79DA-59E9-D8CE0AA8729B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3560C41B-F416-DBBA-98EA-4A318DAE0C86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3A8E299D-87A1-45C9-9182-37769E572CE0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" name="Graphique 7">
              <a:extLst>
                <a:ext uri="{FF2B5EF4-FFF2-40B4-BE49-F238E27FC236}">
                  <a16:creationId xmlns:a16="http://schemas.microsoft.com/office/drawing/2014/main" id="{62B0D7BD-6E69-683F-F6CD-B70E26B35DAB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9183E53C-F1A7-F71D-57CD-FCF2B9E30942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563F2090-F31F-EEF1-EF2C-F7E73A1E767E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116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blanc, conception&#10;&#10;Description générée automatiquement">
            <a:extLst>
              <a:ext uri="{FF2B5EF4-FFF2-40B4-BE49-F238E27FC236}">
                <a16:creationId xmlns:a16="http://schemas.microsoft.com/office/drawing/2014/main" id="{DA7015A3-DB44-51D8-6E88-2D3F88033A3B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 bwMode="gray"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803412" y="6153360"/>
            <a:ext cx="8244000" cy="40481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050">
                <a:solidFill>
                  <a:schemeClr val="tx2"/>
                </a:solidFill>
                <a:latin typeface="+mj-lt"/>
              </a:defRPr>
            </a:lvl1pPr>
          </a:lstStyle>
          <a:p>
            <a:pPr algn="l"/>
            <a:r>
              <a:rPr lang="en-GB" dirty="0"/>
              <a:t>Title presentation - Month 00,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414000" y="6153360"/>
            <a:ext cx="389412" cy="40481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50">
                <a:solidFill>
                  <a:schemeClr val="tx2"/>
                </a:solidFill>
                <a:latin typeface="+mj-lt"/>
              </a:defRPr>
            </a:lvl1pPr>
          </a:lstStyle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918000" y="0"/>
            <a:ext cx="10357200" cy="74870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 err="1"/>
              <a:t>TItle</a:t>
            </a:r>
            <a:endParaRPr lang="en-GB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917999" y="1556791"/>
            <a:ext cx="10357200" cy="42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Text level 1</a:t>
            </a:r>
          </a:p>
          <a:p>
            <a:pPr lvl="1"/>
            <a:r>
              <a:rPr lang="en-GB" noProof="0" dirty="0"/>
              <a:t>Text level 2</a:t>
            </a:r>
          </a:p>
          <a:p>
            <a:pPr lvl="2"/>
            <a:r>
              <a:rPr lang="en-GB" noProof="0" dirty="0"/>
              <a:t>Text level 3</a:t>
            </a:r>
          </a:p>
          <a:p>
            <a:pPr lvl="3"/>
            <a:r>
              <a:rPr lang="en-GB" noProof="0" dirty="0"/>
              <a:t>Text level 4</a:t>
            </a:r>
          </a:p>
          <a:p>
            <a:pPr lvl="4"/>
            <a:r>
              <a:rPr lang="en-GB" noProof="0" dirty="0"/>
              <a:t>Text level 5</a:t>
            </a:r>
          </a:p>
          <a:p>
            <a:pPr lvl="5"/>
            <a:r>
              <a:rPr lang="en-GB" noProof="0" dirty="0"/>
              <a:t>Text level 6</a:t>
            </a:r>
          </a:p>
          <a:p>
            <a:pPr lvl="6"/>
            <a:r>
              <a:rPr lang="en-GB" noProof="0" dirty="0"/>
              <a:t>Text level 7</a:t>
            </a:r>
          </a:p>
          <a:p>
            <a:pPr lvl="7"/>
            <a:r>
              <a:rPr lang="en-GB" noProof="0" dirty="0"/>
              <a:t>Text level 8</a:t>
            </a:r>
          </a:p>
          <a:p>
            <a:pPr lvl="8"/>
            <a:r>
              <a:rPr lang="en-GB" noProof="0" dirty="0"/>
              <a:t>Text level 9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602D41-E654-C021-8028-69FB075FFF0E}"/>
              </a:ext>
            </a:extLst>
          </p:cNvPr>
          <p:cNvSpPr txBox="1"/>
          <p:nvPr userDrawn="1"/>
        </p:nvSpPr>
        <p:spPr bwMode="gray">
          <a:xfrm>
            <a:off x="731404" y="6154972"/>
            <a:ext cx="35266" cy="4032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GB" sz="1050" dirty="0">
                <a:solidFill>
                  <a:schemeClr val="tx2"/>
                </a:solidFill>
              </a:rPr>
              <a:t>|</a:t>
            </a:r>
          </a:p>
        </p:txBody>
      </p:sp>
      <p:grpSp>
        <p:nvGrpSpPr>
          <p:cNvPr id="23" name="Graphique 7">
            <a:extLst>
              <a:ext uri="{FF2B5EF4-FFF2-40B4-BE49-F238E27FC236}">
                <a16:creationId xmlns:a16="http://schemas.microsoft.com/office/drawing/2014/main" id="{68605877-BB5E-6AD5-0462-7994085DBB6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32497" y="6242588"/>
            <a:ext cx="1244685" cy="360000"/>
            <a:chOff x="5629275" y="3296602"/>
            <a:chExt cx="928687" cy="268604"/>
          </a:xfrm>
        </p:grpSpPr>
        <p:grpSp>
          <p:nvGrpSpPr>
            <p:cNvPr id="24" name="Graphique 7">
              <a:extLst>
                <a:ext uri="{FF2B5EF4-FFF2-40B4-BE49-F238E27FC236}">
                  <a16:creationId xmlns:a16="http://schemas.microsoft.com/office/drawing/2014/main" id="{6E0ADD88-120B-954A-0D8D-430324DBC1E0}"/>
                </a:ext>
              </a:extLst>
            </p:cNvPr>
            <p:cNvGrpSpPr/>
            <p:nvPr/>
          </p:nvGrpSpPr>
          <p:grpSpPr>
            <a:xfrm>
              <a:off x="5629275" y="3296602"/>
              <a:ext cx="928687" cy="139064"/>
              <a:chOff x="5629275" y="3296602"/>
              <a:chExt cx="928687" cy="139064"/>
            </a:xfrm>
            <a:solidFill>
              <a:srgbClr val="0024D3"/>
            </a:solidFill>
          </p:grpSpPr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BA0E39C8-4BBC-5522-3778-0B16C0ADA2D9}"/>
                  </a:ext>
                </a:extLst>
              </p:cNvPr>
              <p:cNvSpPr/>
              <p:nvPr/>
            </p:nvSpPr>
            <p:spPr>
              <a:xfrm>
                <a:off x="5784532" y="3296602"/>
                <a:ext cx="180975" cy="139064"/>
              </a:xfrm>
              <a:custGeom>
                <a:avLst/>
                <a:gdLst>
                  <a:gd name="connsiteX0" fmla="*/ 90488 w 180975"/>
                  <a:gd name="connsiteY0" fmla="*/ 139065 h 139064"/>
                  <a:gd name="connsiteX1" fmla="*/ 0 w 180975"/>
                  <a:gd name="connsiteY1" fmla="*/ 69533 h 139064"/>
                  <a:gd name="connsiteX2" fmla="*/ 90488 w 180975"/>
                  <a:gd name="connsiteY2" fmla="*/ 0 h 139064"/>
                  <a:gd name="connsiteX3" fmla="*/ 180975 w 180975"/>
                  <a:gd name="connsiteY3" fmla="*/ 69533 h 139064"/>
                  <a:gd name="connsiteX4" fmla="*/ 90488 w 180975"/>
                  <a:gd name="connsiteY4" fmla="*/ 139065 h 139064"/>
                  <a:gd name="connsiteX5" fmla="*/ 90488 w 180975"/>
                  <a:gd name="connsiteY5" fmla="*/ 25718 h 139064"/>
                  <a:gd name="connsiteX6" fmla="*/ 34290 w 180975"/>
                  <a:gd name="connsiteY6" fmla="*/ 68580 h 139064"/>
                  <a:gd name="connsiteX7" fmla="*/ 90488 w 180975"/>
                  <a:gd name="connsiteY7" fmla="*/ 111443 h 139064"/>
                  <a:gd name="connsiteX8" fmla="*/ 145733 w 180975"/>
                  <a:gd name="connsiteY8" fmla="*/ 68580 h 139064"/>
                  <a:gd name="connsiteX9" fmla="*/ 90488 w 180975"/>
                  <a:gd name="connsiteY9" fmla="*/ 2571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" h="139064">
                    <a:moveTo>
                      <a:pt x="90488" y="139065"/>
                    </a:moveTo>
                    <a:cubicBezTo>
                      <a:pt x="41910" y="139065"/>
                      <a:pt x="0" y="120015"/>
                      <a:pt x="0" y="69533"/>
                    </a:cubicBezTo>
                    <a:cubicBezTo>
                      <a:pt x="0" y="18098"/>
                      <a:pt x="43815" y="0"/>
                      <a:pt x="90488" y="0"/>
                    </a:cubicBezTo>
                    <a:cubicBezTo>
                      <a:pt x="139065" y="0"/>
                      <a:pt x="180975" y="19050"/>
                      <a:pt x="180975" y="69533"/>
                    </a:cubicBezTo>
                    <a:cubicBezTo>
                      <a:pt x="180023" y="120968"/>
                      <a:pt x="136208" y="138113"/>
                      <a:pt x="90488" y="139065"/>
                    </a:cubicBezTo>
                    <a:close/>
                    <a:moveTo>
                      <a:pt x="90488" y="25718"/>
                    </a:moveTo>
                    <a:cubicBezTo>
                      <a:pt x="52388" y="25718"/>
                      <a:pt x="34290" y="41910"/>
                      <a:pt x="34290" y="68580"/>
                    </a:cubicBezTo>
                    <a:cubicBezTo>
                      <a:pt x="34290" y="94298"/>
                      <a:pt x="51435" y="111443"/>
                      <a:pt x="90488" y="111443"/>
                    </a:cubicBezTo>
                    <a:cubicBezTo>
                      <a:pt x="131445" y="111443"/>
                      <a:pt x="145733" y="92393"/>
                      <a:pt x="145733" y="68580"/>
                    </a:cubicBezTo>
                    <a:cubicBezTo>
                      <a:pt x="145733" y="41910"/>
                      <a:pt x="127635" y="25718"/>
                      <a:pt x="90488" y="2571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6567B976-12E9-A25C-D3FF-F1CF80E9FADD}"/>
                  </a:ext>
                </a:extLst>
              </p:cNvPr>
              <p:cNvSpPr/>
              <p:nvPr/>
            </p:nvSpPr>
            <p:spPr>
              <a:xfrm>
                <a:off x="5986462" y="3299460"/>
                <a:ext cx="159462" cy="132397"/>
              </a:xfrm>
              <a:custGeom>
                <a:avLst/>
                <a:gdLst>
                  <a:gd name="connsiteX0" fmla="*/ 120015 w 159462"/>
                  <a:gd name="connsiteY0" fmla="*/ 130493 h 132397"/>
                  <a:gd name="connsiteX1" fmla="*/ 90488 w 159462"/>
                  <a:gd name="connsiteY1" fmla="*/ 97155 h 132397"/>
                  <a:gd name="connsiteX2" fmla="*/ 64770 w 159462"/>
                  <a:gd name="connsiteY2" fmla="*/ 86678 h 132397"/>
                  <a:gd name="connsiteX3" fmla="*/ 34290 w 159462"/>
                  <a:gd name="connsiteY3" fmla="*/ 86678 h 132397"/>
                  <a:gd name="connsiteX4" fmla="*/ 34290 w 159462"/>
                  <a:gd name="connsiteY4" fmla="*/ 127635 h 132397"/>
                  <a:gd name="connsiteX5" fmla="*/ 29527 w 159462"/>
                  <a:gd name="connsiteY5" fmla="*/ 132398 h 132397"/>
                  <a:gd name="connsiteX6" fmla="*/ 4763 w 159462"/>
                  <a:gd name="connsiteY6" fmla="*/ 132398 h 132397"/>
                  <a:gd name="connsiteX7" fmla="*/ 0 w 159462"/>
                  <a:gd name="connsiteY7" fmla="*/ 127635 h 132397"/>
                  <a:gd name="connsiteX8" fmla="*/ 0 w 159462"/>
                  <a:gd name="connsiteY8" fmla="*/ 10478 h 132397"/>
                  <a:gd name="connsiteX9" fmla="*/ 10477 w 159462"/>
                  <a:gd name="connsiteY9" fmla="*/ 0 h 132397"/>
                  <a:gd name="connsiteX10" fmla="*/ 100013 w 159462"/>
                  <a:gd name="connsiteY10" fmla="*/ 0 h 132397"/>
                  <a:gd name="connsiteX11" fmla="*/ 152400 w 159462"/>
                  <a:gd name="connsiteY11" fmla="*/ 42863 h 132397"/>
                  <a:gd name="connsiteX12" fmla="*/ 121920 w 159462"/>
                  <a:gd name="connsiteY12" fmla="*/ 82868 h 132397"/>
                  <a:gd name="connsiteX13" fmla="*/ 159068 w 159462"/>
                  <a:gd name="connsiteY13" fmla="*/ 130493 h 132397"/>
                  <a:gd name="connsiteX14" fmla="*/ 158115 w 159462"/>
                  <a:gd name="connsiteY14" fmla="*/ 132398 h 132397"/>
                  <a:gd name="connsiteX15" fmla="*/ 123825 w 159462"/>
                  <a:gd name="connsiteY15" fmla="*/ 132398 h 132397"/>
                  <a:gd name="connsiteX16" fmla="*/ 120015 w 159462"/>
                  <a:gd name="connsiteY16" fmla="*/ 130493 h 132397"/>
                  <a:gd name="connsiteX17" fmla="*/ 94298 w 159462"/>
                  <a:gd name="connsiteY17" fmla="*/ 60008 h 132397"/>
                  <a:gd name="connsiteX18" fmla="*/ 34290 w 159462"/>
                  <a:gd name="connsiteY18" fmla="*/ 60008 h 132397"/>
                  <a:gd name="connsiteX19" fmla="*/ 34290 w 159462"/>
                  <a:gd name="connsiteY19" fmla="*/ 29528 h 132397"/>
                  <a:gd name="connsiteX20" fmla="*/ 94298 w 159462"/>
                  <a:gd name="connsiteY20" fmla="*/ 29528 h 132397"/>
                  <a:gd name="connsiteX21" fmla="*/ 117157 w 159462"/>
                  <a:gd name="connsiteY21" fmla="*/ 44768 h 132397"/>
                  <a:gd name="connsiteX22" fmla="*/ 94298 w 159462"/>
                  <a:gd name="connsiteY22" fmla="*/ 60008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9462" h="132397">
                    <a:moveTo>
                      <a:pt x="120015" y="130493"/>
                    </a:moveTo>
                    <a:lnTo>
                      <a:pt x="90488" y="97155"/>
                    </a:lnTo>
                    <a:cubicBezTo>
                      <a:pt x="81915" y="88583"/>
                      <a:pt x="80010" y="86678"/>
                      <a:pt x="64770" y="86678"/>
                    </a:cubicBezTo>
                    <a:lnTo>
                      <a:pt x="34290" y="86678"/>
                    </a:ln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7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7" y="0"/>
                    </a:cubicBezTo>
                    <a:lnTo>
                      <a:pt x="100013" y="0"/>
                    </a:lnTo>
                    <a:cubicBezTo>
                      <a:pt x="134302" y="0"/>
                      <a:pt x="152400" y="15240"/>
                      <a:pt x="152400" y="42863"/>
                    </a:cubicBezTo>
                    <a:cubicBezTo>
                      <a:pt x="152400" y="71438"/>
                      <a:pt x="128588" y="80963"/>
                      <a:pt x="121920" y="82868"/>
                    </a:cubicBezTo>
                    <a:lnTo>
                      <a:pt x="159068" y="130493"/>
                    </a:lnTo>
                    <a:cubicBezTo>
                      <a:pt x="160020" y="131445"/>
                      <a:pt x="159068" y="132398"/>
                      <a:pt x="158115" y="132398"/>
                    </a:cubicBezTo>
                    <a:lnTo>
                      <a:pt x="123825" y="132398"/>
                    </a:lnTo>
                    <a:cubicBezTo>
                      <a:pt x="122873" y="132398"/>
                      <a:pt x="120968" y="131445"/>
                      <a:pt x="120015" y="130493"/>
                    </a:cubicBezTo>
                    <a:close/>
                    <a:moveTo>
                      <a:pt x="94298" y="60008"/>
                    </a:moveTo>
                    <a:lnTo>
                      <a:pt x="34290" y="60008"/>
                    </a:lnTo>
                    <a:lnTo>
                      <a:pt x="34290" y="29528"/>
                    </a:lnTo>
                    <a:lnTo>
                      <a:pt x="94298" y="29528"/>
                    </a:lnTo>
                    <a:cubicBezTo>
                      <a:pt x="113348" y="29528"/>
                      <a:pt x="117157" y="38100"/>
                      <a:pt x="117157" y="44768"/>
                    </a:cubicBezTo>
                    <a:cubicBezTo>
                      <a:pt x="117157" y="51435"/>
                      <a:pt x="113348" y="60008"/>
                      <a:pt x="94298" y="60008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7BF23BE7-2467-5192-374A-251DFA04E4FC}"/>
                  </a:ext>
                </a:extLst>
              </p:cNvPr>
              <p:cNvSpPr/>
              <p:nvPr/>
            </p:nvSpPr>
            <p:spPr>
              <a:xfrm>
                <a:off x="5629275" y="3299460"/>
                <a:ext cx="148590" cy="132397"/>
              </a:xfrm>
              <a:custGeom>
                <a:avLst/>
                <a:gdLst>
                  <a:gd name="connsiteX0" fmla="*/ 148590 w 148590"/>
                  <a:gd name="connsiteY0" fmla="*/ 4762 h 132397"/>
                  <a:gd name="connsiteX1" fmla="*/ 148590 w 148590"/>
                  <a:gd name="connsiteY1" fmla="*/ 27623 h 132397"/>
                  <a:gd name="connsiteX2" fmla="*/ 146685 w 148590"/>
                  <a:gd name="connsiteY2" fmla="*/ 29528 h 132397"/>
                  <a:gd name="connsiteX3" fmla="*/ 34290 w 148590"/>
                  <a:gd name="connsiteY3" fmla="*/ 29528 h 132397"/>
                  <a:gd name="connsiteX4" fmla="*/ 42863 w 148590"/>
                  <a:gd name="connsiteY4" fmla="*/ 38100 h 132397"/>
                  <a:gd name="connsiteX5" fmla="*/ 110490 w 148590"/>
                  <a:gd name="connsiteY5" fmla="*/ 43815 h 132397"/>
                  <a:gd name="connsiteX6" fmla="*/ 110490 w 148590"/>
                  <a:gd name="connsiteY6" fmla="*/ 89535 h 132397"/>
                  <a:gd name="connsiteX7" fmla="*/ 45720 w 148590"/>
                  <a:gd name="connsiteY7" fmla="*/ 95250 h 132397"/>
                  <a:gd name="connsiteX8" fmla="*/ 34290 w 148590"/>
                  <a:gd name="connsiteY8" fmla="*/ 103823 h 132397"/>
                  <a:gd name="connsiteX9" fmla="*/ 34290 w 148590"/>
                  <a:gd name="connsiteY9" fmla="*/ 127635 h 132397"/>
                  <a:gd name="connsiteX10" fmla="*/ 29528 w 148590"/>
                  <a:gd name="connsiteY10" fmla="*/ 132398 h 132397"/>
                  <a:gd name="connsiteX11" fmla="*/ 4763 w 148590"/>
                  <a:gd name="connsiteY11" fmla="*/ 132398 h 132397"/>
                  <a:gd name="connsiteX12" fmla="*/ 0 w 148590"/>
                  <a:gd name="connsiteY12" fmla="*/ 127635 h 132397"/>
                  <a:gd name="connsiteX13" fmla="*/ 0 w 148590"/>
                  <a:gd name="connsiteY13" fmla="*/ 95250 h 132397"/>
                  <a:gd name="connsiteX14" fmla="*/ 13335 w 148590"/>
                  <a:gd name="connsiteY14" fmla="*/ 75248 h 132397"/>
                  <a:gd name="connsiteX15" fmla="*/ 93345 w 148590"/>
                  <a:gd name="connsiteY15" fmla="*/ 70485 h 132397"/>
                  <a:gd name="connsiteX16" fmla="*/ 93345 w 148590"/>
                  <a:gd name="connsiteY16" fmla="*/ 65723 h 132397"/>
                  <a:gd name="connsiteX17" fmla="*/ 14288 w 148590"/>
                  <a:gd name="connsiteY17" fmla="*/ 60960 h 132397"/>
                  <a:gd name="connsiteX18" fmla="*/ 0 w 148590"/>
                  <a:gd name="connsiteY18" fmla="*/ 40005 h 132397"/>
                  <a:gd name="connsiteX19" fmla="*/ 0 w 148590"/>
                  <a:gd name="connsiteY19" fmla="*/ 10478 h 132397"/>
                  <a:gd name="connsiteX20" fmla="*/ 10478 w 148590"/>
                  <a:gd name="connsiteY20" fmla="*/ 0 h 132397"/>
                  <a:gd name="connsiteX21" fmla="*/ 143828 w 148590"/>
                  <a:gd name="connsiteY21" fmla="*/ 0 h 132397"/>
                  <a:gd name="connsiteX22" fmla="*/ 148590 w 148590"/>
                  <a:gd name="connsiteY22" fmla="*/ 4762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590" h="132397">
                    <a:moveTo>
                      <a:pt x="148590" y="4762"/>
                    </a:moveTo>
                    <a:lnTo>
                      <a:pt x="148590" y="27623"/>
                    </a:lnTo>
                    <a:cubicBezTo>
                      <a:pt x="148590" y="28575"/>
                      <a:pt x="147638" y="29528"/>
                      <a:pt x="146685" y="29528"/>
                    </a:cubicBezTo>
                    <a:lnTo>
                      <a:pt x="34290" y="29528"/>
                    </a:lnTo>
                    <a:cubicBezTo>
                      <a:pt x="34290" y="35243"/>
                      <a:pt x="34290" y="37148"/>
                      <a:pt x="42863" y="38100"/>
                    </a:cubicBezTo>
                    <a:lnTo>
                      <a:pt x="110490" y="43815"/>
                    </a:lnTo>
                    <a:cubicBezTo>
                      <a:pt x="136208" y="45720"/>
                      <a:pt x="136208" y="86678"/>
                      <a:pt x="110490" y="89535"/>
                    </a:cubicBezTo>
                    <a:cubicBezTo>
                      <a:pt x="89535" y="91440"/>
                      <a:pt x="57150" y="94298"/>
                      <a:pt x="45720" y="95250"/>
                    </a:cubicBezTo>
                    <a:cubicBezTo>
                      <a:pt x="38100" y="96203"/>
                      <a:pt x="34290" y="98108"/>
                      <a:pt x="34290" y="103823"/>
                    </a:cubicBezTo>
                    <a:lnTo>
                      <a:pt x="34290" y="127635"/>
                    </a:lnTo>
                    <a:cubicBezTo>
                      <a:pt x="34290" y="130493"/>
                      <a:pt x="32385" y="132398"/>
                      <a:pt x="29528" y="132398"/>
                    </a:cubicBezTo>
                    <a:lnTo>
                      <a:pt x="4763" y="132398"/>
                    </a:lnTo>
                    <a:cubicBezTo>
                      <a:pt x="1905" y="132398"/>
                      <a:pt x="0" y="130493"/>
                      <a:pt x="0" y="127635"/>
                    </a:cubicBezTo>
                    <a:lnTo>
                      <a:pt x="0" y="95250"/>
                    </a:lnTo>
                    <a:cubicBezTo>
                      <a:pt x="0" y="83820"/>
                      <a:pt x="3810" y="76200"/>
                      <a:pt x="13335" y="75248"/>
                    </a:cubicBezTo>
                    <a:cubicBezTo>
                      <a:pt x="24765" y="74295"/>
                      <a:pt x="93345" y="70485"/>
                      <a:pt x="93345" y="70485"/>
                    </a:cubicBezTo>
                    <a:cubicBezTo>
                      <a:pt x="95250" y="69533"/>
                      <a:pt x="95250" y="66675"/>
                      <a:pt x="93345" y="65723"/>
                    </a:cubicBezTo>
                    <a:cubicBezTo>
                      <a:pt x="93345" y="65723"/>
                      <a:pt x="26670" y="62865"/>
                      <a:pt x="14288" y="60960"/>
                    </a:cubicBezTo>
                    <a:cubicBezTo>
                      <a:pt x="2858" y="59055"/>
                      <a:pt x="0" y="51435"/>
                      <a:pt x="0" y="40005"/>
                    </a:cubicBezTo>
                    <a:lnTo>
                      <a:pt x="0" y="10478"/>
                    </a:lnTo>
                    <a:cubicBezTo>
                      <a:pt x="0" y="4762"/>
                      <a:pt x="4763" y="0"/>
                      <a:pt x="10478" y="0"/>
                    </a:cubicBezTo>
                    <a:lnTo>
                      <a:pt x="143828" y="0"/>
                    </a:lnTo>
                    <a:cubicBezTo>
                      <a:pt x="146685" y="0"/>
                      <a:pt x="148590" y="1905"/>
                      <a:pt x="148590" y="4762"/>
                    </a:cubicBez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B9533F02-84B8-AAE4-2E38-F543C25C7B73}"/>
                  </a:ext>
                </a:extLst>
              </p:cNvPr>
              <p:cNvSpPr/>
              <p:nvPr/>
            </p:nvSpPr>
            <p:spPr>
              <a:xfrm>
                <a:off x="6333172" y="3299460"/>
                <a:ext cx="34289" cy="132397"/>
              </a:xfrm>
              <a:custGeom>
                <a:avLst/>
                <a:gdLst>
                  <a:gd name="connsiteX0" fmla="*/ 10477 w 34289"/>
                  <a:gd name="connsiteY0" fmla="*/ 0 h 132397"/>
                  <a:gd name="connsiteX1" fmla="*/ 0 w 34289"/>
                  <a:gd name="connsiteY1" fmla="*/ 10478 h 132397"/>
                  <a:gd name="connsiteX2" fmla="*/ 0 w 34289"/>
                  <a:gd name="connsiteY2" fmla="*/ 127635 h 132397"/>
                  <a:gd name="connsiteX3" fmla="*/ 4763 w 34289"/>
                  <a:gd name="connsiteY3" fmla="*/ 132398 h 132397"/>
                  <a:gd name="connsiteX4" fmla="*/ 29527 w 34289"/>
                  <a:gd name="connsiteY4" fmla="*/ 132398 h 132397"/>
                  <a:gd name="connsiteX5" fmla="*/ 34290 w 34289"/>
                  <a:gd name="connsiteY5" fmla="*/ 127635 h 132397"/>
                  <a:gd name="connsiteX6" fmla="*/ 34290 w 34289"/>
                  <a:gd name="connsiteY6" fmla="*/ 4762 h 132397"/>
                  <a:gd name="connsiteX7" fmla="*/ 29527 w 34289"/>
                  <a:gd name="connsiteY7" fmla="*/ 0 h 132397"/>
                  <a:gd name="connsiteX8" fmla="*/ 10477 w 34289"/>
                  <a:gd name="connsiteY8" fmla="*/ 0 h 13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89" h="132397">
                    <a:moveTo>
                      <a:pt x="10477" y="0"/>
                    </a:moveTo>
                    <a:cubicBezTo>
                      <a:pt x="4763" y="0"/>
                      <a:pt x="0" y="4762"/>
                      <a:pt x="0" y="10478"/>
                    </a:cubicBezTo>
                    <a:lnTo>
                      <a:pt x="0" y="127635"/>
                    </a:lnTo>
                    <a:cubicBezTo>
                      <a:pt x="0" y="130493"/>
                      <a:pt x="1905" y="132398"/>
                      <a:pt x="4763" y="132398"/>
                    </a:cubicBezTo>
                    <a:lnTo>
                      <a:pt x="29527" y="132398"/>
                    </a:lnTo>
                    <a:cubicBezTo>
                      <a:pt x="32385" y="132398"/>
                      <a:pt x="34290" y="130493"/>
                      <a:pt x="34290" y="127635"/>
                    </a:cubicBezTo>
                    <a:lnTo>
                      <a:pt x="34290" y="4762"/>
                    </a:lnTo>
                    <a:cubicBezTo>
                      <a:pt x="34290" y="1905"/>
                      <a:pt x="32385" y="0"/>
                      <a:pt x="29527" y="0"/>
                    </a:cubicBezTo>
                    <a:lnTo>
                      <a:pt x="10477" y="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F15ED9A8-45A8-EAE7-E874-F11E3D88A43B}"/>
                  </a:ext>
                </a:extLst>
              </p:cNvPr>
              <p:cNvSpPr/>
              <p:nvPr/>
            </p:nvSpPr>
            <p:spPr>
              <a:xfrm>
                <a:off x="6381750" y="3297555"/>
                <a:ext cx="176212" cy="134302"/>
              </a:xfrm>
              <a:custGeom>
                <a:avLst/>
                <a:gdLst>
                  <a:gd name="connsiteX0" fmla="*/ 39052 w 176212"/>
                  <a:gd name="connsiteY0" fmla="*/ 131445 h 134302"/>
                  <a:gd name="connsiteX1" fmla="*/ 50483 w 176212"/>
                  <a:gd name="connsiteY1" fmla="*/ 108585 h 134302"/>
                  <a:gd name="connsiteX2" fmla="*/ 126683 w 176212"/>
                  <a:gd name="connsiteY2" fmla="*/ 108585 h 134302"/>
                  <a:gd name="connsiteX3" fmla="*/ 131445 w 176212"/>
                  <a:gd name="connsiteY3" fmla="*/ 118110 h 134302"/>
                  <a:gd name="connsiteX4" fmla="*/ 156210 w 176212"/>
                  <a:gd name="connsiteY4" fmla="*/ 133350 h 134302"/>
                  <a:gd name="connsiteX5" fmla="*/ 175260 w 176212"/>
                  <a:gd name="connsiteY5" fmla="*/ 133350 h 134302"/>
                  <a:gd name="connsiteX6" fmla="*/ 176213 w 176212"/>
                  <a:gd name="connsiteY6" fmla="*/ 131445 h 134302"/>
                  <a:gd name="connsiteX7" fmla="*/ 109538 w 176212"/>
                  <a:gd name="connsiteY7" fmla="*/ 2858 h 134302"/>
                  <a:gd name="connsiteX8" fmla="*/ 105727 w 176212"/>
                  <a:gd name="connsiteY8" fmla="*/ 0 h 134302"/>
                  <a:gd name="connsiteX9" fmla="*/ 75248 w 176212"/>
                  <a:gd name="connsiteY9" fmla="*/ 0 h 134302"/>
                  <a:gd name="connsiteX10" fmla="*/ 65723 w 176212"/>
                  <a:gd name="connsiteY10" fmla="*/ 5715 h 134302"/>
                  <a:gd name="connsiteX11" fmla="*/ 0 w 176212"/>
                  <a:gd name="connsiteY11" fmla="*/ 132398 h 134302"/>
                  <a:gd name="connsiteX12" fmla="*/ 952 w 176212"/>
                  <a:gd name="connsiteY12" fmla="*/ 134303 h 134302"/>
                  <a:gd name="connsiteX13" fmla="*/ 34290 w 176212"/>
                  <a:gd name="connsiteY13" fmla="*/ 134303 h 134302"/>
                  <a:gd name="connsiteX14" fmla="*/ 39052 w 176212"/>
                  <a:gd name="connsiteY14" fmla="*/ 131445 h 134302"/>
                  <a:gd name="connsiteX15" fmla="*/ 61913 w 176212"/>
                  <a:gd name="connsiteY15" fmla="*/ 84773 h 134302"/>
                  <a:gd name="connsiteX16" fmla="*/ 87630 w 176212"/>
                  <a:gd name="connsiteY16" fmla="*/ 32385 h 134302"/>
                  <a:gd name="connsiteX17" fmla="*/ 114300 w 176212"/>
                  <a:gd name="connsiteY17" fmla="*/ 84773 h 134302"/>
                  <a:gd name="connsiteX18" fmla="*/ 61913 w 176212"/>
                  <a:gd name="connsiteY18" fmla="*/ 84773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6212" h="134302">
                    <a:moveTo>
                      <a:pt x="39052" y="131445"/>
                    </a:moveTo>
                    <a:lnTo>
                      <a:pt x="50483" y="108585"/>
                    </a:lnTo>
                    <a:lnTo>
                      <a:pt x="126683" y="108585"/>
                    </a:lnTo>
                    <a:lnTo>
                      <a:pt x="131445" y="118110"/>
                    </a:lnTo>
                    <a:cubicBezTo>
                      <a:pt x="136208" y="127635"/>
                      <a:pt x="145733" y="133350"/>
                      <a:pt x="156210" y="133350"/>
                    </a:cubicBezTo>
                    <a:lnTo>
                      <a:pt x="175260" y="133350"/>
                    </a:lnTo>
                    <a:cubicBezTo>
                      <a:pt x="176213" y="133350"/>
                      <a:pt x="176213" y="132398"/>
                      <a:pt x="176213" y="131445"/>
                    </a:cubicBezTo>
                    <a:lnTo>
                      <a:pt x="109538" y="2858"/>
                    </a:lnTo>
                    <a:cubicBezTo>
                      <a:pt x="108585" y="953"/>
                      <a:pt x="106680" y="0"/>
                      <a:pt x="105727" y="0"/>
                    </a:cubicBezTo>
                    <a:lnTo>
                      <a:pt x="75248" y="0"/>
                    </a:lnTo>
                    <a:cubicBezTo>
                      <a:pt x="71438" y="0"/>
                      <a:pt x="67627" y="1905"/>
                      <a:pt x="65723" y="5715"/>
                    </a:cubicBezTo>
                    <a:lnTo>
                      <a:pt x="0" y="132398"/>
                    </a:lnTo>
                    <a:cubicBezTo>
                      <a:pt x="0" y="133350"/>
                      <a:pt x="0" y="134303"/>
                      <a:pt x="952" y="134303"/>
                    </a:cubicBezTo>
                    <a:lnTo>
                      <a:pt x="34290" y="134303"/>
                    </a:lnTo>
                    <a:cubicBezTo>
                      <a:pt x="36195" y="134303"/>
                      <a:pt x="38100" y="133350"/>
                      <a:pt x="39052" y="131445"/>
                    </a:cubicBezTo>
                    <a:close/>
                    <a:moveTo>
                      <a:pt x="61913" y="84773"/>
                    </a:moveTo>
                    <a:lnTo>
                      <a:pt x="87630" y="32385"/>
                    </a:lnTo>
                    <a:lnTo>
                      <a:pt x="114300" y="84773"/>
                    </a:lnTo>
                    <a:lnTo>
                      <a:pt x="61913" y="84773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1D243AC0-66EB-28E4-9991-0D264CDC55F7}"/>
                  </a:ext>
                </a:extLst>
              </p:cNvPr>
              <p:cNvSpPr/>
              <p:nvPr/>
            </p:nvSpPr>
            <p:spPr>
              <a:xfrm>
                <a:off x="6143625" y="3298507"/>
                <a:ext cx="176212" cy="134302"/>
              </a:xfrm>
              <a:custGeom>
                <a:avLst/>
                <a:gdLst>
                  <a:gd name="connsiteX0" fmla="*/ 137160 w 176212"/>
                  <a:gd name="connsiteY0" fmla="*/ 3810 h 134302"/>
                  <a:gd name="connsiteX1" fmla="*/ 141923 w 176212"/>
                  <a:gd name="connsiteY1" fmla="*/ 952 h 134302"/>
                  <a:gd name="connsiteX2" fmla="*/ 175260 w 176212"/>
                  <a:gd name="connsiteY2" fmla="*/ 952 h 134302"/>
                  <a:gd name="connsiteX3" fmla="*/ 176213 w 176212"/>
                  <a:gd name="connsiteY3" fmla="*/ 2858 h 134302"/>
                  <a:gd name="connsiteX4" fmla="*/ 109538 w 176212"/>
                  <a:gd name="connsiteY4" fmla="*/ 131445 h 134302"/>
                  <a:gd name="connsiteX5" fmla="*/ 105727 w 176212"/>
                  <a:gd name="connsiteY5" fmla="*/ 134303 h 134302"/>
                  <a:gd name="connsiteX6" fmla="*/ 75248 w 176212"/>
                  <a:gd name="connsiteY6" fmla="*/ 134303 h 134302"/>
                  <a:gd name="connsiteX7" fmla="*/ 65723 w 176212"/>
                  <a:gd name="connsiteY7" fmla="*/ 128588 h 134302"/>
                  <a:gd name="connsiteX8" fmla="*/ 0 w 176212"/>
                  <a:gd name="connsiteY8" fmla="*/ 1905 h 134302"/>
                  <a:gd name="connsiteX9" fmla="*/ 952 w 176212"/>
                  <a:gd name="connsiteY9" fmla="*/ 0 h 134302"/>
                  <a:gd name="connsiteX10" fmla="*/ 34290 w 176212"/>
                  <a:gd name="connsiteY10" fmla="*/ 0 h 134302"/>
                  <a:gd name="connsiteX11" fmla="*/ 39052 w 176212"/>
                  <a:gd name="connsiteY11" fmla="*/ 2858 h 134302"/>
                  <a:gd name="connsiteX12" fmla="*/ 88582 w 176212"/>
                  <a:gd name="connsiteY12" fmla="*/ 101918 h 134302"/>
                  <a:gd name="connsiteX13" fmla="*/ 137160 w 176212"/>
                  <a:gd name="connsiteY13" fmla="*/ 381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6212" h="134302">
                    <a:moveTo>
                      <a:pt x="137160" y="3810"/>
                    </a:moveTo>
                    <a:cubicBezTo>
                      <a:pt x="138113" y="1905"/>
                      <a:pt x="140017" y="952"/>
                      <a:pt x="141923" y="952"/>
                    </a:cubicBezTo>
                    <a:lnTo>
                      <a:pt x="175260" y="952"/>
                    </a:lnTo>
                    <a:cubicBezTo>
                      <a:pt x="176213" y="952"/>
                      <a:pt x="176213" y="1905"/>
                      <a:pt x="176213" y="2858"/>
                    </a:cubicBezTo>
                    <a:lnTo>
                      <a:pt x="109538" y="131445"/>
                    </a:lnTo>
                    <a:cubicBezTo>
                      <a:pt x="108585" y="133350"/>
                      <a:pt x="106680" y="134303"/>
                      <a:pt x="105727" y="134303"/>
                    </a:cubicBezTo>
                    <a:lnTo>
                      <a:pt x="75248" y="134303"/>
                    </a:lnTo>
                    <a:cubicBezTo>
                      <a:pt x="71438" y="134303"/>
                      <a:pt x="67627" y="132398"/>
                      <a:pt x="65723" y="128588"/>
                    </a:cubicBezTo>
                    <a:lnTo>
                      <a:pt x="0" y="1905"/>
                    </a:lnTo>
                    <a:cubicBezTo>
                      <a:pt x="0" y="952"/>
                      <a:pt x="0" y="0"/>
                      <a:pt x="952" y="0"/>
                    </a:cubicBezTo>
                    <a:lnTo>
                      <a:pt x="34290" y="0"/>
                    </a:lnTo>
                    <a:cubicBezTo>
                      <a:pt x="36195" y="0"/>
                      <a:pt x="38100" y="952"/>
                      <a:pt x="39052" y="2858"/>
                    </a:cubicBezTo>
                    <a:lnTo>
                      <a:pt x="88582" y="101918"/>
                    </a:lnTo>
                    <a:lnTo>
                      <a:pt x="137160" y="3810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25" name="Graphique 7">
              <a:extLst>
                <a:ext uri="{FF2B5EF4-FFF2-40B4-BE49-F238E27FC236}">
                  <a16:creationId xmlns:a16="http://schemas.microsoft.com/office/drawing/2014/main" id="{EAB55BB6-86AA-356F-FC2B-E37B2995D347}"/>
                </a:ext>
              </a:extLst>
            </p:cNvPr>
            <p:cNvGrpSpPr/>
            <p:nvPr/>
          </p:nvGrpSpPr>
          <p:grpSpPr>
            <a:xfrm>
              <a:off x="6054090" y="3473946"/>
              <a:ext cx="501967" cy="91261"/>
              <a:chOff x="6054090" y="3473946"/>
              <a:chExt cx="501967" cy="91261"/>
            </a:xfrm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4167A679-7066-233A-AFBF-B4D44218343D}"/>
                  </a:ext>
                </a:extLst>
              </p:cNvPr>
              <p:cNvSpPr/>
              <p:nvPr/>
            </p:nvSpPr>
            <p:spPr>
              <a:xfrm>
                <a:off x="6079807" y="3473946"/>
                <a:ext cx="476250" cy="91261"/>
              </a:xfrm>
              <a:custGeom>
                <a:avLst/>
                <a:gdLst>
                  <a:gd name="connsiteX0" fmla="*/ 65723 w 476250"/>
                  <a:gd name="connsiteY0" fmla="*/ 60781 h 91261"/>
                  <a:gd name="connsiteX1" fmla="*/ 80963 w 476250"/>
                  <a:gd name="connsiteY1" fmla="*/ 44589 h 91261"/>
                  <a:gd name="connsiteX2" fmla="*/ 97155 w 476250"/>
                  <a:gd name="connsiteY2" fmla="*/ 60781 h 91261"/>
                  <a:gd name="connsiteX3" fmla="*/ 80963 w 476250"/>
                  <a:gd name="connsiteY3" fmla="*/ 77926 h 91261"/>
                  <a:gd name="connsiteX4" fmla="*/ 65723 w 476250"/>
                  <a:gd name="connsiteY4" fmla="*/ 60781 h 91261"/>
                  <a:gd name="connsiteX5" fmla="*/ 429578 w 476250"/>
                  <a:gd name="connsiteY5" fmla="*/ 60781 h 91261"/>
                  <a:gd name="connsiteX6" fmla="*/ 444818 w 476250"/>
                  <a:gd name="connsiteY6" fmla="*/ 44589 h 91261"/>
                  <a:gd name="connsiteX7" fmla="*/ 461010 w 476250"/>
                  <a:gd name="connsiteY7" fmla="*/ 60781 h 91261"/>
                  <a:gd name="connsiteX8" fmla="*/ 444818 w 476250"/>
                  <a:gd name="connsiteY8" fmla="*/ 77926 h 91261"/>
                  <a:gd name="connsiteX9" fmla="*/ 429578 w 476250"/>
                  <a:gd name="connsiteY9" fmla="*/ 60781 h 91261"/>
                  <a:gd name="connsiteX10" fmla="*/ 278130 w 476250"/>
                  <a:gd name="connsiteY10" fmla="*/ 43636 h 91261"/>
                  <a:gd name="connsiteX11" fmla="*/ 288608 w 476250"/>
                  <a:gd name="connsiteY11" fmla="*/ 49351 h 91261"/>
                  <a:gd name="connsiteX12" fmla="*/ 263843 w 476250"/>
                  <a:gd name="connsiteY12" fmla="*/ 57924 h 91261"/>
                  <a:gd name="connsiteX13" fmla="*/ 278130 w 476250"/>
                  <a:gd name="connsiteY13" fmla="*/ 43636 h 91261"/>
                  <a:gd name="connsiteX14" fmla="*/ 186690 w 476250"/>
                  <a:gd name="connsiteY14" fmla="*/ 62686 h 91261"/>
                  <a:gd name="connsiteX15" fmla="*/ 186690 w 476250"/>
                  <a:gd name="connsiteY15" fmla="*/ 31254 h 91261"/>
                  <a:gd name="connsiteX16" fmla="*/ 170497 w 476250"/>
                  <a:gd name="connsiteY16" fmla="*/ 31254 h 91261"/>
                  <a:gd name="connsiteX17" fmla="*/ 170497 w 476250"/>
                  <a:gd name="connsiteY17" fmla="*/ 60781 h 91261"/>
                  <a:gd name="connsiteX18" fmla="*/ 158115 w 476250"/>
                  <a:gd name="connsiteY18" fmla="*/ 76021 h 91261"/>
                  <a:gd name="connsiteX19" fmla="*/ 145733 w 476250"/>
                  <a:gd name="connsiteY19" fmla="*/ 60781 h 91261"/>
                  <a:gd name="connsiteX20" fmla="*/ 145733 w 476250"/>
                  <a:gd name="connsiteY20" fmla="*/ 31254 h 91261"/>
                  <a:gd name="connsiteX21" fmla="*/ 129540 w 476250"/>
                  <a:gd name="connsiteY21" fmla="*/ 31254 h 91261"/>
                  <a:gd name="connsiteX22" fmla="*/ 129540 w 476250"/>
                  <a:gd name="connsiteY22" fmla="*/ 62686 h 91261"/>
                  <a:gd name="connsiteX23" fmla="*/ 158115 w 476250"/>
                  <a:gd name="connsiteY23" fmla="*/ 91261 h 91261"/>
                  <a:gd name="connsiteX24" fmla="*/ 186690 w 476250"/>
                  <a:gd name="connsiteY24" fmla="*/ 62686 h 91261"/>
                  <a:gd name="connsiteX25" fmla="*/ 383858 w 476250"/>
                  <a:gd name="connsiteY25" fmla="*/ 89356 h 91261"/>
                  <a:gd name="connsiteX26" fmla="*/ 400050 w 476250"/>
                  <a:gd name="connsiteY26" fmla="*/ 89356 h 91261"/>
                  <a:gd name="connsiteX27" fmla="*/ 400050 w 476250"/>
                  <a:gd name="connsiteY27" fmla="*/ 31254 h 91261"/>
                  <a:gd name="connsiteX28" fmla="*/ 383858 w 476250"/>
                  <a:gd name="connsiteY28" fmla="*/ 31254 h 91261"/>
                  <a:gd name="connsiteX29" fmla="*/ 383858 w 476250"/>
                  <a:gd name="connsiteY29" fmla="*/ 89356 h 91261"/>
                  <a:gd name="connsiteX30" fmla="*/ 201930 w 476250"/>
                  <a:gd name="connsiteY30" fmla="*/ 56019 h 91261"/>
                  <a:gd name="connsiteX31" fmla="*/ 201930 w 476250"/>
                  <a:gd name="connsiteY31" fmla="*/ 88404 h 91261"/>
                  <a:gd name="connsiteX32" fmla="*/ 218122 w 476250"/>
                  <a:gd name="connsiteY32" fmla="*/ 88404 h 91261"/>
                  <a:gd name="connsiteX33" fmla="*/ 218122 w 476250"/>
                  <a:gd name="connsiteY33" fmla="*/ 56971 h 91261"/>
                  <a:gd name="connsiteX34" fmla="*/ 238125 w 476250"/>
                  <a:gd name="connsiteY34" fmla="*/ 44589 h 91261"/>
                  <a:gd name="connsiteX35" fmla="*/ 238125 w 476250"/>
                  <a:gd name="connsiteY35" fmla="*/ 29349 h 91261"/>
                  <a:gd name="connsiteX36" fmla="*/ 201930 w 476250"/>
                  <a:gd name="connsiteY36" fmla="*/ 56019 h 91261"/>
                  <a:gd name="connsiteX37" fmla="*/ 304800 w 476250"/>
                  <a:gd name="connsiteY37" fmla="*/ 83641 h 91261"/>
                  <a:gd name="connsiteX38" fmla="*/ 298133 w 476250"/>
                  <a:gd name="connsiteY38" fmla="*/ 72211 h 91261"/>
                  <a:gd name="connsiteX39" fmla="*/ 281940 w 476250"/>
                  <a:gd name="connsiteY39" fmla="*/ 76974 h 91261"/>
                  <a:gd name="connsiteX40" fmla="*/ 266700 w 476250"/>
                  <a:gd name="connsiteY40" fmla="*/ 70306 h 91261"/>
                  <a:gd name="connsiteX41" fmla="*/ 306705 w 476250"/>
                  <a:gd name="connsiteY41" fmla="*/ 57924 h 91261"/>
                  <a:gd name="connsiteX42" fmla="*/ 279083 w 476250"/>
                  <a:gd name="connsiteY42" fmla="*/ 30301 h 91261"/>
                  <a:gd name="connsiteX43" fmla="*/ 249555 w 476250"/>
                  <a:gd name="connsiteY43" fmla="*/ 60781 h 91261"/>
                  <a:gd name="connsiteX44" fmla="*/ 282893 w 476250"/>
                  <a:gd name="connsiteY44" fmla="*/ 91261 h 91261"/>
                  <a:gd name="connsiteX45" fmla="*/ 304800 w 476250"/>
                  <a:gd name="connsiteY45" fmla="*/ 83641 h 91261"/>
                  <a:gd name="connsiteX46" fmla="*/ 350520 w 476250"/>
                  <a:gd name="connsiteY46" fmla="*/ 44589 h 91261"/>
                  <a:gd name="connsiteX47" fmla="*/ 362903 w 476250"/>
                  <a:gd name="connsiteY47" fmla="*/ 48399 h 91261"/>
                  <a:gd name="connsiteX48" fmla="*/ 369570 w 476250"/>
                  <a:gd name="connsiteY48" fmla="*/ 36016 h 91261"/>
                  <a:gd name="connsiteX49" fmla="*/ 348615 w 476250"/>
                  <a:gd name="connsiteY49" fmla="*/ 29349 h 91261"/>
                  <a:gd name="connsiteX50" fmla="*/ 317183 w 476250"/>
                  <a:gd name="connsiteY50" fmla="*/ 59829 h 91261"/>
                  <a:gd name="connsiteX51" fmla="*/ 348615 w 476250"/>
                  <a:gd name="connsiteY51" fmla="*/ 90309 h 91261"/>
                  <a:gd name="connsiteX52" fmla="*/ 369570 w 476250"/>
                  <a:gd name="connsiteY52" fmla="*/ 83641 h 91261"/>
                  <a:gd name="connsiteX53" fmla="*/ 361950 w 476250"/>
                  <a:gd name="connsiteY53" fmla="*/ 72211 h 91261"/>
                  <a:gd name="connsiteX54" fmla="*/ 349568 w 476250"/>
                  <a:gd name="connsiteY54" fmla="*/ 76021 h 91261"/>
                  <a:gd name="connsiteX55" fmla="*/ 333375 w 476250"/>
                  <a:gd name="connsiteY55" fmla="*/ 60781 h 91261"/>
                  <a:gd name="connsiteX56" fmla="*/ 350520 w 476250"/>
                  <a:gd name="connsiteY56" fmla="*/ 44589 h 91261"/>
                  <a:gd name="connsiteX57" fmla="*/ 97155 w 476250"/>
                  <a:gd name="connsiteY57" fmla="*/ 89356 h 91261"/>
                  <a:gd name="connsiteX58" fmla="*/ 112395 w 476250"/>
                  <a:gd name="connsiteY58" fmla="*/ 89356 h 91261"/>
                  <a:gd name="connsiteX59" fmla="*/ 112395 w 476250"/>
                  <a:gd name="connsiteY59" fmla="*/ 31254 h 91261"/>
                  <a:gd name="connsiteX60" fmla="*/ 97155 w 476250"/>
                  <a:gd name="connsiteY60" fmla="*/ 31254 h 91261"/>
                  <a:gd name="connsiteX61" fmla="*/ 97155 w 476250"/>
                  <a:gd name="connsiteY61" fmla="*/ 36969 h 91261"/>
                  <a:gd name="connsiteX62" fmla="*/ 79057 w 476250"/>
                  <a:gd name="connsiteY62" fmla="*/ 30301 h 91261"/>
                  <a:gd name="connsiteX63" fmla="*/ 49530 w 476250"/>
                  <a:gd name="connsiteY63" fmla="*/ 60781 h 91261"/>
                  <a:gd name="connsiteX64" fmla="*/ 79057 w 476250"/>
                  <a:gd name="connsiteY64" fmla="*/ 91261 h 91261"/>
                  <a:gd name="connsiteX65" fmla="*/ 97155 w 476250"/>
                  <a:gd name="connsiteY65" fmla="*/ 84594 h 91261"/>
                  <a:gd name="connsiteX66" fmla="*/ 97155 w 476250"/>
                  <a:gd name="connsiteY66" fmla="*/ 89356 h 91261"/>
                  <a:gd name="connsiteX67" fmla="*/ 461010 w 476250"/>
                  <a:gd name="connsiteY67" fmla="*/ 89356 h 91261"/>
                  <a:gd name="connsiteX68" fmla="*/ 476250 w 476250"/>
                  <a:gd name="connsiteY68" fmla="*/ 89356 h 91261"/>
                  <a:gd name="connsiteX69" fmla="*/ 476250 w 476250"/>
                  <a:gd name="connsiteY69" fmla="*/ 31254 h 91261"/>
                  <a:gd name="connsiteX70" fmla="*/ 461010 w 476250"/>
                  <a:gd name="connsiteY70" fmla="*/ 31254 h 91261"/>
                  <a:gd name="connsiteX71" fmla="*/ 461010 w 476250"/>
                  <a:gd name="connsiteY71" fmla="*/ 36969 h 91261"/>
                  <a:gd name="connsiteX72" fmla="*/ 442913 w 476250"/>
                  <a:gd name="connsiteY72" fmla="*/ 29349 h 91261"/>
                  <a:gd name="connsiteX73" fmla="*/ 413385 w 476250"/>
                  <a:gd name="connsiteY73" fmla="*/ 59829 h 91261"/>
                  <a:gd name="connsiteX74" fmla="*/ 442913 w 476250"/>
                  <a:gd name="connsiteY74" fmla="*/ 90309 h 91261"/>
                  <a:gd name="connsiteX75" fmla="*/ 461010 w 476250"/>
                  <a:gd name="connsiteY75" fmla="*/ 82689 h 91261"/>
                  <a:gd name="connsiteX76" fmla="*/ 461010 w 476250"/>
                  <a:gd name="connsiteY76" fmla="*/ 89356 h 91261"/>
                  <a:gd name="connsiteX77" fmla="*/ 383858 w 476250"/>
                  <a:gd name="connsiteY77" fmla="*/ 20776 h 91261"/>
                  <a:gd name="connsiteX78" fmla="*/ 400050 w 476250"/>
                  <a:gd name="connsiteY78" fmla="*/ 20776 h 91261"/>
                  <a:gd name="connsiteX79" fmla="*/ 400050 w 476250"/>
                  <a:gd name="connsiteY79" fmla="*/ 4584 h 91261"/>
                  <a:gd name="connsiteX80" fmla="*/ 383858 w 476250"/>
                  <a:gd name="connsiteY80" fmla="*/ 4584 h 91261"/>
                  <a:gd name="connsiteX81" fmla="*/ 383858 w 476250"/>
                  <a:gd name="connsiteY81" fmla="*/ 20776 h 91261"/>
                  <a:gd name="connsiteX82" fmla="*/ 41910 w 476250"/>
                  <a:gd name="connsiteY82" fmla="*/ 46494 h 91261"/>
                  <a:gd name="connsiteX83" fmla="*/ 41910 w 476250"/>
                  <a:gd name="connsiteY83" fmla="*/ 31254 h 91261"/>
                  <a:gd name="connsiteX84" fmla="*/ 16193 w 476250"/>
                  <a:gd name="connsiteY84" fmla="*/ 31254 h 91261"/>
                  <a:gd name="connsiteX85" fmla="*/ 16193 w 476250"/>
                  <a:gd name="connsiteY85" fmla="*/ 28396 h 91261"/>
                  <a:gd name="connsiteX86" fmla="*/ 42863 w 476250"/>
                  <a:gd name="connsiteY86" fmla="*/ 16014 h 91261"/>
                  <a:gd name="connsiteX87" fmla="*/ 42863 w 476250"/>
                  <a:gd name="connsiteY87" fmla="*/ 774 h 91261"/>
                  <a:gd name="connsiteX88" fmla="*/ 0 w 476250"/>
                  <a:gd name="connsiteY88" fmla="*/ 27444 h 91261"/>
                  <a:gd name="connsiteX89" fmla="*/ 0 w 476250"/>
                  <a:gd name="connsiteY89" fmla="*/ 89356 h 91261"/>
                  <a:gd name="connsiteX90" fmla="*/ 16193 w 476250"/>
                  <a:gd name="connsiteY90" fmla="*/ 89356 h 91261"/>
                  <a:gd name="connsiteX91" fmla="*/ 16193 w 476250"/>
                  <a:gd name="connsiteY91" fmla="*/ 47446 h 91261"/>
                  <a:gd name="connsiteX92" fmla="*/ 41910 w 476250"/>
                  <a:gd name="connsiteY92" fmla="*/ 47446 h 91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6250" h="91261">
                    <a:moveTo>
                      <a:pt x="65723" y="60781"/>
                    </a:moveTo>
                    <a:cubicBezTo>
                      <a:pt x="65723" y="50304"/>
                      <a:pt x="72390" y="44589"/>
                      <a:pt x="80963" y="44589"/>
                    </a:cubicBezTo>
                    <a:cubicBezTo>
                      <a:pt x="89535" y="44589"/>
                      <a:pt x="97155" y="51256"/>
                      <a:pt x="97155" y="60781"/>
                    </a:cubicBezTo>
                    <a:cubicBezTo>
                      <a:pt x="97155" y="71259"/>
                      <a:pt x="89535" y="77926"/>
                      <a:pt x="80963" y="77926"/>
                    </a:cubicBezTo>
                    <a:cubicBezTo>
                      <a:pt x="71438" y="76974"/>
                      <a:pt x="65723" y="69354"/>
                      <a:pt x="65723" y="60781"/>
                    </a:cubicBezTo>
                    <a:moveTo>
                      <a:pt x="429578" y="60781"/>
                    </a:moveTo>
                    <a:cubicBezTo>
                      <a:pt x="429578" y="50304"/>
                      <a:pt x="436245" y="44589"/>
                      <a:pt x="444818" y="44589"/>
                    </a:cubicBezTo>
                    <a:cubicBezTo>
                      <a:pt x="453390" y="44589"/>
                      <a:pt x="461010" y="51256"/>
                      <a:pt x="461010" y="60781"/>
                    </a:cubicBezTo>
                    <a:cubicBezTo>
                      <a:pt x="461010" y="71259"/>
                      <a:pt x="453390" y="77926"/>
                      <a:pt x="444818" y="77926"/>
                    </a:cubicBezTo>
                    <a:cubicBezTo>
                      <a:pt x="436245" y="76974"/>
                      <a:pt x="429578" y="69354"/>
                      <a:pt x="429578" y="60781"/>
                    </a:cubicBezTo>
                    <a:moveTo>
                      <a:pt x="278130" y="43636"/>
                    </a:moveTo>
                    <a:cubicBezTo>
                      <a:pt x="283845" y="43636"/>
                      <a:pt x="287655" y="46494"/>
                      <a:pt x="288608" y="49351"/>
                    </a:cubicBezTo>
                    <a:lnTo>
                      <a:pt x="263843" y="57924"/>
                    </a:lnTo>
                    <a:cubicBezTo>
                      <a:pt x="263843" y="49351"/>
                      <a:pt x="269558" y="43636"/>
                      <a:pt x="278130" y="43636"/>
                    </a:cubicBezTo>
                    <a:moveTo>
                      <a:pt x="186690" y="62686"/>
                    </a:moveTo>
                    <a:lnTo>
                      <a:pt x="186690" y="31254"/>
                    </a:lnTo>
                    <a:lnTo>
                      <a:pt x="170497" y="31254"/>
                    </a:lnTo>
                    <a:lnTo>
                      <a:pt x="170497" y="60781"/>
                    </a:lnTo>
                    <a:cubicBezTo>
                      <a:pt x="170497" y="69354"/>
                      <a:pt x="167640" y="76021"/>
                      <a:pt x="158115" y="76021"/>
                    </a:cubicBezTo>
                    <a:cubicBezTo>
                      <a:pt x="148590" y="76021"/>
                      <a:pt x="145733" y="69354"/>
                      <a:pt x="145733" y="60781"/>
                    </a:cubicBezTo>
                    <a:lnTo>
                      <a:pt x="145733" y="31254"/>
                    </a:lnTo>
                    <a:lnTo>
                      <a:pt x="129540" y="31254"/>
                    </a:lnTo>
                    <a:lnTo>
                      <a:pt x="129540" y="62686"/>
                    </a:lnTo>
                    <a:cubicBezTo>
                      <a:pt x="129540" y="78879"/>
                      <a:pt x="139065" y="91261"/>
                      <a:pt x="158115" y="91261"/>
                    </a:cubicBezTo>
                    <a:cubicBezTo>
                      <a:pt x="177165" y="90309"/>
                      <a:pt x="186690" y="78879"/>
                      <a:pt x="186690" y="62686"/>
                    </a:cubicBezTo>
                    <a:moveTo>
                      <a:pt x="383858" y="89356"/>
                    </a:moveTo>
                    <a:lnTo>
                      <a:pt x="400050" y="89356"/>
                    </a:lnTo>
                    <a:lnTo>
                      <a:pt x="400050" y="31254"/>
                    </a:lnTo>
                    <a:lnTo>
                      <a:pt x="383858" y="31254"/>
                    </a:lnTo>
                    <a:lnTo>
                      <a:pt x="383858" y="89356"/>
                    </a:lnTo>
                    <a:close/>
                    <a:moveTo>
                      <a:pt x="201930" y="56019"/>
                    </a:moveTo>
                    <a:lnTo>
                      <a:pt x="201930" y="88404"/>
                    </a:lnTo>
                    <a:lnTo>
                      <a:pt x="218122" y="88404"/>
                    </a:lnTo>
                    <a:lnTo>
                      <a:pt x="218122" y="56971"/>
                    </a:lnTo>
                    <a:cubicBezTo>
                      <a:pt x="218122" y="47446"/>
                      <a:pt x="222885" y="44589"/>
                      <a:pt x="238125" y="44589"/>
                    </a:cubicBezTo>
                    <a:lnTo>
                      <a:pt x="238125" y="29349"/>
                    </a:lnTo>
                    <a:cubicBezTo>
                      <a:pt x="213360" y="28396"/>
                      <a:pt x="201930" y="37921"/>
                      <a:pt x="201930" y="56019"/>
                    </a:cubicBezTo>
                    <a:moveTo>
                      <a:pt x="304800" y="83641"/>
                    </a:moveTo>
                    <a:lnTo>
                      <a:pt x="298133" y="72211"/>
                    </a:lnTo>
                    <a:cubicBezTo>
                      <a:pt x="294322" y="75069"/>
                      <a:pt x="289560" y="76974"/>
                      <a:pt x="281940" y="76974"/>
                    </a:cubicBezTo>
                    <a:cubicBezTo>
                      <a:pt x="275272" y="76974"/>
                      <a:pt x="269558" y="75069"/>
                      <a:pt x="266700" y="70306"/>
                    </a:cubicBezTo>
                    <a:lnTo>
                      <a:pt x="306705" y="57924"/>
                    </a:lnTo>
                    <a:cubicBezTo>
                      <a:pt x="304800" y="39826"/>
                      <a:pt x="295275" y="30301"/>
                      <a:pt x="279083" y="30301"/>
                    </a:cubicBezTo>
                    <a:cubicBezTo>
                      <a:pt x="260985" y="30301"/>
                      <a:pt x="249555" y="42684"/>
                      <a:pt x="249555" y="60781"/>
                    </a:cubicBezTo>
                    <a:cubicBezTo>
                      <a:pt x="249555" y="79831"/>
                      <a:pt x="262890" y="91261"/>
                      <a:pt x="282893" y="91261"/>
                    </a:cubicBezTo>
                    <a:cubicBezTo>
                      <a:pt x="291465" y="90309"/>
                      <a:pt x="299085" y="88404"/>
                      <a:pt x="304800" y="83641"/>
                    </a:cubicBezTo>
                    <a:moveTo>
                      <a:pt x="350520" y="44589"/>
                    </a:moveTo>
                    <a:cubicBezTo>
                      <a:pt x="356235" y="44589"/>
                      <a:pt x="359093" y="46494"/>
                      <a:pt x="362903" y="48399"/>
                    </a:cubicBezTo>
                    <a:lnTo>
                      <a:pt x="369570" y="36016"/>
                    </a:lnTo>
                    <a:cubicBezTo>
                      <a:pt x="363855" y="32206"/>
                      <a:pt x="357188" y="29349"/>
                      <a:pt x="348615" y="29349"/>
                    </a:cubicBezTo>
                    <a:cubicBezTo>
                      <a:pt x="331470" y="29349"/>
                      <a:pt x="317183" y="40779"/>
                      <a:pt x="317183" y="59829"/>
                    </a:cubicBezTo>
                    <a:cubicBezTo>
                      <a:pt x="317183" y="78879"/>
                      <a:pt x="330518" y="90309"/>
                      <a:pt x="348615" y="90309"/>
                    </a:cubicBezTo>
                    <a:cubicBezTo>
                      <a:pt x="358140" y="90309"/>
                      <a:pt x="363855" y="88404"/>
                      <a:pt x="369570" y="83641"/>
                    </a:cubicBezTo>
                    <a:lnTo>
                      <a:pt x="361950" y="72211"/>
                    </a:lnTo>
                    <a:cubicBezTo>
                      <a:pt x="358140" y="75069"/>
                      <a:pt x="355283" y="76021"/>
                      <a:pt x="349568" y="76021"/>
                    </a:cubicBezTo>
                    <a:cubicBezTo>
                      <a:pt x="340043" y="76021"/>
                      <a:pt x="333375" y="70306"/>
                      <a:pt x="333375" y="60781"/>
                    </a:cubicBezTo>
                    <a:cubicBezTo>
                      <a:pt x="334328" y="50304"/>
                      <a:pt x="340995" y="44589"/>
                      <a:pt x="350520" y="44589"/>
                    </a:cubicBezTo>
                    <a:moveTo>
                      <a:pt x="97155" y="89356"/>
                    </a:moveTo>
                    <a:lnTo>
                      <a:pt x="112395" y="89356"/>
                    </a:lnTo>
                    <a:lnTo>
                      <a:pt x="112395" y="31254"/>
                    </a:lnTo>
                    <a:lnTo>
                      <a:pt x="97155" y="31254"/>
                    </a:lnTo>
                    <a:lnTo>
                      <a:pt x="97155" y="36969"/>
                    </a:lnTo>
                    <a:cubicBezTo>
                      <a:pt x="92393" y="32206"/>
                      <a:pt x="86678" y="30301"/>
                      <a:pt x="79057" y="30301"/>
                    </a:cubicBezTo>
                    <a:cubicBezTo>
                      <a:pt x="61913" y="30301"/>
                      <a:pt x="49530" y="42684"/>
                      <a:pt x="49530" y="60781"/>
                    </a:cubicBezTo>
                    <a:cubicBezTo>
                      <a:pt x="49530" y="78879"/>
                      <a:pt x="61913" y="91261"/>
                      <a:pt x="79057" y="91261"/>
                    </a:cubicBezTo>
                    <a:cubicBezTo>
                      <a:pt x="86678" y="91261"/>
                      <a:pt x="93345" y="89356"/>
                      <a:pt x="97155" y="84594"/>
                    </a:cubicBezTo>
                    <a:lnTo>
                      <a:pt x="97155" y="89356"/>
                    </a:lnTo>
                    <a:close/>
                    <a:moveTo>
                      <a:pt x="461010" y="89356"/>
                    </a:moveTo>
                    <a:lnTo>
                      <a:pt x="476250" y="89356"/>
                    </a:lnTo>
                    <a:lnTo>
                      <a:pt x="476250" y="31254"/>
                    </a:lnTo>
                    <a:lnTo>
                      <a:pt x="461010" y="31254"/>
                    </a:lnTo>
                    <a:lnTo>
                      <a:pt x="461010" y="36969"/>
                    </a:lnTo>
                    <a:cubicBezTo>
                      <a:pt x="456247" y="32206"/>
                      <a:pt x="449580" y="29349"/>
                      <a:pt x="442913" y="29349"/>
                    </a:cubicBezTo>
                    <a:cubicBezTo>
                      <a:pt x="425768" y="29349"/>
                      <a:pt x="413385" y="41731"/>
                      <a:pt x="413385" y="59829"/>
                    </a:cubicBezTo>
                    <a:cubicBezTo>
                      <a:pt x="413385" y="77926"/>
                      <a:pt x="425768" y="90309"/>
                      <a:pt x="442913" y="90309"/>
                    </a:cubicBezTo>
                    <a:cubicBezTo>
                      <a:pt x="450533" y="90309"/>
                      <a:pt x="456247" y="87451"/>
                      <a:pt x="461010" y="82689"/>
                    </a:cubicBezTo>
                    <a:lnTo>
                      <a:pt x="461010" y="89356"/>
                    </a:lnTo>
                    <a:close/>
                    <a:moveTo>
                      <a:pt x="383858" y="20776"/>
                    </a:moveTo>
                    <a:lnTo>
                      <a:pt x="400050" y="20776"/>
                    </a:lnTo>
                    <a:lnTo>
                      <a:pt x="400050" y="4584"/>
                    </a:lnTo>
                    <a:lnTo>
                      <a:pt x="383858" y="4584"/>
                    </a:lnTo>
                    <a:lnTo>
                      <a:pt x="383858" y="20776"/>
                    </a:lnTo>
                    <a:close/>
                    <a:moveTo>
                      <a:pt x="41910" y="46494"/>
                    </a:moveTo>
                    <a:lnTo>
                      <a:pt x="41910" y="31254"/>
                    </a:lnTo>
                    <a:lnTo>
                      <a:pt x="16193" y="31254"/>
                    </a:lnTo>
                    <a:lnTo>
                      <a:pt x="16193" y="28396"/>
                    </a:lnTo>
                    <a:cubicBezTo>
                      <a:pt x="16193" y="17919"/>
                      <a:pt x="22860" y="13156"/>
                      <a:pt x="42863" y="16014"/>
                    </a:cubicBezTo>
                    <a:lnTo>
                      <a:pt x="42863" y="774"/>
                    </a:lnTo>
                    <a:cubicBezTo>
                      <a:pt x="13335" y="-3036"/>
                      <a:pt x="0" y="7441"/>
                      <a:pt x="0" y="27444"/>
                    </a:cubicBezTo>
                    <a:lnTo>
                      <a:pt x="0" y="89356"/>
                    </a:lnTo>
                    <a:lnTo>
                      <a:pt x="16193" y="89356"/>
                    </a:lnTo>
                    <a:lnTo>
                      <a:pt x="16193" y="47446"/>
                    </a:lnTo>
                    <a:lnTo>
                      <a:pt x="41910" y="47446"/>
                    </a:lnTo>
                    <a:close/>
                  </a:path>
                </a:pathLst>
              </a:custGeom>
              <a:solidFill>
                <a:srgbClr val="0024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A54BFA60-BF1E-37D4-5B9F-40DD1EEC93B5}"/>
                  </a:ext>
                </a:extLst>
              </p:cNvPr>
              <p:cNvSpPr/>
              <p:nvPr/>
            </p:nvSpPr>
            <p:spPr>
              <a:xfrm>
                <a:off x="6054090" y="3505200"/>
                <a:ext cx="15240" cy="15240"/>
              </a:xfrm>
              <a:custGeom>
                <a:avLst/>
                <a:gdLst>
                  <a:gd name="connsiteX0" fmla="*/ 0 w 15240"/>
                  <a:gd name="connsiteY0" fmla="*/ 0 h 15240"/>
                  <a:gd name="connsiteX1" fmla="*/ 15240 w 15240"/>
                  <a:gd name="connsiteY1" fmla="*/ 0 h 15240"/>
                  <a:gd name="connsiteX2" fmla="*/ 15240 w 15240"/>
                  <a:gd name="connsiteY2" fmla="*/ 15240 h 15240"/>
                  <a:gd name="connsiteX3" fmla="*/ 0 w 15240"/>
                  <a:gd name="connsiteY3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" h="15240">
                    <a:moveTo>
                      <a:pt x="0" y="0"/>
                    </a:moveTo>
                    <a:lnTo>
                      <a:pt x="15240" y="0"/>
                    </a:lnTo>
                    <a:lnTo>
                      <a:pt x="15240" y="15240"/>
                    </a:lnTo>
                    <a:lnTo>
                      <a:pt x="0" y="15240"/>
                    </a:lnTo>
                    <a:close/>
                  </a:path>
                </a:pathLst>
              </a:custGeom>
              <a:solidFill>
                <a:srgbClr val="FA00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08" r:id="rId2"/>
    <p:sldLayoutId id="2147483845" r:id="rId3"/>
    <p:sldLayoutId id="2147483828" r:id="rId4"/>
    <p:sldLayoutId id="2147483830" r:id="rId5"/>
    <p:sldLayoutId id="2147483831" r:id="rId6"/>
    <p:sldLayoutId id="2147483799" r:id="rId7"/>
    <p:sldLayoutId id="2147483827" r:id="rId8"/>
    <p:sldLayoutId id="2147483840" r:id="rId9"/>
    <p:sldLayoutId id="2147483841" r:id="rId10"/>
    <p:sldLayoutId id="2147483842" r:id="rId11"/>
    <p:sldLayoutId id="2147483843" r:id="rId12"/>
    <p:sldLayoutId id="2147483832" r:id="rId13"/>
    <p:sldLayoutId id="2147483833" r:id="rId14"/>
    <p:sldLayoutId id="2147483809" r:id="rId15"/>
    <p:sldLayoutId id="2147483834" r:id="rId16"/>
    <p:sldLayoutId id="2147483820" r:id="rId17"/>
    <p:sldLayoutId id="2147483836" r:id="rId18"/>
    <p:sldLayoutId id="2147483835" r:id="rId19"/>
    <p:sldLayoutId id="2147483825" r:id="rId20"/>
    <p:sldLayoutId id="2147483839" r:id="rId21"/>
    <p:sldLayoutId id="2147483837" r:id="rId22"/>
    <p:sldLayoutId id="2147483814" r:id="rId23"/>
    <p:sldLayoutId id="2147483847" r:id="rId24"/>
    <p:sldLayoutId id="2147483846" r:id="rId25"/>
    <p:sldLayoutId id="2147483816" r:id="rId26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8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200"/>
        </a:spcAft>
        <a:buFont typeface="Arial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SzPct val="14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SzPct val="13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9388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SzPct val="130000"/>
        <a:buFont typeface="Arial" panose="020B0604020202020204" pitchFamily="34" charset="0"/>
        <a:buChar char="◦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79388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79388" algn="l" defTabSz="914400" rtl="0" eaLnBrk="1" latinLnBrk="0" hangingPunct="1"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79388" algn="l" defTabSz="914400" rtl="0" eaLnBrk="1" latinLnBrk="0" hangingPunct="1"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79388" algn="l" defTabSz="914400" rtl="0" eaLnBrk="1" latinLnBrk="0" hangingPunct="1"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79388" algn="l" defTabSz="914400" rtl="0" eaLnBrk="1" latinLnBrk="0" hangingPunct="1"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ce réservé pour une image  18" descr="Une image contenant plein air, route, voiture, véhicule&#10;&#10;Description générée automatiquement">
            <a:extLst>
              <a:ext uri="{FF2B5EF4-FFF2-40B4-BE49-F238E27FC236}">
                <a16:creationId xmlns:a16="http://schemas.microsoft.com/office/drawing/2014/main" id="{ADD5D17E-1231-4FF1-4FFB-ECF7CB31DC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" r="6"/>
          <a:stretch/>
        </p:blipFill>
        <p:spPr bwMode="gray"/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0849CEC-22C1-0F35-3BF6-326952E12E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GB" dirty="0"/>
              <a:t>MES-X Dependency Management</a:t>
            </a:r>
          </a:p>
        </p:txBody>
      </p:sp>
      <p:sp>
        <p:nvSpPr>
          <p:cNvPr id="16" name="Sous-titre 15">
            <a:extLst>
              <a:ext uri="{FF2B5EF4-FFF2-40B4-BE49-F238E27FC236}">
                <a16:creationId xmlns:a16="http://schemas.microsoft.com/office/drawing/2014/main" id="{F8604FCD-DA17-3E4F-D026-C89252D383A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en-GB" dirty="0"/>
              <a:t>From manual traceability to release guidance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29D5B77A-D9CC-9DBB-848F-0E17602A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49C488BC-A500-3E18-7A7D-C815A57E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MES-X Dependency Management - Internship Presentation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98CBF69-CEBD-4B0A-6348-FB537DA3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0C140CD-8AED-46FF-A9A2-77308F3F39A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E3BC48A4-443F-2472-93F4-1031C696143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Alaa Eddine Mdalla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AEF18DF-77B3-8E02-DC2F-DA4043896F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82426C0-E20A-2E01-0EBC-EB9B0720B9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 dirty="0"/>
              <a:t>Forvia Informatique Tunisie - MES X.0 Division</a:t>
            </a:r>
          </a:p>
        </p:txBody>
      </p:sp>
    </p:spTree>
    <p:extLst>
      <p:ext uri="{BB962C8B-B14F-4D97-AF65-F5344CB8AC3E}">
        <p14:creationId xmlns:p14="http://schemas.microsoft.com/office/powerpoint/2010/main" val="5627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pour une image  18" descr="Une image contenant plein air, route, voiture, véhicule&#10;&#10;Description générée automatiquement">
            <a:extLst>
              <a:ext uri="{FF2B5EF4-FFF2-40B4-BE49-F238E27FC236}">
                <a16:creationId xmlns:a16="http://schemas.microsoft.com/office/drawing/2014/main" id="{BAD49090-66D2-C10C-783C-142FA6C8E8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" r="6"/>
          <a:stretch/>
        </p:blipFill>
        <p:spPr bwMode="gray"/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BC5F33A-0D5C-23B6-02A8-B0F8F2AC3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24233356-B664-F912-84F5-0BBB99EFA9BB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en-GB" dirty="0"/>
              <a:t>Host Organization</a:t>
            </a:r>
          </a:p>
          <a:p>
            <a:pPr lvl="1"/>
            <a:r>
              <a:rPr lang="en-GB" dirty="0"/>
              <a:t>Requirements Analysis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90A4A0-0349-87E1-4967-F974BAB5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46F1E-9C1C-F37A-8C7C-1F3BFA3C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BA9E25-A607-C2BB-2B3D-96317448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0C140CD-8AED-46FF-A9A2-77308F3F39A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BD37EF3-325E-8C91-FC7E-ADC2276E72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Proposed Solution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8F4819C-1D39-7EA2-AFBE-36DF45BBAF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D9178E8-3E28-A250-4A11-8FB9039CC5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Architecture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46663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pour une image  13" descr="Une image contenant plein air, paysage, herbe, route&#10;&#10;Description générée automatiquement">
            <a:extLst>
              <a:ext uri="{FF2B5EF4-FFF2-40B4-BE49-F238E27FC236}">
                <a16:creationId xmlns:a16="http://schemas.microsoft.com/office/drawing/2014/main" id="{348405A5-AEA4-1A35-CDB0-318C62529F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" r="6"/>
          <a:stretch/>
        </p:blipFill>
        <p:spPr bwMode="gray"/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DB6FCE-0E74-9002-CE88-E1351B61B1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GB" dirty="0"/>
              <a:t>Host Organization</a:t>
            </a:r>
          </a:p>
        </p:txBody>
      </p:sp>
      <p:sp>
        <p:nvSpPr>
          <p:cNvPr id="11" name="Sous-titre 10">
            <a:extLst>
              <a:ext uri="{FF2B5EF4-FFF2-40B4-BE49-F238E27FC236}">
                <a16:creationId xmlns:a16="http://schemas.microsoft.com/office/drawing/2014/main" id="{0369A931-36BC-DB3E-1B66-41523DC698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en-GB" dirty="0"/>
              <a:t>Forvia Group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A2D4810-3B99-F58B-DE2A-7083A378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19B43BA-F5A9-7AB7-7AA9-EAF54405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MES-X Dependency Management - Internship Presentation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E87AAE5-5667-A34D-F4CB-B7542CED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0C140CD-8AED-46FF-A9A2-77308F3F39AE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A4F24A6B-F819-6EE6-16AF-D17C1210D5D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Global automotive technology leader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17BA380-01A0-5F70-291D-F86FC6E670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7989E8-8E2B-391A-2519-2E82A02070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 dirty="0"/>
              <a:t>Strong R&amp;D and industrial footprint</a:t>
            </a:r>
          </a:p>
        </p:txBody>
      </p:sp>
    </p:spTree>
    <p:extLst>
      <p:ext uri="{BB962C8B-B14F-4D97-AF65-F5344CB8AC3E}">
        <p14:creationId xmlns:p14="http://schemas.microsoft.com/office/powerpoint/2010/main" val="259120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13" descr="Une image contenant plein air, paysage, herbe, route&#10;&#10;Description générée automatiquement">
            <a:extLst>
              <a:ext uri="{FF2B5EF4-FFF2-40B4-BE49-F238E27FC236}">
                <a16:creationId xmlns:a16="http://schemas.microsoft.com/office/drawing/2014/main" id="{717491B2-75F5-1263-1F23-B404BE2C34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" r="6"/>
          <a:stretch/>
        </p:blipFill>
        <p:spPr bwMode="gray"/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B108148-4B60-2B59-87A7-670B9289D0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GB" dirty="0"/>
              <a:t>Host Organization Product Context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938464-3529-EFEF-E88E-98A358AC92D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en-GB" dirty="0" err="1"/>
              <a:t>Forvia Informatique Tunisie digital engineering hub</a:t>
            </a:r>
            <a:r>
              <a:rPr lang="en-GB"/>
              <a:t>MES X.0 division for manufacturing execution</a:t>
            </a:r>
          </a:p>
          <a:p>
            <a:pPr lvl="1"/>
            <a:r>
              <a:rPr lang="en-GB"/>
              <a:t>Multidisciplinary software and DevOps teams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3D649-A17C-0E6E-66AD-35EC1D0C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GB"/>
              <a:t>June 2026</a:t>
            </a:r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2F219C-BB79-76FC-C0BD-27894812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MES-X Dependency Management - Internship Presentation</a:t>
            </a:r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1A5D51-7703-ECA2-ABA5-F703B47C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0C140CD-8AED-46FF-A9A2-77308F3F39A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F9BC1CBC-9C89-26ED-51B3-E0B8BDA347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B6795DF-674A-7599-F3CA-0DC7BDB83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en-GB"/>
              <a:t>June 2026</a:t>
            </a:r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52B132-92C1-00E5-1B92-AA9965661B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13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3031362-7D6E-53DC-9471-F3CA9B704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711425-0AF1-23AA-5521-C0F74C35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en-GB" dirty="0"/>
              <a:t>Existing Solution Logic</a:t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792B4B-315D-2BCB-67FF-68928B7142CF}"/>
              </a:ext>
            </a:extLst>
          </p:cNvPr>
          <p:cNvSpPr>
            <a:spLocks noGrp="1"/>
          </p:cNvSpPr>
          <p:nvPr>
            <p:ph type="dt" sz="half" idx="3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7CFF05-FB4C-F2CE-297C-87F5D808535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2EA1B4-570D-6A6E-4575-A1E011998CCB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5</a:t>
            </a:fld>
            <a:endParaRPr lang="en-GB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D440BBE6-2E1B-99E2-AA44-5C96B3E6FB4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Azure DevOps data was fragmented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D855A534-04CF-D47D-6AF3-1953227B40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/>
        <p:txBody>
          <a:bodyPr/>
          <a:lstStyle/>
          <a:p>
            <a:r>
              <a:rPr lang="en-GB" dirty="0"/>
              <a:t>Manual artifact navigation across tools</a:t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D09DFF5-E774-AD88-DA77-87DED8CF18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r>
              <a:rPr lang="en-GB" dirty="0"/>
              <a:t>Dependency reports maintained in spreadsheets</a:t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ED36D27-F0CC-D6E5-8468-3A9BA5FAE21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E34B40-9D13-C5D5-F279-BAF1F0825CA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E6268D-613E-AA60-8B93-A927C7230AE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gray"/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5CC2B30-203C-8E4C-4791-49379ACF8B5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/>
        <p:txBody>
          <a:bodyPr/>
          <a:lstStyle/>
          <a:p>
            <a:r>
              <a:rPr lang="en-GB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7312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653093F-A3F5-073F-7A71-5BF0E62A4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Requirements Analysis</a:t>
            </a:r>
            <a:endParaRPr lang="en-GB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F3DE017-7DB2-3DDE-4DF1-7DFAA25F63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GB"/>
              <a:t>Functional requirements for end-to-end traceability</a:t>
            </a:r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414D24C-130B-F377-788A-097D640D5E7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GB"/>
              <a:t>Non-functional requirements for quality attributes</a:t>
            </a:r>
            <a:endParaRPr lang="en-GB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18B3931-F32D-1132-3C1C-A1765D31AA4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GB"/>
              <a:t>Read-only, secure, and scalable operation</a:t>
            </a:r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F0D2A09-65C4-4747-AC7F-878A4F9AC71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554F41C-6AA0-2C18-6F33-73DB7C3955D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16B8B12B-0B59-0EF3-FB56-B064E60C9BB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969BD924-3161-EA71-CF84-40FB8BE5EC2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084AA02-F7FB-AB30-9124-70E91CA1C8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C24999-2259-541C-1AC2-6F59EB4BD0B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02D7EB-7B8D-8503-5C3C-331C9CDD2255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0D6AC1-CD44-FBDC-E19A-A0337A260C0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6</a:t>
            </a:fld>
            <a:endParaRPr lang="en-GB" dirty="0"/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51BE3D43-9B56-1E54-4D29-2DE1C5F1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25819F1-743B-8885-222E-09700D0E6C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dirty="0"/>
              <a:t/>
            </a:r>
          </a:p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64423F9-9E3A-6DCC-0B98-FD475810F9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EC3FF5E-7AD4-02FF-5E91-04A079B56E0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EAA0CA6-A9FE-84AB-B5FC-AA3BE508633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C903B4B-9899-0647-A65D-97EAC4A16B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3C102A29-E1F2-C6E9-38B8-BFFE731EFDF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GB" dirty="0"/>
              <a:t>04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51BC0B72-5717-1544-E7CB-6185EA9132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B1FF918-5EA4-F34B-0EDC-CCD2A8FE7AB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 dirty="0"/>
              <a:t>05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1790C959-FCC8-4D93-EF1D-8CC029F08B9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DBD84F8C-4430-6D50-60D5-1520DEC8F4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GB" dirty="0"/>
              <a:t>06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B69716C4-9858-BEEE-6A4C-0AC87CD80DB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7462D673-A722-952A-E0EA-38DC93E9F49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GB" dirty="0"/>
              <a:t>07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A3E9EDC-25A1-CB30-0A19-4CA6C35B8C5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83950CF-FF15-19F2-A622-14BE0E72AA2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GB" dirty="0"/>
              <a:t>08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0CD465CC-F361-D5CB-93CB-15C5D426D4C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08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>
            <a:extLst>
              <a:ext uri="{FF2B5EF4-FFF2-40B4-BE49-F238E27FC236}">
                <a16:creationId xmlns:a16="http://schemas.microsoft.com/office/drawing/2014/main" id="{07964D08-D75A-5BD3-A29C-CC64FB3E3C8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01</a:t>
            </a:r>
            <a:endParaRPr lang="en-GB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BAD2776E-57FE-598D-B967-E77B1427A9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GB"/>
              <a:t>Proposed Solution Overview</a:t>
            </a:r>
            <a:br>
              <a:rPr lang="en-GB"/>
            </a:br>
            <a:r>
              <a:rPr lang="en-GB"/>
              <a:t>Centralized traceability layer over Azure DevOps</a:t>
            </a:r>
            <a:endParaRPr lang="en-GB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21C36BD-3DE9-9CDA-40D8-A1F6AB1432B6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B78278-DEAD-18AF-61BF-12FF27DA6AF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1999E1-9A1E-85F6-B392-62F848D98B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7</a:t>
            </a:fld>
            <a:endParaRPr lang="en-GB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5F0F767-EC68-DFCA-4843-2A131DA942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en-GB"/>
              <a:t>Unified dependency reconstruction pipeline</a:t>
            </a:r>
            <a:endParaRPr lang="en-GB" dirty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D470C9D-9EE1-61CA-48F5-50104FB06E5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en-GB"/>
              <a:t>Actionable release-readiness outputs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5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A20EDBB1-7869-77AA-37EF-603C5FCF534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Project Methodology</a:t>
            </a:r>
            <a:endParaRPr lang="en-GB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185EF11-D4EF-8462-035F-9F1FEF8F98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CB4B8C-9BBC-B690-24F9-B2D760BA57EE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64E22B-E983-7A78-E0CC-841D14EC24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BDFE63-B1A1-71F6-203C-CB451838A63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8</a:t>
            </a:fld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3F899BA-B1BE-F780-335A-CA50D2CF6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>Agile Scrum with incremental module delivery</a:t>
            </a:r>
            <a:endParaRPr lang="en-GB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50D0769-EC4E-B88D-8D78-39B38730B0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Seven implementation phases validated iteratively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Continuous integration reduced project risks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dolore magna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. Ut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ad minim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. Duis autem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, cons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dolore magna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. Ut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ad minim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dolore magna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. Ut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ad minim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pPr lvl="2"/>
            <a:endParaRPr lang="en-GB" dirty="0"/>
          </a:p>
          <a:p>
            <a:pPr lvl="3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dolore magna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. Ut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ad minim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655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7244B0D9-BF34-EDE9-9260-D452CD471A0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System Architecture</a:t>
            </a:r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3164E66-0759-6475-4FDD-E5B750C922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>Three layers: UI, backend, integrations</a:t>
            </a:r>
            <a:endParaRPr lang="en-GB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982017-13A4-462A-91BC-8A9CB74259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BBC100-4171-2076-BA70-E204E540831D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71BDDF-09FB-385B-B767-260220C398F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F0388-E042-CDF6-814E-4F887709BFA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9</a:t>
            </a:fld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4B5A0B3-F9F0-A9E5-90DF-672BC32013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83F9FF8-E3A4-48BD-B6E5-EA5E6B447F9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3768BE6-80A6-4D8E-C976-5E023D98DC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18C3014-D629-9679-0CC5-067A476152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One-way flow: UI to backend to APIs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Modular services with typed contracts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9EC204-09F6-5F1A-985A-FCC438CE20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4B9E3F5-DA91-C23B-113D-FF0BFBD7DF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endParaRPr lang="en-GB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6414B6F-E6DB-BA23-079B-A8F5088C580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14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B0EBD40-49F6-0E68-CE7E-800F4D62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CI/CD Workflow</a:t>
            </a:r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6431D6F-DF03-8729-552D-60681463E4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Azure DevOps pipelines for build and deployment</a:t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77B14A8-985E-0272-D480-E166FCCD0E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AC863C-4D55-BDD9-8292-5F4F268682E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E4D656-0BAA-A9A9-2925-5A49E01420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65D91B-8F79-582B-CEB9-68B96B9CF2B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10</a:t>
            </a:fld>
            <a:endParaRPr lang="en-GB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BC991E8-B106-AFC2-CE1A-2C25241FD9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4A46977-03A4-AD16-7214-E84DB79F11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Quality gates with automated validation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Dockerized runtime for reproducible delivery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pPr lvl="2"/>
            <a:endParaRPr lang="en-GB" dirty="0"/>
          </a:p>
          <a:p>
            <a:pPr lvl="3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9FA0-AD4D-5839-F353-2F06960FD4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pPr lvl="2"/>
            <a:endParaRPr lang="en-GB" dirty="0"/>
          </a:p>
          <a:p>
            <a:pPr lvl="3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1074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7244B0D9-BF34-EDE9-9260-D452CD471A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18000" y="0"/>
            <a:ext cx="10357200" cy="748703"/>
          </a:xfrm>
        </p:spPr>
        <p:txBody>
          <a:bodyPr/>
          <a:lstStyle/>
          <a:p>
            <a:r>
              <a:rPr lang="en-GB"/>
              <a:t>Technologies</a:t>
            </a:r>
            <a:endParaRPr lang="en-GB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982017-13A4-462A-91BC-8A9CB74259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918000" y="1404000"/>
            <a:ext cx="2225672" cy="457200"/>
          </a:xfrm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BBC100-4171-2076-BA70-E204E540831D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>
          <a:xfrm>
            <a:off x="0" y="6678000"/>
            <a:ext cx="180000" cy="180000"/>
          </a:xfrm>
        </p:spPr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71BDDF-09FB-385B-B767-260220C398F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>
          <a:xfrm>
            <a:off x="803412" y="6153360"/>
            <a:ext cx="8244000" cy="404812"/>
          </a:xfrm>
        </p:spPr>
        <p:txBody>
          <a:bodyPr/>
          <a:lstStyle/>
          <a:p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F0388-E042-CDF6-814E-4F887709BFA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>
          <a:xfrm>
            <a:off x="414000" y="6153360"/>
            <a:ext cx="389412" cy="404812"/>
          </a:xfrm>
        </p:spPr>
        <p:txBody>
          <a:bodyPr/>
          <a:lstStyle/>
          <a:p>
            <a:r>
              <a:rPr lang="en-GB" dirty="0"/>
              <a:t>P.</a:t>
            </a:r>
            <a:fld id="{733122C9-A0B9-462F-8757-0847AD287B63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4B5A0B3-F9F0-A9E5-90DF-672BC32013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634048" y="1404000"/>
            <a:ext cx="2225672" cy="457200"/>
          </a:xfrm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83F9FF8-E3A4-48BD-B6E5-EA5E6B447F9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6350096" y="1404000"/>
            <a:ext cx="2225672" cy="457200"/>
          </a:xfrm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3768BE6-80A6-4D8E-C976-5E023D98DC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9066143" y="1404000"/>
            <a:ext cx="2225672" cy="457200"/>
          </a:xfrm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3164E66-0759-6475-4FDD-E5B750C922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917400" y="721080"/>
            <a:ext cx="10357200" cy="407651"/>
          </a:xfrm>
        </p:spPr>
        <p:txBody>
          <a:bodyPr/>
          <a:lstStyle/>
          <a:p>
            <a:r>
              <a:rPr lang="en-GB"/>
              <a:t>Frontend: Vue 3, TypeScript, Quasar, Vite</a:t>
            </a:r>
            <a:endParaRPr lang="en-GB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B5C826C-3198-86E4-B2F5-4EB39DFCDC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Backend: NestJS, REST, SSE, TypeScript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DevOps: Azure APIs, Docker, CI/CD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418114AC-0122-47F9-00AA-764E68731F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2231C936-7CA4-E52E-13CA-82228CB1828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</a:p>
          <a:p>
            <a:endParaRPr lang="en-GB" dirty="0"/>
          </a:p>
          <a:p>
            <a:pPr lvl="1"/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  <a:r>
              <a:rPr lang="en-GB" dirty="0" err="1"/>
              <a:t/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r>
              <a:rPr lang="en-GB" dirty="0"/>
              <a:t/>
            </a:r>
            <a:r>
              <a:rPr lang="en-GB" dirty="0" err="1"/>
              <a:t/>
            </a:r>
            <a:endParaRPr lang="en-GB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F6C9E67-EA62-927A-85B7-C4968B3E4F9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893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9D304567-05E2-999C-1CB1-4E37E35316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B516D17-F760-D6E3-E7D2-0CCF9B1E47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B4E9CC-2989-712F-CCA2-1C167CA09CAF}"/>
              </a:ext>
            </a:extLst>
          </p:cNvPr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DC16F3-FF1C-1AFD-61F1-0BAE319F0F0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D2A24A-F874-6CD3-5AAB-DE3DEA6F6C7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12</a:t>
            </a:fld>
            <a:endParaRPr lang="en-GB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314620C-3585-CDE5-F8DB-12E8CFDE49E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Design and Implementation</a:t>
            </a:r>
            <a:endParaRPr lang="en-GB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EC327CD-0215-BBF4-8D31-3E80D5944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en-GB"/>
              <a:t>Dependency workflow from roots to decisions</a:t>
            </a:r>
          </a:p>
          <a:p>
            <a:endParaRPr lang="en-GB"/>
          </a:p>
          <a:p>
            <a:pPr lvl="1"/>
            <a:r>
              <a:rPr lang="en-GB"/>
              <a:t>DTO-based API contracts and normalization</a:t>
            </a:r>
            <a:endParaRPr lang="en-GB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6E5936-6F29-4753-AC09-F7F3C77C11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3CBC105-4747-393A-D97E-4C22F1DA5B1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7B9142-264D-3A4A-DF36-9A0664D5AB7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BEF16563-BCCA-0D9F-96EE-2EE572B69FF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3A38764-002A-40AD-2093-A6B62C66E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>Progressive loading with SSE integration</a:t>
            </a:r>
            <a:endParaRPr lang="en-GB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BE6CB74-592E-92E9-A4BE-47810EBA4B8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2B8CDCA-0251-6FD5-F8D4-0D483B527E6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endParaRPr lang="en-GB"/>
          </a:p>
          <a:p>
            <a:pPr lvl="1"/>
            <a:r>
              <a:rPr lang="en-GB"/>
              <a:t/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69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789BCA6-1692-A20D-BC3A-3173FB97D6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5B385D-7209-778F-6B61-CE8159C3D531}"/>
              </a:ext>
            </a:extLst>
          </p:cNvPr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6F8F33-8BD1-98A9-1FE5-B067C46E5FD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40A3FF-5D33-153E-7115-280A40DAE15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13</a:t>
            </a:fld>
            <a:endParaRPr lang="en-GB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12C9FB7B-C0FE-A94D-5BA1-C209BD7E893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Dependency Management Module</a:t>
            </a:r>
            <a:endParaRPr lang="en-GB" dirty="0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F4EADD8B-BE64-179F-F229-FE25DF55604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279BE88C-1320-733D-BA37-894CA4C3D49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8A786997-7558-48F7-8021-F67E775DC55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A8187642-5420-C950-1A4C-CF89483A91F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90154AE-53CC-12EA-86F9-C370FB3531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>Objective: automate dependency reconstruction</a:t>
            </a:r>
            <a:endParaRPr lang="en-GB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B7CF4B6E-BA3D-8A06-153A-27DD7A954FC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86FE300-0650-06AB-B342-2EE8A930290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E3E518FC-5CB2-FABB-3F11-F3B7F05CF0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26745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Espace réservé du graphique 23">
            <a:extLst>
              <a:ext uri="{FF2B5EF4-FFF2-40B4-BE49-F238E27FC236}">
                <a16:creationId xmlns:a16="http://schemas.microsoft.com/office/drawing/2014/main" id="{320B25C9-8DC4-371B-8A5D-EAC87F56D58B}"/>
              </a:ext>
            </a:extLst>
          </p:cNvPr>
          <p:cNvGraphicFramePr>
            <a:graphicFrameLocks noGrp="1"/>
          </p:cNvGraphicFramePr>
          <p:nvPr>
            <p:ph type="chart" sz="quarter" idx="19"/>
            <p:extLst>
              <p:ext uri="{D42A27DB-BD31-4B8C-83A1-F6EECF244321}">
                <p14:modId xmlns:p14="http://schemas.microsoft.com/office/powerpoint/2010/main" val="1098322645"/>
              </p:ext>
            </p:extLst>
          </p:nvPr>
        </p:nvGraphicFramePr>
        <p:xfrm>
          <a:off x="917575" y="2220913"/>
          <a:ext cx="9858375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B6FAB9-2437-EF3A-CC6A-F8FB092119C8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3EFEA0-1BCA-17F0-4034-AE629F2C52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EFFA57-5160-C5A7-53C1-F71B1B12A3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14</a:t>
            </a:fld>
            <a:endParaRPr lang="en-GB" dirty="0"/>
          </a:p>
        </p:txBody>
      </p:sp>
      <p:sp>
        <p:nvSpPr>
          <p:cNvPr id="18" name="Titre 17">
            <a:extLst>
              <a:ext uri="{FF2B5EF4-FFF2-40B4-BE49-F238E27FC236}">
                <a16:creationId xmlns:a16="http://schemas.microsoft.com/office/drawing/2014/main" id="{2ED35CEC-137A-356D-1BE0-F6BE4E703BF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Use Case and UI</a:t>
            </a:r>
            <a:endParaRPr lang="en-GB" dirty="0"/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68190D6A-7D81-AD2B-25D6-2A75BDFFEA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en-GB"/>
              <a:t>Primary actors: Developer and Release Engineer</a:t>
            </a:r>
            <a:endParaRPr lang="en-GB" dirty="0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145299F9-16F8-BB75-DF90-2805468938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en-GB"/>
              <a:t>Use cases: single, batch, sprint, decision</a:t>
            </a:r>
            <a:endParaRPr lang="en-GB" dirty="0"/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03FF52C4-E9E9-49D6-9F89-6059AD8049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GB"/>
              <a:t>UI views support operational traceability</a:t>
            </a:r>
            <a:endParaRPr lang="en-GB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84A25DA-DBA9-D02C-40F0-E68553C6C4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5FB0296E-90FE-0B0B-EC12-7EC386BF93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43DD617-405D-A0A6-099B-626D0AAD4CE0}"/>
              </a:ext>
            </a:extLst>
          </p:cNvPr>
          <p:cNvCxnSpPr>
            <a:cxnSpLocks/>
          </p:cNvCxnSpPr>
          <p:nvPr/>
        </p:nvCxnSpPr>
        <p:spPr bwMode="gray">
          <a:xfrm>
            <a:off x="4361695" y="2338450"/>
            <a:ext cx="0" cy="3096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554F1032-A84A-5272-FACA-6D61A2A84DCF}"/>
              </a:ext>
            </a:extLst>
          </p:cNvPr>
          <p:cNvCxnSpPr>
            <a:cxnSpLocks/>
          </p:cNvCxnSpPr>
          <p:nvPr/>
        </p:nvCxnSpPr>
        <p:spPr bwMode="gray">
          <a:xfrm>
            <a:off x="7500976" y="2338450"/>
            <a:ext cx="0" cy="3096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01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F1A11D-12FD-8FB9-DEC2-A8C56593E0A0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744BA4-1D45-1F0B-968F-22E2BC70815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CCABDA-0C3A-E03D-7233-26922CD323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15</a:t>
            </a:fld>
            <a:endParaRPr lang="en-GB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36D3461E-34D9-7E31-8BCE-55372744455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Work Item Module</a:t>
            </a:r>
            <a:endParaRPr lang="en-GB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C91D60C6-3E4E-7E19-5AC7-326B68222B4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en-GB"/>
              <a:t>Use case: single and batch root analysis</a:t>
            </a:r>
          </a:p>
          <a:p>
            <a:r>
              <a:rPr lang="en-GB"/>
              <a:t>Sequence: traversal with cycle prevention</a:t>
            </a:r>
            <a:endParaRPr lang="en-GB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2FD11216-B32C-743A-E56D-301B3550617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r>
              <a:rPr lang="en-GB" noProof="0"/>
              <a:t>Advantage: complete dependency graph</a:t>
            </a:r>
            <a:endParaRPr lang="en-GB" noProof="0" dirty="0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FBFEAE1E-A6CD-8E1B-A570-63D0A8B0409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0429971-A1BB-11FD-4056-E45EC052E8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89D626DE-BE43-8D67-FD24-9592EB63D64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/>
        <p:txBody>
          <a:bodyPr/>
          <a:lstStyle/>
          <a:p>
            <a:pPr lvl="0"/>
            <a:r>
              <a:rPr lang="en-GB"/>
              <a:t/>
            </a:r>
            <a:endParaRPr lang="en-GB" noProof="0" dirty="0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B99B0EB3-75D2-117D-4B8F-08595477F01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A447A2EF-D046-0F3D-06EC-93A446E8EBB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EC48CCD3-D3BD-79F2-463A-B809CC9F02B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A3824EBA-8273-15F4-6643-91F20232C8D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0D34F7CB-78A5-5E5D-3034-FC7A0F272A5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/>
        <p:txBody>
          <a:bodyPr/>
          <a:lstStyle/>
          <a:p>
            <a:pPr lvl="0"/>
            <a:r>
              <a:rPr lang="en-GB" noProof="0"/>
              <a:t/>
            </a:r>
            <a:endParaRPr lang="en-GB" noProof="0" dirty="0"/>
          </a:p>
        </p:txBody>
      </p:sp>
      <p:graphicFrame>
        <p:nvGraphicFramePr>
          <p:cNvPr id="33" name="Espace réservé du graphique 33">
            <a:extLst>
              <a:ext uri="{FF2B5EF4-FFF2-40B4-BE49-F238E27FC236}">
                <a16:creationId xmlns:a16="http://schemas.microsoft.com/office/drawing/2014/main" id="{2E275218-6199-0DD2-D407-D60D52964BF3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392581221"/>
              </p:ext>
            </p:extLst>
          </p:nvPr>
        </p:nvGraphicFramePr>
        <p:xfrm>
          <a:off x="3511550" y="2476500"/>
          <a:ext cx="1981200" cy="197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Espace réservé du graphique 33">
            <a:extLst>
              <a:ext uri="{FF2B5EF4-FFF2-40B4-BE49-F238E27FC236}">
                <a16:creationId xmlns:a16="http://schemas.microsoft.com/office/drawing/2014/main" id="{8FFD5E9E-F654-C9E0-C6F6-8281AE53F94A}"/>
              </a:ext>
            </a:extLst>
          </p:cNvPr>
          <p:cNvGraphicFramePr>
            <a:graphicFrameLocks noGrp="1"/>
          </p:cNvGraphicFramePr>
          <p:nvPr>
            <p:ph type="chart" sz="quarter" idx="25"/>
            <p:extLst>
              <p:ext uri="{D42A27DB-BD31-4B8C-83A1-F6EECF244321}">
                <p14:modId xmlns:p14="http://schemas.microsoft.com/office/powerpoint/2010/main" val="2480718272"/>
              </p:ext>
            </p:extLst>
          </p:nvPr>
        </p:nvGraphicFramePr>
        <p:xfrm>
          <a:off x="6216650" y="2476500"/>
          <a:ext cx="1981200" cy="197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Espace réservé du graphique 33">
            <a:extLst>
              <a:ext uri="{FF2B5EF4-FFF2-40B4-BE49-F238E27FC236}">
                <a16:creationId xmlns:a16="http://schemas.microsoft.com/office/drawing/2014/main" id="{B2E02269-D37F-B38A-2389-CA4F61316BA1}"/>
              </a:ext>
            </a:extLst>
          </p:cNvPr>
          <p:cNvGraphicFramePr>
            <a:graphicFrameLocks noGrp="1"/>
          </p:cNvGraphicFramePr>
          <p:nvPr>
            <p:ph type="chart" sz="quarter" idx="27"/>
            <p:extLst>
              <p:ext uri="{D42A27DB-BD31-4B8C-83A1-F6EECF244321}">
                <p14:modId xmlns:p14="http://schemas.microsoft.com/office/powerpoint/2010/main" val="621970143"/>
              </p:ext>
            </p:extLst>
          </p:nvPr>
        </p:nvGraphicFramePr>
        <p:xfrm>
          <a:off x="8921750" y="2476500"/>
          <a:ext cx="1981200" cy="197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2" name="Espace réservé du graphique 33">
            <a:extLst>
              <a:ext uri="{FF2B5EF4-FFF2-40B4-BE49-F238E27FC236}">
                <a16:creationId xmlns:a16="http://schemas.microsoft.com/office/drawing/2014/main" id="{2532C0B1-C75A-DE5E-05FD-F20531D02780}"/>
              </a:ext>
            </a:extLst>
          </p:cNvPr>
          <p:cNvGraphicFramePr>
            <a:graphicFrameLocks noGrp="1"/>
          </p:cNvGraphicFramePr>
          <p:nvPr>
            <p:ph type="chart" sz="quarter" idx="19"/>
            <p:extLst>
              <p:ext uri="{D42A27DB-BD31-4B8C-83A1-F6EECF244321}">
                <p14:modId xmlns:p14="http://schemas.microsoft.com/office/powerpoint/2010/main" val="2662648713"/>
              </p:ext>
            </p:extLst>
          </p:nvPr>
        </p:nvGraphicFramePr>
        <p:xfrm>
          <a:off x="806450" y="2476500"/>
          <a:ext cx="1981200" cy="1979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8D79840-D3EC-A28E-7DE3-BD41BBB461E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gray"/>
        <p:txBody>
          <a:bodyPr/>
          <a:lstStyle/>
          <a:p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41E3102-439E-5679-8CE1-BD1235C64E7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0F0D8FE-426D-743D-D482-34B3FD9AACA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1FAFD48-EEC4-4D83-8D77-88EADB5B2C3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/>
        <p:txBody>
          <a:bodyPr/>
          <a:lstStyle/>
          <a:p>
            <a:pPr lvl="0"/>
            <a:r>
              <a:rPr lang="en-GB" noProof="0" dirty="0"/>
              <a:t>Title two lines </a:t>
            </a:r>
            <a:br>
              <a:rPr lang="en-GB" noProof="0" dirty="0"/>
            </a:br>
            <a:r>
              <a:rPr lang="en-GB" noProof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82055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>
            <a:extLst>
              <a:ext uri="{FF2B5EF4-FFF2-40B4-BE49-F238E27FC236}">
                <a16:creationId xmlns:a16="http://schemas.microsoft.com/office/drawing/2014/main" id="{CA855504-9334-9837-8B2D-029A59C9C5E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Pull Request Module</a:t>
            </a:r>
            <a:endParaRPr lang="en-GB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D5B536-54E2-558C-29EC-45368ADFF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193D9F-5787-2B6B-DFB6-0204F57B68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16</a:t>
            </a:fld>
            <a:endParaRPr lang="en-GB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C3FF6B-EBD9-DE38-BD89-4DC94857DFEF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6526737-EB4F-D668-C2EC-ED558B6B660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gray"/>
        <p:txBody>
          <a:bodyPr/>
          <a:lstStyle/>
          <a:p>
            <a:r>
              <a:rPr lang="en-GB"/>
              <a:t>Use case: resolve PR-work item linkage</a:t>
            </a:r>
            <a:endParaRPr lang="en-GB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D2595FC-10FA-C6A0-0CED-DD30F0269E2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 bwMode="gray"/>
        <p:txBody>
          <a:bodyPr/>
          <a:lstStyle/>
          <a:p>
            <a:r>
              <a:rPr lang="en-GB"/>
              <a:t>Sequence: fetch and normalize PR metadata</a:t>
            </a:r>
            <a:endParaRPr lang="en-GB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AF160C4-469F-6CE2-89BE-299616D9B4B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gray"/>
        <p:txBody>
          <a:bodyPr/>
          <a:lstStyle/>
          <a:p>
            <a:r>
              <a:rPr lang="en-GB"/>
              <a:t>Advantage: planning-to-code bridge</a:t>
            </a:r>
            <a:endParaRPr lang="en-GB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DE4FC316-5695-9DD0-4113-9281556AE67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 bwMode="gray"/>
        <p:txBody>
          <a:bodyPr/>
          <a:lstStyle/>
          <a:p>
            <a:r>
              <a:rPr lang="en-GB"/>
              <a:t/>
            </a:r>
            <a:br>
              <a:rPr lang="en-GB"/>
            </a:br>
            <a:r>
              <a:rPr lang="en-GB"/>
              <a:t>dolor sit amet, </a:t>
            </a:r>
            <a:br>
              <a:rPr lang="en-GB"/>
            </a:br>
            <a:r>
              <a:rPr lang="en-GB"/>
              <a:t/>
            </a:r>
          </a:p>
          <a:p>
            <a:pPr lvl="1"/>
            <a:r>
              <a:rPr lang="en-GB"/>
              <a:t>000m</a:t>
            </a:r>
          </a:p>
          <a:p>
            <a:pPr lvl="2"/>
            <a:r>
              <a:rPr lang="en-GB"/>
              <a:t/>
            </a:r>
            <a:endParaRPr lang="en-GB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FC4CAED6-64AF-ABBE-ABDF-E9738830B2D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 bwMode="gray"/>
        <p:txBody>
          <a:bodyPr/>
          <a:lstStyle/>
          <a:p>
            <a:r>
              <a:rPr lang="en-GB"/>
              <a:t/>
            </a:r>
            <a:br>
              <a:rPr lang="en-GB"/>
            </a:br>
            <a:r>
              <a:rPr lang="en-GB"/>
              <a:t>dolor sit amet, </a:t>
            </a:r>
            <a:br>
              <a:rPr lang="en-GB"/>
            </a:br>
            <a:r>
              <a:rPr lang="en-GB"/>
              <a:t/>
            </a:r>
          </a:p>
          <a:p>
            <a:pPr lvl="1"/>
            <a:r>
              <a:rPr lang="en-GB"/>
              <a:t>000m</a:t>
            </a:r>
          </a:p>
          <a:p>
            <a:pPr lvl="2"/>
            <a:r>
              <a:rPr lang="en-GB"/>
              <a:t/>
            </a:r>
            <a:endParaRPr lang="en-GB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EBE70EFF-FB45-E00C-237E-0464073EE9D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 bwMode="gray"/>
        <p:txBody>
          <a:bodyPr/>
          <a:lstStyle/>
          <a:p>
            <a:r>
              <a:rPr lang="en-GB"/>
              <a:t>000m</a:t>
            </a:r>
            <a:endParaRPr lang="en-GB" dirty="0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8C3B0081-33BD-B2E7-A00A-B404785F8CF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>Praesent augue sapien, interdum a congue</a:t>
            </a:r>
            <a:endParaRPr lang="en-GB" dirty="0"/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15303AE3-8DBB-F1C8-81CD-FC4ABB84F4F1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>Praesent augue sapien, interdum a congue</a:t>
            </a:r>
            <a:endParaRPr lang="en-GB" dirty="0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C56FCCE3-4E56-B9A9-05A8-2FB54833927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>Praesent augue sapien, interdum a congue</a:t>
            </a:r>
            <a:endParaRPr lang="en-GB" dirty="0"/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B6312CE9-F7CF-2561-ABF3-908B5E3ECC01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>interdum a congue</a:t>
            </a:r>
            <a:endParaRPr lang="en-GB" dirty="0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07ABE58C-968D-391C-D88E-C2EE61C7EDF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>Praesent augue interdum a congue</a:t>
            </a:r>
            <a:endParaRPr lang="en-GB" dirty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1DAC94C-9799-4973-7229-DFAB7A0DA2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686EAE23-7809-F93A-56B1-D444DBE206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1E5789CF-6C03-A557-1FB3-31431DAA208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E0C80C2A-0A43-FA18-6C91-2B19758A1CE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7171DF0-7D4E-0694-DA3F-1770B341FDF2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 bwMode="gray"/>
        <p:txBody>
          <a:bodyPr/>
          <a:lstStyle/>
          <a:p>
            <a:r>
              <a:rPr lang="en-GB"/>
              <a:t>00%</a:t>
            </a:r>
            <a:endParaRPr lang="en-GB" dirty="0"/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90C1E2B2-0F02-41CA-20D7-FE5A5362E50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 bwMode="gray"/>
        <p:txBody>
          <a:bodyPr/>
          <a:lstStyle/>
          <a:p>
            <a:r>
              <a:rPr lang="en-GB"/>
              <a:t>000m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7525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B445CC-6148-59A5-7694-4FD853F67B74}"/>
              </a:ext>
            </a:extLst>
          </p:cNvPr>
          <p:cNvSpPr>
            <a:spLocks noGrp="1"/>
          </p:cNvSpPr>
          <p:nvPr>
            <p:ph type="dt" sz="half" idx="58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9132D9-0497-546F-F58D-91AE81744B32}"/>
              </a:ext>
            </a:extLst>
          </p:cNvPr>
          <p:cNvSpPr>
            <a:spLocks noGrp="1"/>
          </p:cNvSpPr>
          <p:nvPr>
            <p:ph type="ftr" sz="quarter" idx="59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B64183-EDEA-95C0-8BDD-73E995E22760}"/>
              </a:ext>
            </a:extLst>
          </p:cNvPr>
          <p:cNvSpPr>
            <a:spLocks noGrp="1"/>
          </p:cNvSpPr>
          <p:nvPr>
            <p:ph type="sldNum" sz="quarter" idx="60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17</a:t>
            </a:fld>
            <a:endParaRPr lang="en-GB" dirty="0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6FB8285B-5A28-1126-7319-EC91AF8CE84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Commit Module</a:t>
            </a:r>
            <a:endParaRPr lang="en-GB" dirty="0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32698C46-2AB1-5C30-97C1-129D73729A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4E08D1E8-0812-417B-ED3F-91F14DCDA9E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 bwMode="gray"/>
        <p:txBody>
          <a:bodyPr/>
          <a:lstStyle/>
          <a:p>
            <a:r>
              <a:rPr lang="en-GB"/>
              <a:t>Use case: commit discovery and enrichment</a:t>
            </a:r>
          </a:p>
          <a:p>
            <a:r>
              <a:rPr lang="en-GB"/>
              <a:t>Sequence: deduplicate and resolve tag context</a:t>
            </a:r>
            <a:br>
              <a:rPr lang="en-GB"/>
            </a:br>
            <a:r>
              <a:rPr lang="en-GB"/>
              <a:t/>
            </a:r>
          </a:p>
          <a:p>
            <a:r>
              <a:rPr lang="en-GB"/>
              <a:t>Advantage: release-position visibility</a:t>
            </a:r>
          </a:p>
          <a:p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endParaRPr lang="en-GB" dirty="0"/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D14583DC-1D13-5B07-7D7A-E1518976014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4BAD4FCA-B6A2-D263-88E8-52423BB3CE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7B908818-E865-535E-480C-100995E9A859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 bwMode="gray"/>
        <p:txBody>
          <a:bodyPr/>
          <a:lstStyle/>
          <a:p>
            <a:r>
              <a:rPr lang="en-GB"/>
              <a:t/>
            </a:r>
          </a:p>
          <a:p>
            <a:r>
              <a:rPr lang="en-GB"/>
              <a:t/>
            </a:r>
            <a:br>
              <a:rPr lang="en-GB"/>
            </a:br>
            <a:r>
              <a:rPr lang="en-GB"/>
              <a:t/>
            </a:r>
          </a:p>
          <a:p>
            <a:r>
              <a:rPr lang="en-GB"/>
              <a:t/>
            </a:r>
          </a:p>
          <a:p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endParaRPr lang="en-GB" dirty="0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E6E23CE2-2E42-91CB-E7FB-2B6D1219A596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58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B445CC-6148-59A5-7694-4FD853F67B74}"/>
              </a:ext>
            </a:extLst>
          </p:cNvPr>
          <p:cNvSpPr>
            <a:spLocks noGrp="1"/>
          </p:cNvSpPr>
          <p:nvPr>
            <p:ph type="dt" sz="half" idx="58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9132D9-0497-546F-F58D-91AE81744B32}"/>
              </a:ext>
            </a:extLst>
          </p:cNvPr>
          <p:cNvSpPr>
            <a:spLocks noGrp="1"/>
          </p:cNvSpPr>
          <p:nvPr>
            <p:ph type="ftr" sz="quarter" idx="59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B64183-EDEA-95C0-8BDD-73E995E22760}"/>
              </a:ext>
            </a:extLst>
          </p:cNvPr>
          <p:cNvSpPr>
            <a:spLocks noGrp="1"/>
          </p:cNvSpPr>
          <p:nvPr>
            <p:ph type="sldNum" sz="quarter" idx="60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18</a:t>
            </a:fld>
            <a:endParaRPr lang="en-GB" dirty="0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6FB8285B-5A28-1126-7319-EC91AF8CE84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Sprint Module</a:t>
            </a:r>
            <a:endParaRPr lang="en-GB" dirty="0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32698C46-2AB1-5C30-97C1-129D73729A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4E08D1E8-0812-417B-ED3F-91F14DCDA9E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 bwMode="gray"/>
        <p:txBody>
          <a:bodyPr/>
          <a:lstStyle/>
          <a:p>
            <a:r>
              <a:rPr lang="en-GB"/>
              <a:t>Use case: sprint-driven analysis entry point</a:t>
            </a:r>
          </a:p>
          <a:p>
            <a:r>
              <a:rPr lang="en-GB"/>
              <a:t>Sequence: load iterations and work items</a:t>
            </a:r>
            <a:br>
              <a:rPr lang="en-GB"/>
            </a:br>
            <a:r>
              <a:rPr lang="en-GB"/>
              <a:t/>
            </a:r>
          </a:p>
          <a:p>
            <a:r>
              <a:rPr lang="en-GB"/>
              <a:t>Advantage: planning-aligned workflow</a:t>
            </a:r>
          </a:p>
          <a:p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endParaRPr lang="en-GB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4BAD4FCA-B6A2-D263-88E8-52423BB3CE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9ECEA590-40C7-79F4-E5C3-C329F9529256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951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60970DD8-A0EE-C9B6-412B-E9157991ED11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A8C0F9-8C42-C2F5-BAC2-F94BF0CF06F0}"/>
              </a:ext>
            </a:extLst>
          </p:cNvPr>
          <p:cNvSpPr>
            <a:spLocks noGrp="1"/>
          </p:cNvSpPr>
          <p:nvPr>
            <p:ph type="dt" sz="half" idx="90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A258A8-3355-E57D-6185-049566BC0C99}"/>
              </a:ext>
            </a:extLst>
          </p:cNvPr>
          <p:cNvSpPr>
            <a:spLocks noGrp="1"/>
          </p:cNvSpPr>
          <p:nvPr>
            <p:ph type="ftr" sz="quarter" idx="91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31A116-3CEC-021C-4D05-E107C08A7A84}"/>
              </a:ext>
            </a:extLst>
          </p:cNvPr>
          <p:cNvSpPr>
            <a:spLocks noGrp="1"/>
          </p:cNvSpPr>
          <p:nvPr>
            <p:ph type="sldNum" sz="quarter" idx="92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19</a:t>
            </a:fld>
            <a:endParaRPr lang="en-GB" dirty="0"/>
          </a:p>
        </p:txBody>
      </p:sp>
      <p:sp>
        <p:nvSpPr>
          <p:cNvPr id="30" name="Titre 29">
            <a:extLst>
              <a:ext uri="{FF2B5EF4-FFF2-40B4-BE49-F238E27FC236}">
                <a16:creationId xmlns:a16="http://schemas.microsoft.com/office/drawing/2014/main" id="{6171FF88-2D44-27E4-B6C6-F7EFAB3EA4B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Decision Module</a:t>
            </a:r>
            <a:endParaRPr lang="en-GB" dirty="0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DC109D6-8C84-7412-0AE3-D634773875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>Use case: release-readiness aggregation</a:t>
            </a:r>
            <a:endParaRPr lang="en-GB" dirty="0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9D6F2BC8-466F-EA02-DC70-137429EA2950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 bwMode="gray"/>
        <p:txBody>
          <a:bodyPr/>
          <a:lstStyle/>
          <a:p>
            <a:r>
              <a:rPr lang="en-GB"/>
              <a:t>Sequence: classify states and repository status</a:t>
            </a:r>
            <a:endParaRPr lang="en-GB" dirty="0"/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6DFEBFF0-33E9-BA96-0EE6-E7736CB544D1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 bwMode="gray"/>
        <p:txBody>
          <a:bodyPr/>
          <a:lstStyle/>
          <a:p>
            <a:r>
              <a:rPr lang="en-GB"/>
              <a:t>Advantage: decision-ready consolidated view</a:t>
            </a:r>
            <a:endParaRPr lang="en-GB" dirty="0"/>
          </a:p>
        </p:txBody>
      </p:sp>
      <p:sp>
        <p:nvSpPr>
          <p:cNvPr id="37" name="Espace réservé du texte 36">
            <a:extLst>
              <a:ext uri="{FF2B5EF4-FFF2-40B4-BE49-F238E27FC236}">
                <a16:creationId xmlns:a16="http://schemas.microsoft.com/office/drawing/2014/main" id="{10CA2ADA-E5DA-C630-F89C-2D29FD070A63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C9539030-4CA1-1BD8-8BE5-9C8DC81E9648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303C8D5B-AC7A-5C3C-9BB9-FFD820B4B65B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17C5E879-342B-8D29-2DAC-097CA9F432FA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5" name="Espace réservé du texte 44">
            <a:extLst>
              <a:ext uri="{FF2B5EF4-FFF2-40B4-BE49-F238E27FC236}">
                <a16:creationId xmlns:a16="http://schemas.microsoft.com/office/drawing/2014/main" id="{DBE11BFC-395C-F9E5-703C-25BC01EA32E3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6" name="Espace réservé du texte 45">
            <a:extLst>
              <a:ext uri="{FF2B5EF4-FFF2-40B4-BE49-F238E27FC236}">
                <a16:creationId xmlns:a16="http://schemas.microsoft.com/office/drawing/2014/main" id="{AA1DA016-7C16-CF25-92F1-B42A8E32E5D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gray"/>
        <p:txBody>
          <a:bodyPr/>
          <a:lstStyle/>
          <a:p>
            <a:r>
              <a:rPr lang="en-GB"/>
              <a:t>1</a:t>
            </a:r>
            <a:endParaRPr lang="en-GB" dirty="0"/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4DCF08FC-2871-EDC4-D43F-5FC14091F42A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 bwMode="gray"/>
        <p:txBody>
          <a:bodyPr/>
          <a:lstStyle/>
          <a:p>
            <a:r>
              <a:rPr lang="en-GB"/>
              <a:t>2</a:t>
            </a:r>
            <a:endParaRPr lang="en-GB" dirty="0"/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A64E24F5-C000-D224-E41A-16C200824C7E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 bwMode="gray"/>
        <p:txBody>
          <a:bodyPr/>
          <a:lstStyle/>
          <a:p>
            <a:r>
              <a:rPr lang="en-GB"/>
              <a:t>3</a:t>
            </a:r>
            <a:endParaRPr lang="en-GB" dirty="0"/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3AFC8C3C-949D-5BE3-7247-363EAC9E2D6B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 bwMode="gray"/>
        <p:txBody>
          <a:bodyPr/>
          <a:lstStyle/>
          <a:p>
            <a:r>
              <a:rPr lang="en-GB"/>
              <a:t>4</a:t>
            </a:r>
            <a:endParaRPr lang="en-GB" dirty="0"/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4F0E2FFF-F42C-AAAC-A55B-33E9C8F6EC49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 bwMode="gray"/>
        <p:txBody>
          <a:bodyPr/>
          <a:lstStyle/>
          <a:p>
            <a:r>
              <a:rPr lang="en-GB"/>
              <a:t>5</a:t>
            </a:r>
            <a:endParaRPr lang="en-GB" dirty="0"/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9DE9DC1D-D370-148E-382A-4C9C547B4A8E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 bwMode="gray"/>
        <p:txBody>
          <a:bodyPr/>
          <a:lstStyle/>
          <a:p>
            <a:r>
              <a:rPr lang="en-GB"/>
              <a:t>6</a:t>
            </a:r>
            <a:endParaRPr lang="en-GB" dirty="0"/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E9A730F9-7876-D84B-1991-4D66B356B40C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 bwMode="gray"/>
        <p:txBody>
          <a:bodyPr/>
          <a:lstStyle/>
          <a:p>
            <a:r>
              <a:rPr lang="en-GB"/>
              <a:t>7</a:t>
            </a:r>
            <a:endParaRPr lang="en-GB" dirty="0"/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565475C7-530F-8FB4-422A-E79BA24F0BFC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 bwMode="gray"/>
        <p:txBody>
          <a:bodyPr/>
          <a:lstStyle/>
          <a:p>
            <a:r>
              <a:rPr lang="en-GB"/>
              <a:t>1</a:t>
            </a:r>
            <a:endParaRPr lang="en-GB" dirty="0"/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19A2D73B-F7DB-559D-813C-DC1BCD73F2F4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 bwMode="gray"/>
        <p:txBody>
          <a:bodyPr/>
          <a:lstStyle/>
          <a:p>
            <a:r>
              <a:rPr lang="en-GB"/>
              <a:t>2</a:t>
            </a:r>
            <a:endParaRPr lang="en-GB" dirty="0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85C5A5BF-8144-6E91-6198-9544F41800A7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 bwMode="gray"/>
        <p:txBody>
          <a:bodyPr/>
          <a:lstStyle/>
          <a:p>
            <a:r>
              <a:rPr lang="en-GB"/>
              <a:t>3</a:t>
            </a:r>
            <a:endParaRPr lang="en-GB" dirty="0"/>
          </a:p>
        </p:txBody>
      </p:sp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3C4022E-D5C3-D992-77F6-C8DA25156AD4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 bwMode="gray"/>
        <p:txBody>
          <a:bodyPr/>
          <a:lstStyle/>
          <a:p>
            <a:r>
              <a:rPr lang="en-GB"/>
              <a:t>4</a:t>
            </a:r>
            <a:endParaRPr lang="en-GB" dirty="0"/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F908737B-D132-71C9-FBFA-AB4A2123DF4C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 bwMode="gray"/>
        <p:txBody>
          <a:bodyPr/>
          <a:lstStyle/>
          <a:p>
            <a:r>
              <a:rPr lang="en-GB"/>
              <a:t>5</a:t>
            </a:r>
            <a:endParaRPr lang="en-GB" dirty="0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B8F238DC-BFF5-BDD4-2A66-364D7565130E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 bwMode="gray"/>
        <p:txBody>
          <a:bodyPr/>
          <a:lstStyle/>
          <a:p>
            <a:r>
              <a:rPr lang="en-GB"/>
              <a:t>6</a:t>
            </a:r>
            <a:endParaRPr lang="en-GB" dirty="0"/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1396D167-C09D-FFDC-EC1A-6E4C42D81EE4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 bwMode="gray"/>
        <p:txBody>
          <a:bodyPr/>
          <a:lstStyle/>
          <a:p>
            <a:r>
              <a:rPr lang="en-GB"/>
              <a:t>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35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Espace réservé du graphique 7">
            <a:extLst>
              <a:ext uri="{FF2B5EF4-FFF2-40B4-BE49-F238E27FC236}">
                <a16:creationId xmlns:a16="http://schemas.microsoft.com/office/drawing/2014/main" id="{1A44A7B8-1E07-5B5D-4790-DBF207395F42}"/>
              </a:ext>
            </a:extLst>
          </p:cNvPr>
          <p:cNvGraphicFramePr>
            <a:graphicFrameLocks noGrp="1"/>
          </p:cNvGraphicFramePr>
          <p:nvPr>
            <p:ph type="chart" sz="quarter" idx="57"/>
            <p:extLst>
              <p:ext uri="{D42A27DB-BD31-4B8C-83A1-F6EECF244321}">
                <p14:modId xmlns:p14="http://schemas.microsoft.com/office/powerpoint/2010/main" val="3389140076"/>
              </p:ext>
            </p:extLst>
          </p:nvPr>
        </p:nvGraphicFramePr>
        <p:xfrm>
          <a:off x="2619375" y="1782763"/>
          <a:ext cx="1462088" cy="87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E180C3C-0D57-179E-2C78-D254A658634E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4B841B06-1084-267F-1C8E-2A7BB9146525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r>
              <a:rPr lang="en-GB"/>
              <a:t>Use case: on-demand commit review</a:t>
            </a:r>
            <a:endParaRPr lang="en-GB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CF77001-4B59-4446-EB0F-B88DA1ADC49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r>
              <a:rPr lang="en-GB"/>
              <a:t>Sequence: prompt, guidance, model response</a:t>
            </a:r>
            <a:endParaRPr lang="en-GB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4729C3-E5D7-745C-5958-FD23AF6BEF65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r>
              <a:rPr lang="en-GB"/>
              <a:t>Advantage: assistive insights with human control</a:t>
            </a:r>
            <a:endParaRPr lang="en-GB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4BEE370-2B5C-24A8-9623-BC3D3BA1EDC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DAAAC98-8D0D-DCC4-D280-B8BF5BA4B99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r>
              <a:rPr lang="en-GB"/>
              <a:t>  </a:t>
            </a:r>
            <a:endParaRPr lang="en-GB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EC0422E-FEC1-136B-3D66-5154DA8DCF67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030687B-DA4D-EAC3-3502-2EDE6F3AE583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r>
              <a:rPr lang="en-GB"/>
              <a:t>  </a:t>
            </a:r>
            <a:endParaRPr lang="en-GB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F608290-7AC0-FF5F-063C-9918352857F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BFAF250-0B3C-7A9A-0907-F61D781F581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9B22B10B-F6B4-B6E8-EE1A-76A86FF36B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4" name="Espace réservé du texte 53">
            <a:extLst>
              <a:ext uri="{FF2B5EF4-FFF2-40B4-BE49-F238E27FC236}">
                <a16:creationId xmlns:a16="http://schemas.microsoft.com/office/drawing/2014/main" id="{EA663401-0665-F908-B182-97515FD64B7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solidFill>
            <a:schemeClr val="accent2"/>
          </a:solidFill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6" name="Espace réservé du texte 55">
            <a:extLst>
              <a:ext uri="{FF2B5EF4-FFF2-40B4-BE49-F238E27FC236}">
                <a16:creationId xmlns:a16="http://schemas.microsoft.com/office/drawing/2014/main" id="{B4349994-F988-49B1-1041-6684AD7E7F4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7" name="Espace réservé du texte 56">
            <a:extLst>
              <a:ext uri="{FF2B5EF4-FFF2-40B4-BE49-F238E27FC236}">
                <a16:creationId xmlns:a16="http://schemas.microsoft.com/office/drawing/2014/main" id="{3A18AC84-3A35-1B19-97F7-0D1D0E37B9B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gray">
          <a:solidFill>
            <a:schemeClr val="accent4"/>
          </a:solidFill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8" name="Espace réservé du texte 57">
            <a:extLst>
              <a:ext uri="{FF2B5EF4-FFF2-40B4-BE49-F238E27FC236}">
                <a16:creationId xmlns:a16="http://schemas.microsoft.com/office/drawing/2014/main" id="{8814F831-90F5-7EA5-82C7-DA405CC9472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 bwMode="gray">
          <a:solidFill>
            <a:schemeClr val="tx2"/>
          </a:solidFill>
        </p:spPr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38AEC7-01E2-9CAC-268D-E49F799B8A4C}"/>
              </a:ext>
            </a:extLst>
          </p:cNvPr>
          <p:cNvSpPr>
            <a:spLocks noGrp="1"/>
          </p:cNvSpPr>
          <p:nvPr>
            <p:ph type="dt" sz="half" idx="51"/>
          </p:nvPr>
        </p:nvSpPr>
        <p:spPr bwMode="gray"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2F640F-7696-7839-6837-59AF73A92ED4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 bwMode="gray"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C435D-2796-3936-CEB3-A227766262BD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 bwMode="gray"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20</a:t>
            </a:fld>
            <a:endParaRPr lang="en-GB" dirty="0"/>
          </a:p>
        </p:txBody>
      </p:sp>
      <p:sp>
        <p:nvSpPr>
          <p:cNvPr id="51" name="Titre 50">
            <a:extLst>
              <a:ext uri="{FF2B5EF4-FFF2-40B4-BE49-F238E27FC236}">
                <a16:creationId xmlns:a16="http://schemas.microsoft.com/office/drawing/2014/main" id="{6F615C31-8188-093B-AF75-31B259E707E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graphicFrame>
        <p:nvGraphicFramePr>
          <p:cNvPr id="70" name="Espace réservé du graphique 7">
            <a:extLst>
              <a:ext uri="{FF2B5EF4-FFF2-40B4-BE49-F238E27FC236}">
                <a16:creationId xmlns:a16="http://schemas.microsoft.com/office/drawing/2014/main" id="{BE19797E-1C3E-0375-2CA7-86E41E35D78C}"/>
              </a:ext>
            </a:extLst>
          </p:cNvPr>
          <p:cNvGraphicFramePr>
            <a:graphicFrameLocks noGrp="1"/>
          </p:cNvGraphicFramePr>
          <p:nvPr>
            <p:ph type="chart" sz="quarter" idx="54"/>
            <p:extLst>
              <p:ext uri="{D42A27DB-BD31-4B8C-83A1-F6EECF244321}">
                <p14:modId xmlns:p14="http://schemas.microsoft.com/office/powerpoint/2010/main" val="608592798"/>
              </p:ext>
            </p:extLst>
          </p:nvPr>
        </p:nvGraphicFramePr>
        <p:xfrm>
          <a:off x="749300" y="1782763"/>
          <a:ext cx="1463675" cy="87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Espace réservé du texte 60">
            <a:extLst>
              <a:ext uri="{FF2B5EF4-FFF2-40B4-BE49-F238E27FC236}">
                <a16:creationId xmlns:a16="http://schemas.microsoft.com/office/drawing/2014/main" id="{BD199ABB-CD85-D2FC-E0D7-22D78E8F0B5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64" name="Espace réservé du texte 63">
            <a:extLst>
              <a:ext uri="{FF2B5EF4-FFF2-40B4-BE49-F238E27FC236}">
                <a16:creationId xmlns:a16="http://schemas.microsoft.com/office/drawing/2014/main" id="{C93EA89A-852D-9CC2-075F-D8F22A6BAE6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graphicFrame>
        <p:nvGraphicFramePr>
          <p:cNvPr id="81" name="Espace réservé du graphique 7">
            <a:extLst>
              <a:ext uri="{FF2B5EF4-FFF2-40B4-BE49-F238E27FC236}">
                <a16:creationId xmlns:a16="http://schemas.microsoft.com/office/drawing/2014/main" id="{B76DA8B5-A22F-74D1-365B-44D8001D9D54}"/>
              </a:ext>
            </a:extLst>
          </p:cNvPr>
          <p:cNvGraphicFramePr>
            <a:graphicFrameLocks noGrp="1"/>
          </p:cNvGraphicFramePr>
          <p:nvPr>
            <p:ph type="chart" sz="quarter" idx="60"/>
            <p:extLst>
              <p:ext uri="{D42A27DB-BD31-4B8C-83A1-F6EECF244321}">
                <p14:modId xmlns:p14="http://schemas.microsoft.com/office/powerpoint/2010/main" val="3590717131"/>
              </p:ext>
            </p:extLst>
          </p:nvPr>
        </p:nvGraphicFramePr>
        <p:xfrm>
          <a:off x="5021263" y="1787525"/>
          <a:ext cx="1463675" cy="87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7" name="Espace réservé du texte 66">
            <a:extLst>
              <a:ext uri="{FF2B5EF4-FFF2-40B4-BE49-F238E27FC236}">
                <a16:creationId xmlns:a16="http://schemas.microsoft.com/office/drawing/2014/main" id="{632C11A1-8AD8-8282-BCC2-074C0FB1E1D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graphicFrame>
        <p:nvGraphicFramePr>
          <p:cNvPr id="82" name="Espace réservé du graphique 7">
            <a:extLst>
              <a:ext uri="{FF2B5EF4-FFF2-40B4-BE49-F238E27FC236}">
                <a16:creationId xmlns:a16="http://schemas.microsoft.com/office/drawing/2014/main" id="{D8E88FE2-FC9E-CC80-F411-B6F0100A9151}"/>
              </a:ext>
            </a:extLst>
          </p:cNvPr>
          <p:cNvGraphicFramePr>
            <a:graphicFrameLocks noGrp="1"/>
          </p:cNvGraphicFramePr>
          <p:nvPr>
            <p:ph type="chart" sz="quarter" idx="63"/>
            <p:extLst>
              <p:ext uri="{D42A27DB-BD31-4B8C-83A1-F6EECF244321}">
                <p14:modId xmlns:p14="http://schemas.microsoft.com/office/powerpoint/2010/main" val="197985929"/>
              </p:ext>
            </p:extLst>
          </p:nvPr>
        </p:nvGraphicFramePr>
        <p:xfrm>
          <a:off x="5037138" y="3954463"/>
          <a:ext cx="1463675" cy="87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9" name="Espace réservé du texte 68">
            <a:extLst>
              <a:ext uri="{FF2B5EF4-FFF2-40B4-BE49-F238E27FC236}">
                <a16:creationId xmlns:a16="http://schemas.microsoft.com/office/drawing/2014/main" id="{492FB624-A3C3-B722-E685-110A6ED358A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 bwMode="gray"/>
        <p:txBody>
          <a:bodyPr/>
          <a:lstStyle/>
          <a:p>
            <a:r>
              <a:rPr lang="en-GB"/>
              <a:t/>
            </a:r>
            <a:br>
              <a:rPr lang="en-GB"/>
            </a:br>
            <a:r>
              <a:rPr lang="en-GB"/>
              <a:t>three lines</a:t>
            </a:r>
            <a:br>
              <a:rPr lang="en-GB"/>
            </a:br>
            <a:r>
              <a:rPr lang="en-GB"/>
              <a:t/>
            </a:r>
          </a:p>
          <a:p>
            <a:pPr lvl="1"/>
            <a:r>
              <a:rPr lang="en-GB"/>
              <a:t/>
            </a:r>
          </a:p>
          <a:p>
            <a:pPr lvl="1"/>
            <a:r>
              <a:rPr lang="en-GB"/>
              <a:t/>
            </a:r>
          </a:p>
          <a:p>
            <a:pPr lvl="1"/>
            <a:r>
              <a:rPr lang="en-GB"/>
              <a:t/>
            </a:r>
            <a:endParaRPr lang="en-GB" dirty="0"/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B41BBCEF-DB04-3734-C24B-ED7EAF904C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/>
              <a:t/>
            </a:r>
            <a:endParaRPr lang="en-GB" dirty="0"/>
          </a:p>
        </p:txBody>
      </p:sp>
      <p:sp>
        <p:nvSpPr>
          <p:cNvPr id="55" name="Espace réservé du texte 54">
            <a:extLst>
              <a:ext uri="{FF2B5EF4-FFF2-40B4-BE49-F238E27FC236}">
                <a16:creationId xmlns:a16="http://schemas.microsoft.com/office/drawing/2014/main" id="{C72CC773-A381-3ADF-7E86-2D1D962C99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60" name="Espace réservé du texte 59">
            <a:extLst>
              <a:ext uri="{FF2B5EF4-FFF2-40B4-BE49-F238E27FC236}">
                <a16:creationId xmlns:a16="http://schemas.microsoft.com/office/drawing/2014/main" id="{4E9418BD-9550-A2CB-0A20-535DD69EF86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 bwMode="gray"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63" name="Espace réservé du texte 62">
            <a:extLst>
              <a:ext uri="{FF2B5EF4-FFF2-40B4-BE49-F238E27FC236}">
                <a16:creationId xmlns:a16="http://schemas.microsoft.com/office/drawing/2014/main" id="{1063A1B2-B954-C7FA-539D-6564A1DC108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 bwMode="gray"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66" name="Espace réservé du texte 65">
            <a:extLst>
              <a:ext uri="{FF2B5EF4-FFF2-40B4-BE49-F238E27FC236}">
                <a16:creationId xmlns:a16="http://schemas.microsoft.com/office/drawing/2014/main" id="{FA8D9794-7B8D-6ECB-2427-AF23F3A20BB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 bwMode="gray"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B43D0421-CDF7-3CE5-3904-55C89F92F907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959B6E82-04DF-C321-3265-F276494AA512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6F876A4-A962-B3C8-4DDE-8D43738FA4B5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5B47613-DCF9-DB3F-8B2D-9FF62F111391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89D1562F-6B21-592A-5D00-1AB2583F75B2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5622180-D8B2-2726-36CF-FAF40DE14CB3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r>
              <a:rPr lang="en-GB"/>
              <a:t>  </a:t>
            </a:r>
            <a:endParaRPr lang="en-GB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B8C7B440-7BD6-A8BB-2CE9-029776631589}"/>
              </a:ext>
            </a:extLst>
          </p:cNvPr>
          <p:cNvSpPr txBox="1"/>
          <p:nvPr/>
        </p:nvSpPr>
        <p:spPr bwMode="gray">
          <a:xfrm>
            <a:off x="1003463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C374C5D0-A2B3-0382-FBED-C66994ACEBCD}"/>
              </a:ext>
            </a:extLst>
          </p:cNvPr>
          <p:cNvSpPr txBox="1"/>
          <p:nvPr/>
        </p:nvSpPr>
        <p:spPr bwMode="gray">
          <a:xfrm>
            <a:off x="1584279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0B6DF21A-85A3-8692-01A4-64C9E2DBCA9D}"/>
              </a:ext>
            </a:extLst>
          </p:cNvPr>
          <p:cNvSpPr txBox="1"/>
          <p:nvPr/>
        </p:nvSpPr>
        <p:spPr bwMode="gray">
          <a:xfrm>
            <a:off x="2860458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962FBB77-CF7D-30E6-152C-8006A5221C98}"/>
              </a:ext>
            </a:extLst>
          </p:cNvPr>
          <p:cNvSpPr txBox="1"/>
          <p:nvPr/>
        </p:nvSpPr>
        <p:spPr bwMode="gray">
          <a:xfrm>
            <a:off x="3441274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A5CE5DE5-8AAC-3FEF-AC03-F2F9C8EAD826}"/>
              </a:ext>
            </a:extLst>
          </p:cNvPr>
          <p:cNvSpPr txBox="1"/>
          <p:nvPr/>
        </p:nvSpPr>
        <p:spPr bwMode="gray">
          <a:xfrm>
            <a:off x="5278307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EE51EA36-222A-D2FA-22BD-68473E7AE547}"/>
              </a:ext>
            </a:extLst>
          </p:cNvPr>
          <p:cNvSpPr txBox="1"/>
          <p:nvPr/>
        </p:nvSpPr>
        <p:spPr bwMode="gray">
          <a:xfrm>
            <a:off x="5859123" y="177281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1DD24E7A-D227-30D3-E8F2-0F9A47CA318A}"/>
              </a:ext>
            </a:extLst>
          </p:cNvPr>
          <p:cNvSpPr txBox="1"/>
          <p:nvPr/>
        </p:nvSpPr>
        <p:spPr bwMode="gray">
          <a:xfrm>
            <a:off x="5303992" y="3973307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B9A08EF4-A0C4-898C-5BFB-DEE8F0A53B6D}"/>
              </a:ext>
            </a:extLst>
          </p:cNvPr>
          <p:cNvSpPr txBox="1"/>
          <p:nvPr/>
        </p:nvSpPr>
        <p:spPr bwMode="gray">
          <a:xfrm>
            <a:off x="5884808" y="3973307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>
                <a:solidFill>
                  <a:schemeClr val="tx2"/>
                </a:solidFill>
              </a:rPr>
              <a:t/>
            </a:r>
            <a:endParaRPr lang="en-GB" sz="11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2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39">
            <a:extLst>
              <a:ext uri="{FF2B5EF4-FFF2-40B4-BE49-F238E27FC236}">
                <a16:creationId xmlns:a16="http://schemas.microsoft.com/office/drawing/2014/main" id="{47EFD06E-2988-A6DA-EC5D-B16856B1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View</a:t>
            </a:r>
          </a:p>
        </p:txBody>
      </p:sp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FF15877-07F2-C956-5A51-662355DD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F6947305-7493-8B7F-74B7-62956F36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1D277D1-7A2A-DF53-43F7-8727D0C6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21</a:t>
            </a:fld>
            <a:endParaRPr lang="en-GB" dirty="0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6C901D0A-B7F8-6990-4312-B7E619589F57}"/>
              </a:ext>
            </a:extLst>
          </p:cNvPr>
          <p:cNvGrpSpPr/>
          <p:nvPr/>
        </p:nvGrpSpPr>
        <p:grpSpPr>
          <a:xfrm>
            <a:off x="1065893" y="753145"/>
            <a:ext cx="10060235" cy="5351719"/>
            <a:chOff x="397420" y="1374406"/>
            <a:chExt cx="8279921" cy="4759552"/>
          </a:xfrm>
          <a:solidFill>
            <a:schemeClr val="bg2"/>
          </a:solidFill>
          <a:effectLst/>
        </p:grpSpPr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B0C18F1-90B1-1BE8-442D-AD3E61475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342" y="3536138"/>
              <a:ext cx="204371" cy="218764"/>
            </a:xfrm>
            <a:custGeom>
              <a:avLst/>
              <a:gdLst>
                <a:gd name="T0" fmla="*/ 139 w 142"/>
                <a:gd name="T1" fmla="*/ 7 h 152"/>
                <a:gd name="T2" fmla="*/ 142 w 142"/>
                <a:gd name="T3" fmla="*/ 0 h 152"/>
                <a:gd name="T4" fmla="*/ 129 w 142"/>
                <a:gd name="T5" fmla="*/ 0 h 152"/>
                <a:gd name="T6" fmla="*/ 82 w 142"/>
                <a:gd name="T7" fmla="*/ 0 h 152"/>
                <a:gd name="T8" fmla="*/ 77 w 142"/>
                <a:gd name="T9" fmla="*/ 10 h 152"/>
                <a:gd name="T10" fmla="*/ 55 w 142"/>
                <a:gd name="T11" fmla="*/ 7 h 152"/>
                <a:gd name="T12" fmla="*/ 52 w 142"/>
                <a:gd name="T13" fmla="*/ 30 h 152"/>
                <a:gd name="T14" fmla="*/ 45 w 142"/>
                <a:gd name="T15" fmla="*/ 42 h 152"/>
                <a:gd name="T16" fmla="*/ 30 w 142"/>
                <a:gd name="T17" fmla="*/ 50 h 152"/>
                <a:gd name="T18" fmla="*/ 22 w 142"/>
                <a:gd name="T19" fmla="*/ 57 h 152"/>
                <a:gd name="T20" fmla="*/ 22 w 142"/>
                <a:gd name="T21" fmla="*/ 82 h 152"/>
                <a:gd name="T22" fmla="*/ 12 w 142"/>
                <a:gd name="T23" fmla="*/ 84 h 152"/>
                <a:gd name="T24" fmla="*/ 15 w 142"/>
                <a:gd name="T25" fmla="*/ 97 h 152"/>
                <a:gd name="T26" fmla="*/ 7 w 142"/>
                <a:gd name="T27" fmla="*/ 104 h 152"/>
                <a:gd name="T28" fmla="*/ 0 w 142"/>
                <a:gd name="T29" fmla="*/ 122 h 152"/>
                <a:gd name="T30" fmla="*/ 2 w 142"/>
                <a:gd name="T31" fmla="*/ 147 h 152"/>
                <a:gd name="T32" fmla="*/ 10 w 142"/>
                <a:gd name="T33" fmla="*/ 149 h 152"/>
                <a:gd name="T34" fmla="*/ 35 w 142"/>
                <a:gd name="T35" fmla="*/ 152 h 152"/>
                <a:gd name="T36" fmla="*/ 50 w 142"/>
                <a:gd name="T37" fmla="*/ 152 h 152"/>
                <a:gd name="T38" fmla="*/ 52 w 142"/>
                <a:gd name="T39" fmla="*/ 127 h 152"/>
                <a:gd name="T40" fmla="*/ 57 w 142"/>
                <a:gd name="T41" fmla="*/ 112 h 152"/>
                <a:gd name="T42" fmla="*/ 67 w 142"/>
                <a:gd name="T43" fmla="*/ 102 h 152"/>
                <a:gd name="T44" fmla="*/ 82 w 142"/>
                <a:gd name="T45" fmla="*/ 107 h 152"/>
                <a:gd name="T46" fmla="*/ 82 w 142"/>
                <a:gd name="T47" fmla="*/ 47 h 152"/>
                <a:gd name="T48" fmla="*/ 124 w 142"/>
                <a:gd name="T49" fmla="*/ 42 h 152"/>
                <a:gd name="T50" fmla="*/ 134 w 142"/>
                <a:gd name="T51" fmla="*/ 32 h 152"/>
                <a:gd name="T52" fmla="*/ 139 w 142"/>
                <a:gd name="T53" fmla="*/ 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2" h="152">
                  <a:moveTo>
                    <a:pt x="139" y="7"/>
                  </a:moveTo>
                  <a:lnTo>
                    <a:pt x="142" y="0"/>
                  </a:lnTo>
                  <a:lnTo>
                    <a:pt x="129" y="0"/>
                  </a:lnTo>
                  <a:lnTo>
                    <a:pt x="82" y="0"/>
                  </a:lnTo>
                  <a:lnTo>
                    <a:pt x="77" y="10"/>
                  </a:lnTo>
                  <a:lnTo>
                    <a:pt x="55" y="7"/>
                  </a:lnTo>
                  <a:lnTo>
                    <a:pt x="52" y="30"/>
                  </a:lnTo>
                  <a:lnTo>
                    <a:pt x="45" y="42"/>
                  </a:lnTo>
                  <a:lnTo>
                    <a:pt x="30" y="50"/>
                  </a:lnTo>
                  <a:lnTo>
                    <a:pt x="22" y="57"/>
                  </a:lnTo>
                  <a:lnTo>
                    <a:pt x="22" y="82"/>
                  </a:lnTo>
                  <a:lnTo>
                    <a:pt x="12" y="84"/>
                  </a:lnTo>
                  <a:lnTo>
                    <a:pt x="15" y="97"/>
                  </a:lnTo>
                  <a:lnTo>
                    <a:pt x="7" y="104"/>
                  </a:lnTo>
                  <a:lnTo>
                    <a:pt x="0" y="122"/>
                  </a:lnTo>
                  <a:lnTo>
                    <a:pt x="2" y="147"/>
                  </a:lnTo>
                  <a:lnTo>
                    <a:pt x="10" y="149"/>
                  </a:lnTo>
                  <a:lnTo>
                    <a:pt x="35" y="152"/>
                  </a:lnTo>
                  <a:lnTo>
                    <a:pt x="50" y="152"/>
                  </a:lnTo>
                  <a:lnTo>
                    <a:pt x="52" y="127"/>
                  </a:lnTo>
                  <a:lnTo>
                    <a:pt x="57" y="112"/>
                  </a:lnTo>
                  <a:lnTo>
                    <a:pt x="67" y="102"/>
                  </a:lnTo>
                  <a:lnTo>
                    <a:pt x="82" y="107"/>
                  </a:lnTo>
                  <a:lnTo>
                    <a:pt x="82" y="47"/>
                  </a:lnTo>
                  <a:lnTo>
                    <a:pt x="124" y="42"/>
                  </a:lnTo>
                  <a:lnTo>
                    <a:pt x="134" y="32"/>
                  </a:lnTo>
                  <a:lnTo>
                    <a:pt x="139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41C08B5D-5894-B994-5357-6D6819FD0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0856" y="4165084"/>
              <a:ext cx="286408" cy="322389"/>
            </a:xfrm>
            <a:custGeom>
              <a:avLst/>
              <a:gdLst>
                <a:gd name="T0" fmla="*/ 42 w 199"/>
                <a:gd name="T1" fmla="*/ 110 h 224"/>
                <a:gd name="T2" fmla="*/ 5 w 199"/>
                <a:gd name="T3" fmla="*/ 110 h 224"/>
                <a:gd name="T4" fmla="*/ 0 w 199"/>
                <a:gd name="T5" fmla="*/ 137 h 224"/>
                <a:gd name="T6" fmla="*/ 12 w 199"/>
                <a:gd name="T7" fmla="*/ 147 h 224"/>
                <a:gd name="T8" fmla="*/ 12 w 199"/>
                <a:gd name="T9" fmla="*/ 167 h 224"/>
                <a:gd name="T10" fmla="*/ 30 w 199"/>
                <a:gd name="T11" fmla="*/ 169 h 224"/>
                <a:gd name="T12" fmla="*/ 32 w 199"/>
                <a:gd name="T13" fmla="*/ 197 h 224"/>
                <a:gd name="T14" fmla="*/ 40 w 199"/>
                <a:gd name="T15" fmla="*/ 199 h 224"/>
                <a:gd name="T16" fmla="*/ 47 w 199"/>
                <a:gd name="T17" fmla="*/ 209 h 224"/>
                <a:gd name="T18" fmla="*/ 75 w 199"/>
                <a:gd name="T19" fmla="*/ 214 h 224"/>
                <a:gd name="T20" fmla="*/ 84 w 199"/>
                <a:gd name="T21" fmla="*/ 202 h 224"/>
                <a:gd name="T22" fmla="*/ 99 w 199"/>
                <a:gd name="T23" fmla="*/ 207 h 224"/>
                <a:gd name="T24" fmla="*/ 109 w 199"/>
                <a:gd name="T25" fmla="*/ 224 h 224"/>
                <a:gd name="T26" fmla="*/ 132 w 199"/>
                <a:gd name="T27" fmla="*/ 224 h 224"/>
                <a:gd name="T28" fmla="*/ 137 w 199"/>
                <a:gd name="T29" fmla="*/ 207 h 224"/>
                <a:gd name="T30" fmla="*/ 147 w 199"/>
                <a:gd name="T31" fmla="*/ 192 h 224"/>
                <a:gd name="T32" fmla="*/ 147 w 199"/>
                <a:gd name="T33" fmla="*/ 174 h 224"/>
                <a:gd name="T34" fmla="*/ 162 w 199"/>
                <a:gd name="T35" fmla="*/ 162 h 224"/>
                <a:gd name="T36" fmla="*/ 169 w 199"/>
                <a:gd name="T37" fmla="*/ 132 h 224"/>
                <a:gd name="T38" fmla="*/ 184 w 199"/>
                <a:gd name="T39" fmla="*/ 127 h 224"/>
                <a:gd name="T40" fmla="*/ 184 w 199"/>
                <a:gd name="T41" fmla="*/ 107 h 224"/>
                <a:gd name="T42" fmla="*/ 167 w 199"/>
                <a:gd name="T43" fmla="*/ 95 h 224"/>
                <a:gd name="T44" fmla="*/ 167 w 199"/>
                <a:gd name="T45" fmla="*/ 65 h 224"/>
                <a:gd name="T46" fmla="*/ 181 w 199"/>
                <a:gd name="T47" fmla="*/ 53 h 224"/>
                <a:gd name="T48" fmla="*/ 199 w 199"/>
                <a:gd name="T49" fmla="*/ 40 h 224"/>
                <a:gd name="T50" fmla="*/ 194 w 199"/>
                <a:gd name="T51" fmla="*/ 20 h 224"/>
                <a:gd name="T52" fmla="*/ 171 w 199"/>
                <a:gd name="T53" fmla="*/ 15 h 224"/>
                <a:gd name="T54" fmla="*/ 159 w 199"/>
                <a:gd name="T55" fmla="*/ 13 h 224"/>
                <a:gd name="T56" fmla="*/ 137 w 199"/>
                <a:gd name="T57" fmla="*/ 0 h 224"/>
                <a:gd name="T58" fmla="*/ 134 w 199"/>
                <a:gd name="T59" fmla="*/ 18 h 224"/>
                <a:gd name="T60" fmla="*/ 122 w 199"/>
                <a:gd name="T61" fmla="*/ 25 h 224"/>
                <a:gd name="T62" fmla="*/ 117 w 199"/>
                <a:gd name="T63" fmla="*/ 45 h 224"/>
                <a:gd name="T64" fmla="*/ 102 w 199"/>
                <a:gd name="T65" fmla="*/ 53 h 224"/>
                <a:gd name="T66" fmla="*/ 84 w 199"/>
                <a:gd name="T67" fmla="*/ 65 h 224"/>
                <a:gd name="T68" fmla="*/ 75 w 199"/>
                <a:gd name="T69" fmla="*/ 85 h 224"/>
                <a:gd name="T70" fmla="*/ 52 w 199"/>
                <a:gd name="T71" fmla="*/ 82 h 224"/>
                <a:gd name="T72" fmla="*/ 50 w 199"/>
                <a:gd name="T73" fmla="*/ 100 h 224"/>
                <a:gd name="T74" fmla="*/ 42 w 199"/>
                <a:gd name="T75" fmla="*/ 11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9" h="224">
                  <a:moveTo>
                    <a:pt x="42" y="110"/>
                  </a:moveTo>
                  <a:lnTo>
                    <a:pt x="5" y="110"/>
                  </a:lnTo>
                  <a:lnTo>
                    <a:pt x="0" y="137"/>
                  </a:lnTo>
                  <a:lnTo>
                    <a:pt x="12" y="147"/>
                  </a:lnTo>
                  <a:lnTo>
                    <a:pt x="12" y="167"/>
                  </a:lnTo>
                  <a:lnTo>
                    <a:pt x="30" y="169"/>
                  </a:lnTo>
                  <a:lnTo>
                    <a:pt x="32" y="197"/>
                  </a:lnTo>
                  <a:lnTo>
                    <a:pt x="40" y="199"/>
                  </a:lnTo>
                  <a:lnTo>
                    <a:pt x="47" y="209"/>
                  </a:lnTo>
                  <a:lnTo>
                    <a:pt x="75" y="214"/>
                  </a:lnTo>
                  <a:lnTo>
                    <a:pt x="84" y="202"/>
                  </a:lnTo>
                  <a:lnTo>
                    <a:pt x="99" y="207"/>
                  </a:lnTo>
                  <a:lnTo>
                    <a:pt x="109" y="224"/>
                  </a:lnTo>
                  <a:lnTo>
                    <a:pt x="132" y="224"/>
                  </a:lnTo>
                  <a:lnTo>
                    <a:pt x="137" y="207"/>
                  </a:lnTo>
                  <a:lnTo>
                    <a:pt x="147" y="192"/>
                  </a:lnTo>
                  <a:lnTo>
                    <a:pt x="147" y="174"/>
                  </a:lnTo>
                  <a:lnTo>
                    <a:pt x="162" y="162"/>
                  </a:lnTo>
                  <a:lnTo>
                    <a:pt x="169" y="132"/>
                  </a:lnTo>
                  <a:lnTo>
                    <a:pt x="184" y="127"/>
                  </a:lnTo>
                  <a:lnTo>
                    <a:pt x="184" y="107"/>
                  </a:lnTo>
                  <a:lnTo>
                    <a:pt x="167" y="95"/>
                  </a:lnTo>
                  <a:lnTo>
                    <a:pt x="167" y="65"/>
                  </a:lnTo>
                  <a:lnTo>
                    <a:pt x="181" y="53"/>
                  </a:lnTo>
                  <a:lnTo>
                    <a:pt x="199" y="40"/>
                  </a:lnTo>
                  <a:lnTo>
                    <a:pt x="194" y="20"/>
                  </a:lnTo>
                  <a:lnTo>
                    <a:pt x="171" y="15"/>
                  </a:lnTo>
                  <a:lnTo>
                    <a:pt x="159" y="13"/>
                  </a:lnTo>
                  <a:lnTo>
                    <a:pt x="137" y="0"/>
                  </a:lnTo>
                  <a:lnTo>
                    <a:pt x="134" y="18"/>
                  </a:lnTo>
                  <a:lnTo>
                    <a:pt x="122" y="25"/>
                  </a:lnTo>
                  <a:lnTo>
                    <a:pt x="117" y="45"/>
                  </a:lnTo>
                  <a:lnTo>
                    <a:pt x="102" y="53"/>
                  </a:lnTo>
                  <a:lnTo>
                    <a:pt x="84" y="65"/>
                  </a:lnTo>
                  <a:lnTo>
                    <a:pt x="75" y="85"/>
                  </a:lnTo>
                  <a:lnTo>
                    <a:pt x="52" y="82"/>
                  </a:lnTo>
                  <a:lnTo>
                    <a:pt x="50" y="100"/>
                  </a:lnTo>
                  <a:lnTo>
                    <a:pt x="42" y="1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7659DC2-D23A-B40F-B4D3-D0AC45A8D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121" y="3972226"/>
              <a:ext cx="48934" cy="33102"/>
            </a:xfrm>
            <a:custGeom>
              <a:avLst/>
              <a:gdLst>
                <a:gd name="T0" fmla="*/ 34 w 34"/>
                <a:gd name="T1" fmla="*/ 23 h 23"/>
                <a:gd name="T2" fmla="*/ 32 w 34"/>
                <a:gd name="T3" fmla="*/ 0 h 23"/>
                <a:gd name="T4" fmla="*/ 12 w 34"/>
                <a:gd name="T5" fmla="*/ 0 h 23"/>
                <a:gd name="T6" fmla="*/ 0 w 34"/>
                <a:gd name="T7" fmla="*/ 5 h 23"/>
                <a:gd name="T8" fmla="*/ 34 w 3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3">
                  <a:moveTo>
                    <a:pt x="34" y="23"/>
                  </a:moveTo>
                  <a:lnTo>
                    <a:pt x="32" y="0"/>
                  </a:lnTo>
                  <a:lnTo>
                    <a:pt x="12" y="0"/>
                  </a:lnTo>
                  <a:lnTo>
                    <a:pt x="0" y="5"/>
                  </a:lnTo>
                  <a:lnTo>
                    <a:pt x="34" y="2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FE7270D-5F98-C120-2971-683E7908C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350" y="3793761"/>
              <a:ext cx="70522" cy="71962"/>
            </a:xfrm>
            <a:custGeom>
              <a:avLst/>
              <a:gdLst>
                <a:gd name="T0" fmla="*/ 37 w 49"/>
                <a:gd name="T1" fmla="*/ 2 h 50"/>
                <a:gd name="T2" fmla="*/ 29 w 49"/>
                <a:gd name="T3" fmla="*/ 17 h 50"/>
                <a:gd name="T4" fmla="*/ 37 w 49"/>
                <a:gd name="T5" fmla="*/ 27 h 50"/>
                <a:gd name="T6" fmla="*/ 27 w 49"/>
                <a:gd name="T7" fmla="*/ 32 h 50"/>
                <a:gd name="T8" fmla="*/ 0 w 49"/>
                <a:gd name="T9" fmla="*/ 32 h 50"/>
                <a:gd name="T10" fmla="*/ 5 w 49"/>
                <a:gd name="T11" fmla="*/ 45 h 50"/>
                <a:gd name="T12" fmla="*/ 24 w 49"/>
                <a:gd name="T13" fmla="*/ 47 h 50"/>
                <a:gd name="T14" fmla="*/ 44 w 49"/>
                <a:gd name="T15" fmla="*/ 50 h 50"/>
                <a:gd name="T16" fmla="*/ 49 w 49"/>
                <a:gd name="T17" fmla="*/ 35 h 50"/>
                <a:gd name="T18" fmla="*/ 49 w 49"/>
                <a:gd name="T19" fmla="*/ 10 h 50"/>
                <a:gd name="T20" fmla="*/ 49 w 49"/>
                <a:gd name="T21" fmla="*/ 0 h 50"/>
                <a:gd name="T22" fmla="*/ 37 w 49"/>
                <a:gd name="T23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50">
                  <a:moveTo>
                    <a:pt x="37" y="2"/>
                  </a:moveTo>
                  <a:lnTo>
                    <a:pt x="29" y="17"/>
                  </a:lnTo>
                  <a:lnTo>
                    <a:pt x="37" y="27"/>
                  </a:lnTo>
                  <a:lnTo>
                    <a:pt x="27" y="32"/>
                  </a:lnTo>
                  <a:lnTo>
                    <a:pt x="0" y="32"/>
                  </a:lnTo>
                  <a:lnTo>
                    <a:pt x="5" y="45"/>
                  </a:lnTo>
                  <a:lnTo>
                    <a:pt x="24" y="47"/>
                  </a:lnTo>
                  <a:lnTo>
                    <a:pt x="44" y="50"/>
                  </a:lnTo>
                  <a:lnTo>
                    <a:pt x="49" y="35"/>
                  </a:lnTo>
                  <a:lnTo>
                    <a:pt x="49" y="10"/>
                  </a:lnTo>
                  <a:lnTo>
                    <a:pt x="49" y="0"/>
                  </a:lnTo>
                  <a:lnTo>
                    <a:pt x="37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C1ADA88D-F6B5-1E59-AC85-EE52D2019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1842" y="4015403"/>
              <a:ext cx="82036" cy="182782"/>
            </a:xfrm>
            <a:custGeom>
              <a:avLst/>
              <a:gdLst>
                <a:gd name="T0" fmla="*/ 0 w 57"/>
                <a:gd name="T1" fmla="*/ 45 h 127"/>
                <a:gd name="T2" fmla="*/ 8 w 57"/>
                <a:gd name="T3" fmla="*/ 57 h 127"/>
                <a:gd name="T4" fmla="*/ 13 w 57"/>
                <a:gd name="T5" fmla="*/ 80 h 127"/>
                <a:gd name="T6" fmla="*/ 13 w 57"/>
                <a:gd name="T7" fmla="*/ 104 h 127"/>
                <a:gd name="T8" fmla="*/ 20 w 57"/>
                <a:gd name="T9" fmla="*/ 127 h 127"/>
                <a:gd name="T10" fmla="*/ 43 w 57"/>
                <a:gd name="T11" fmla="*/ 117 h 127"/>
                <a:gd name="T12" fmla="*/ 38 w 57"/>
                <a:gd name="T13" fmla="*/ 77 h 127"/>
                <a:gd name="T14" fmla="*/ 50 w 57"/>
                <a:gd name="T15" fmla="*/ 62 h 127"/>
                <a:gd name="T16" fmla="*/ 57 w 57"/>
                <a:gd name="T17" fmla="*/ 22 h 127"/>
                <a:gd name="T18" fmla="*/ 55 w 57"/>
                <a:gd name="T19" fmla="*/ 0 h 127"/>
                <a:gd name="T20" fmla="*/ 38 w 57"/>
                <a:gd name="T21" fmla="*/ 0 h 127"/>
                <a:gd name="T22" fmla="*/ 33 w 57"/>
                <a:gd name="T23" fmla="*/ 20 h 127"/>
                <a:gd name="T24" fmla="*/ 13 w 57"/>
                <a:gd name="T25" fmla="*/ 25 h 127"/>
                <a:gd name="T26" fmla="*/ 0 w 57"/>
                <a:gd name="T27" fmla="*/ 4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27">
                  <a:moveTo>
                    <a:pt x="0" y="45"/>
                  </a:moveTo>
                  <a:lnTo>
                    <a:pt x="8" y="57"/>
                  </a:lnTo>
                  <a:lnTo>
                    <a:pt x="13" y="80"/>
                  </a:lnTo>
                  <a:lnTo>
                    <a:pt x="13" y="104"/>
                  </a:lnTo>
                  <a:lnTo>
                    <a:pt x="20" y="127"/>
                  </a:lnTo>
                  <a:lnTo>
                    <a:pt x="43" y="117"/>
                  </a:lnTo>
                  <a:lnTo>
                    <a:pt x="38" y="77"/>
                  </a:lnTo>
                  <a:lnTo>
                    <a:pt x="50" y="62"/>
                  </a:lnTo>
                  <a:lnTo>
                    <a:pt x="57" y="22"/>
                  </a:lnTo>
                  <a:lnTo>
                    <a:pt x="55" y="0"/>
                  </a:lnTo>
                  <a:lnTo>
                    <a:pt x="38" y="0"/>
                  </a:lnTo>
                  <a:lnTo>
                    <a:pt x="33" y="20"/>
                  </a:lnTo>
                  <a:lnTo>
                    <a:pt x="13" y="25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74D33B22-1AC4-EAE5-1EB5-D2B2D424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249" y="4867431"/>
              <a:ext cx="247548" cy="371323"/>
            </a:xfrm>
            <a:custGeom>
              <a:avLst/>
              <a:gdLst>
                <a:gd name="T0" fmla="*/ 0 w 172"/>
                <a:gd name="T1" fmla="*/ 5 h 258"/>
                <a:gd name="T2" fmla="*/ 18 w 172"/>
                <a:gd name="T3" fmla="*/ 0 h 258"/>
                <a:gd name="T4" fmla="*/ 37 w 172"/>
                <a:gd name="T5" fmla="*/ 7 h 258"/>
                <a:gd name="T6" fmla="*/ 67 w 172"/>
                <a:gd name="T7" fmla="*/ 10 h 258"/>
                <a:gd name="T8" fmla="*/ 115 w 172"/>
                <a:gd name="T9" fmla="*/ 7 h 258"/>
                <a:gd name="T10" fmla="*/ 119 w 172"/>
                <a:gd name="T11" fmla="*/ 17 h 258"/>
                <a:gd name="T12" fmla="*/ 157 w 172"/>
                <a:gd name="T13" fmla="*/ 22 h 258"/>
                <a:gd name="T14" fmla="*/ 172 w 172"/>
                <a:gd name="T15" fmla="*/ 24 h 258"/>
                <a:gd name="T16" fmla="*/ 162 w 172"/>
                <a:gd name="T17" fmla="*/ 42 h 258"/>
                <a:gd name="T18" fmla="*/ 162 w 172"/>
                <a:gd name="T19" fmla="*/ 104 h 258"/>
                <a:gd name="T20" fmla="*/ 152 w 172"/>
                <a:gd name="T21" fmla="*/ 111 h 258"/>
                <a:gd name="T22" fmla="*/ 144 w 172"/>
                <a:gd name="T23" fmla="*/ 116 h 258"/>
                <a:gd name="T24" fmla="*/ 144 w 172"/>
                <a:gd name="T25" fmla="*/ 179 h 258"/>
                <a:gd name="T26" fmla="*/ 139 w 172"/>
                <a:gd name="T27" fmla="*/ 248 h 258"/>
                <a:gd name="T28" fmla="*/ 129 w 172"/>
                <a:gd name="T29" fmla="*/ 258 h 258"/>
                <a:gd name="T30" fmla="*/ 107 w 172"/>
                <a:gd name="T31" fmla="*/ 256 h 258"/>
                <a:gd name="T32" fmla="*/ 97 w 172"/>
                <a:gd name="T33" fmla="*/ 241 h 258"/>
                <a:gd name="T34" fmla="*/ 95 w 172"/>
                <a:gd name="T35" fmla="*/ 248 h 258"/>
                <a:gd name="T36" fmla="*/ 82 w 172"/>
                <a:gd name="T37" fmla="*/ 248 h 258"/>
                <a:gd name="T38" fmla="*/ 77 w 172"/>
                <a:gd name="T39" fmla="*/ 233 h 258"/>
                <a:gd name="T40" fmla="*/ 67 w 172"/>
                <a:gd name="T41" fmla="*/ 221 h 258"/>
                <a:gd name="T42" fmla="*/ 55 w 172"/>
                <a:gd name="T43" fmla="*/ 218 h 258"/>
                <a:gd name="T44" fmla="*/ 55 w 172"/>
                <a:gd name="T45" fmla="*/ 196 h 258"/>
                <a:gd name="T46" fmla="*/ 50 w 172"/>
                <a:gd name="T47" fmla="*/ 169 h 258"/>
                <a:gd name="T48" fmla="*/ 50 w 172"/>
                <a:gd name="T49" fmla="*/ 151 h 258"/>
                <a:gd name="T50" fmla="*/ 47 w 172"/>
                <a:gd name="T51" fmla="*/ 126 h 258"/>
                <a:gd name="T52" fmla="*/ 42 w 172"/>
                <a:gd name="T53" fmla="*/ 106 h 258"/>
                <a:gd name="T54" fmla="*/ 35 w 172"/>
                <a:gd name="T55" fmla="*/ 94 h 258"/>
                <a:gd name="T56" fmla="*/ 30 w 172"/>
                <a:gd name="T57" fmla="*/ 82 h 258"/>
                <a:gd name="T58" fmla="*/ 18 w 172"/>
                <a:gd name="T59" fmla="*/ 59 h 258"/>
                <a:gd name="T60" fmla="*/ 13 w 172"/>
                <a:gd name="T61" fmla="*/ 47 h 258"/>
                <a:gd name="T62" fmla="*/ 0 w 172"/>
                <a:gd name="T63" fmla="*/ 29 h 258"/>
                <a:gd name="T64" fmla="*/ 0 w 172"/>
                <a:gd name="T65" fmla="*/ 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258">
                  <a:moveTo>
                    <a:pt x="0" y="5"/>
                  </a:moveTo>
                  <a:lnTo>
                    <a:pt x="18" y="0"/>
                  </a:lnTo>
                  <a:lnTo>
                    <a:pt x="37" y="7"/>
                  </a:lnTo>
                  <a:lnTo>
                    <a:pt x="67" y="10"/>
                  </a:lnTo>
                  <a:lnTo>
                    <a:pt x="115" y="7"/>
                  </a:lnTo>
                  <a:lnTo>
                    <a:pt x="119" y="17"/>
                  </a:lnTo>
                  <a:lnTo>
                    <a:pt x="157" y="22"/>
                  </a:lnTo>
                  <a:lnTo>
                    <a:pt x="172" y="24"/>
                  </a:lnTo>
                  <a:lnTo>
                    <a:pt x="162" y="42"/>
                  </a:lnTo>
                  <a:lnTo>
                    <a:pt x="162" y="104"/>
                  </a:lnTo>
                  <a:lnTo>
                    <a:pt x="152" y="111"/>
                  </a:lnTo>
                  <a:lnTo>
                    <a:pt x="144" y="116"/>
                  </a:lnTo>
                  <a:lnTo>
                    <a:pt x="144" y="179"/>
                  </a:lnTo>
                  <a:lnTo>
                    <a:pt x="139" y="248"/>
                  </a:lnTo>
                  <a:lnTo>
                    <a:pt x="129" y="258"/>
                  </a:lnTo>
                  <a:lnTo>
                    <a:pt x="107" y="256"/>
                  </a:lnTo>
                  <a:lnTo>
                    <a:pt x="97" y="241"/>
                  </a:lnTo>
                  <a:lnTo>
                    <a:pt x="95" y="248"/>
                  </a:lnTo>
                  <a:lnTo>
                    <a:pt x="82" y="248"/>
                  </a:lnTo>
                  <a:lnTo>
                    <a:pt x="77" y="233"/>
                  </a:lnTo>
                  <a:lnTo>
                    <a:pt x="67" y="221"/>
                  </a:lnTo>
                  <a:lnTo>
                    <a:pt x="55" y="218"/>
                  </a:lnTo>
                  <a:lnTo>
                    <a:pt x="55" y="196"/>
                  </a:lnTo>
                  <a:lnTo>
                    <a:pt x="50" y="169"/>
                  </a:lnTo>
                  <a:lnTo>
                    <a:pt x="50" y="151"/>
                  </a:lnTo>
                  <a:lnTo>
                    <a:pt x="47" y="126"/>
                  </a:lnTo>
                  <a:lnTo>
                    <a:pt x="42" y="106"/>
                  </a:lnTo>
                  <a:lnTo>
                    <a:pt x="35" y="94"/>
                  </a:lnTo>
                  <a:lnTo>
                    <a:pt x="30" y="82"/>
                  </a:lnTo>
                  <a:lnTo>
                    <a:pt x="18" y="59"/>
                  </a:lnTo>
                  <a:lnTo>
                    <a:pt x="13" y="47"/>
                  </a:lnTo>
                  <a:lnTo>
                    <a:pt x="0" y="29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2AEB9F65-0DB8-26FA-1C6C-89C8B254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6114" y="4408314"/>
              <a:ext cx="48934" cy="71962"/>
            </a:xfrm>
            <a:custGeom>
              <a:avLst/>
              <a:gdLst>
                <a:gd name="T0" fmla="*/ 0 w 34"/>
                <a:gd name="T1" fmla="*/ 0 h 50"/>
                <a:gd name="T2" fmla="*/ 12 w 34"/>
                <a:gd name="T3" fmla="*/ 25 h 50"/>
                <a:gd name="T4" fmla="*/ 30 w 34"/>
                <a:gd name="T5" fmla="*/ 50 h 50"/>
                <a:gd name="T6" fmla="*/ 34 w 34"/>
                <a:gd name="T7" fmla="*/ 20 h 50"/>
                <a:gd name="T8" fmla="*/ 0 w 34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0">
                  <a:moveTo>
                    <a:pt x="0" y="0"/>
                  </a:moveTo>
                  <a:lnTo>
                    <a:pt x="12" y="25"/>
                  </a:lnTo>
                  <a:lnTo>
                    <a:pt x="30" y="50"/>
                  </a:lnTo>
                  <a:lnTo>
                    <a:pt x="34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1622E921-FCCE-F98B-EE1C-6A86B296F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660" y="3406606"/>
              <a:ext cx="725375" cy="551228"/>
            </a:xfrm>
            <a:custGeom>
              <a:avLst/>
              <a:gdLst>
                <a:gd name="T0" fmla="*/ 300 w 504"/>
                <a:gd name="T1" fmla="*/ 147 h 383"/>
                <a:gd name="T2" fmla="*/ 281 w 504"/>
                <a:gd name="T3" fmla="*/ 115 h 383"/>
                <a:gd name="T4" fmla="*/ 266 w 504"/>
                <a:gd name="T5" fmla="*/ 75 h 383"/>
                <a:gd name="T6" fmla="*/ 241 w 504"/>
                <a:gd name="T7" fmla="*/ 85 h 383"/>
                <a:gd name="T8" fmla="*/ 213 w 504"/>
                <a:gd name="T9" fmla="*/ 55 h 383"/>
                <a:gd name="T10" fmla="*/ 201 w 504"/>
                <a:gd name="T11" fmla="*/ 38 h 383"/>
                <a:gd name="T12" fmla="*/ 181 w 504"/>
                <a:gd name="T13" fmla="*/ 15 h 383"/>
                <a:gd name="T14" fmla="*/ 154 w 504"/>
                <a:gd name="T15" fmla="*/ 25 h 383"/>
                <a:gd name="T16" fmla="*/ 124 w 504"/>
                <a:gd name="T17" fmla="*/ 38 h 383"/>
                <a:gd name="T18" fmla="*/ 77 w 504"/>
                <a:gd name="T19" fmla="*/ 38 h 383"/>
                <a:gd name="T20" fmla="*/ 42 w 504"/>
                <a:gd name="T21" fmla="*/ 13 h 383"/>
                <a:gd name="T22" fmla="*/ 0 w 504"/>
                <a:gd name="T23" fmla="*/ 0 h 383"/>
                <a:gd name="T24" fmla="*/ 20 w 504"/>
                <a:gd name="T25" fmla="*/ 65 h 383"/>
                <a:gd name="T26" fmla="*/ 29 w 504"/>
                <a:gd name="T27" fmla="*/ 107 h 383"/>
                <a:gd name="T28" fmla="*/ 49 w 504"/>
                <a:gd name="T29" fmla="*/ 137 h 383"/>
                <a:gd name="T30" fmla="*/ 74 w 504"/>
                <a:gd name="T31" fmla="*/ 182 h 383"/>
                <a:gd name="T32" fmla="*/ 121 w 504"/>
                <a:gd name="T33" fmla="*/ 219 h 383"/>
                <a:gd name="T34" fmla="*/ 97 w 504"/>
                <a:gd name="T35" fmla="*/ 159 h 383"/>
                <a:gd name="T36" fmla="*/ 62 w 504"/>
                <a:gd name="T37" fmla="*/ 102 h 383"/>
                <a:gd name="T38" fmla="*/ 37 w 504"/>
                <a:gd name="T39" fmla="*/ 55 h 383"/>
                <a:gd name="T40" fmla="*/ 49 w 504"/>
                <a:gd name="T41" fmla="*/ 35 h 383"/>
                <a:gd name="T42" fmla="*/ 79 w 504"/>
                <a:gd name="T43" fmla="*/ 63 h 383"/>
                <a:gd name="T44" fmla="*/ 94 w 504"/>
                <a:gd name="T45" fmla="*/ 110 h 383"/>
                <a:gd name="T46" fmla="*/ 119 w 504"/>
                <a:gd name="T47" fmla="*/ 140 h 383"/>
                <a:gd name="T48" fmla="*/ 134 w 504"/>
                <a:gd name="T49" fmla="*/ 162 h 383"/>
                <a:gd name="T50" fmla="*/ 159 w 504"/>
                <a:gd name="T51" fmla="*/ 194 h 383"/>
                <a:gd name="T52" fmla="*/ 171 w 504"/>
                <a:gd name="T53" fmla="*/ 212 h 383"/>
                <a:gd name="T54" fmla="*/ 181 w 504"/>
                <a:gd name="T55" fmla="*/ 256 h 383"/>
                <a:gd name="T56" fmla="*/ 191 w 504"/>
                <a:gd name="T57" fmla="*/ 284 h 383"/>
                <a:gd name="T58" fmla="*/ 338 w 504"/>
                <a:gd name="T59" fmla="*/ 363 h 383"/>
                <a:gd name="T60" fmla="*/ 368 w 504"/>
                <a:gd name="T61" fmla="*/ 358 h 383"/>
                <a:gd name="T62" fmla="*/ 402 w 504"/>
                <a:gd name="T63" fmla="*/ 383 h 383"/>
                <a:gd name="T64" fmla="*/ 425 w 504"/>
                <a:gd name="T65" fmla="*/ 356 h 383"/>
                <a:gd name="T66" fmla="*/ 455 w 504"/>
                <a:gd name="T67" fmla="*/ 324 h 383"/>
                <a:gd name="T68" fmla="*/ 487 w 504"/>
                <a:gd name="T69" fmla="*/ 309 h 383"/>
                <a:gd name="T70" fmla="*/ 497 w 504"/>
                <a:gd name="T71" fmla="*/ 269 h 383"/>
                <a:gd name="T72" fmla="*/ 502 w 504"/>
                <a:gd name="T73" fmla="*/ 246 h 383"/>
                <a:gd name="T74" fmla="*/ 445 w 504"/>
                <a:gd name="T75" fmla="*/ 256 h 383"/>
                <a:gd name="T76" fmla="*/ 400 w 504"/>
                <a:gd name="T77" fmla="*/ 301 h 383"/>
                <a:gd name="T78" fmla="*/ 333 w 504"/>
                <a:gd name="T79" fmla="*/ 281 h 383"/>
                <a:gd name="T80" fmla="*/ 313 w 504"/>
                <a:gd name="T81" fmla="*/ 197 h 383"/>
                <a:gd name="T82" fmla="*/ 325 w 504"/>
                <a:gd name="T83" fmla="*/ 147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04" h="383">
                  <a:moveTo>
                    <a:pt x="325" y="147"/>
                  </a:moveTo>
                  <a:lnTo>
                    <a:pt x="300" y="147"/>
                  </a:lnTo>
                  <a:lnTo>
                    <a:pt x="295" y="122"/>
                  </a:lnTo>
                  <a:lnTo>
                    <a:pt x="281" y="115"/>
                  </a:lnTo>
                  <a:lnTo>
                    <a:pt x="276" y="90"/>
                  </a:lnTo>
                  <a:lnTo>
                    <a:pt x="266" y="75"/>
                  </a:lnTo>
                  <a:lnTo>
                    <a:pt x="246" y="63"/>
                  </a:lnTo>
                  <a:lnTo>
                    <a:pt x="241" y="85"/>
                  </a:lnTo>
                  <a:lnTo>
                    <a:pt x="223" y="85"/>
                  </a:lnTo>
                  <a:lnTo>
                    <a:pt x="213" y="55"/>
                  </a:lnTo>
                  <a:lnTo>
                    <a:pt x="203" y="53"/>
                  </a:lnTo>
                  <a:lnTo>
                    <a:pt x="201" y="38"/>
                  </a:lnTo>
                  <a:lnTo>
                    <a:pt x="186" y="33"/>
                  </a:lnTo>
                  <a:lnTo>
                    <a:pt x="181" y="15"/>
                  </a:lnTo>
                  <a:lnTo>
                    <a:pt x="169" y="25"/>
                  </a:lnTo>
                  <a:lnTo>
                    <a:pt x="154" y="25"/>
                  </a:lnTo>
                  <a:lnTo>
                    <a:pt x="151" y="38"/>
                  </a:lnTo>
                  <a:lnTo>
                    <a:pt x="124" y="38"/>
                  </a:lnTo>
                  <a:lnTo>
                    <a:pt x="104" y="45"/>
                  </a:lnTo>
                  <a:lnTo>
                    <a:pt x="77" y="38"/>
                  </a:lnTo>
                  <a:lnTo>
                    <a:pt x="57" y="20"/>
                  </a:lnTo>
                  <a:lnTo>
                    <a:pt x="42" y="13"/>
                  </a:lnTo>
                  <a:lnTo>
                    <a:pt x="37" y="3"/>
                  </a:lnTo>
                  <a:lnTo>
                    <a:pt x="0" y="0"/>
                  </a:lnTo>
                  <a:lnTo>
                    <a:pt x="2" y="45"/>
                  </a:lnTo>
                  <a:lnTo>
                    <a:pt x="20" y="65"/>
                  </a:lnTo>
                  <a:lnTo>
                    <a:pt x="34" y="90"/>
                  </a:lnTo>
                  <a:lnTo>
                    <a:pt x="29" y="107"/>
                  </a:lnTo>
                  <a:lnTo>
                    <a:pt x="20" y="115"/>
                  </a:lnTo>
                  <a:lnTo>
                    <a:pt x="49" y="137"/>
                  </a:lnTo>
                  <a:lnTo>
                    <a:pt x="69" y="152"/>
                  </a:lnTo>
                  <a:lnTo>
                    <a:pt x="74" y="182"/>
                  </a:lnTo>
                  <a:lnTo>
                    <a:pt x="107" y="219"/>
                  </a:lnTo>
                  <a:lnTo>
                    <a:pt x="121" y="219"/>
                  </a:lnTo>
                  <a:lnTo>
                    <a:pt x="112" y="189"/>
                  </a:lnTo>
                  <a:lnTo>
                    <a:pt x="97" y="159"/>
                  </a:lnTo>
                  <a:lnTo>
                    <a:pt x="84" y="130"/>
                  </a:lnTo>
                  <a:lnTo>
                    <a:pt x="62" y="102"/>
                  </a:lnTo>
                  <a:lnTo>
                    <a:pt x="49" y="77"/>
                  </a:lnTo>
                  <a:lnTo>
                    <a:pt x="37" y="55"/>
                  </a:lnTo>
                  <a:lnTo>
                    <a:pt x="37" y="28"/>
                  </a:lnTo>
                  <a:lnTo>
                    <a:pt x="49" y="35"/>
                  </a:lnTo>
                  <a:lnTo>
                    <a:pt x="64" y="50"/>
                  </a:lnTo>
                  <a:lnTo>
                    <a:pt x="79" y="63"/>
                  </a:lnTo>
                  <a:lnTo>
                    <a:pt x="82" y="95"/>
                  </a:lnTo>
                  <a:lnTo>
                    <a:pt x="94" y="110"/>
                  </a:lnTo>
                  <a:lnTo>
                    <a:pt x="109" y="132"/>
                  </a:lnTo>
                  <a:lnTo>
                    <a:pt x="119" y="140"/>
                  </a:lnTo>
                  <a:lnTo>
                    <a:pt x="119" y="157"/>
                  </a:lnTo>
                  <a:lnTo>
                    <a:pt x="134" y="162"/>
                  </a:lnTo>
                  <a:lnTo>
                    <a:pt x="136" y="184"/>
                  </a:lnTo>
                  <a:lnTo>
                    <a:pt x="159" y="194"/>
                  </a:lnTo>
                  <a:lnTo>
                    <a:pt x="159" y="209"/>
                  </a:lnTo>
                  <a:lnTo>
                    <a:pt x="171" y="212"/>
                  </a:lnTo>
                  <a:lnTo>
                    <a:pt x="174" y="234"/>
                  </a:lnTo>
                  <a:lnTo>
                    <a:pt x="181" y="256"/>
                  </a:lnTo>
                  <a:lnTo>
                    <a:pt x="176" y="274"/>
                  </a:lnTo>
                  <a:lnTo>
                    <a:pt x="191" y="284"/>
                  </a:lnTo>
                  <a:lnTo>
                    <a:pt x="288" y="346"/>
                  </a:lnTo>
                  <a:lnTo>
                    <a:pt x="338" y="363"/>
                  </a:lnTo>
                  <a:lnTo>
                    <a:pt x="355" y="351"/>
                  </a:lnTo>
                  <a:lnTo>
                    <a:pt x="368" y="358"/>
                  </a:lnTo>
                  <a:lnTo>
                    <a:pt x="387" y="366"/>
                  </a:lnTo>
                  <a:lnTo>
                    <a:pt x="402" y="383"/>
                  </a:lnTo>
                  <a:lnTo>
                    <a:pt x="410" y="361"/>
                  </a:lnTo>
                  <a:lnTo>
                    <a:pt x="425" y="356"/>
                  </a:lnTo>
                  <a:lnTo>
                    <a:pt x="427" y="336"/>
                  </a:lnTo>
                  <a:lnTo>
                    <a:pt x="455" y="324"/>
                  </a:lnTo>
                  <a:lnTo>
                    <a:pt x="465" y="319"/>
                  </a:lnTo>
                  <a:lnTo>
                    <a:pt x="487" y="309"/>
                  </a:lnTo>
                  <a:lnTo>
                    <a:pt x="499" y="291"/>
                  </a:lnTo>
                  <a:lnTo>
                    <a:pt x="497" y="269"/>
                  </a:lnTo>
                  <a:lnTo>
                    <a:pt x="504" y="264"/>
                  </a:lnTo>
                  <a:lnTo>
                    <a:pt x="502" y="246"/>
                  </a:lnTo>
                  <a:lnTo>
                    <a:pt x="462" y="242"/>
                  </a:lnTo>
                  <a:lnTo>
                    <a:pt x="445" y="256"/>
                  </a:lnTo>
                  <a:lnTo>
                    <a:pt x="427" y="294"/>
                  </a:lnTo>
                  <a:lnTo>
                    <a:pt x="400" y="301"/>
                  </a:lnTo>
                  <a:lnTo>
                    <a:pt x="360" y="304"/>
                  </a:lnTo>
                  <a:lnTo>
                    <a:pt x="333" y="281"/>
                  </a:lnTo>
                  <a:lnTo>
                    <a:pt x="323" y="232"/>
                  </a:lnTo>
                  <a:lnTo>
                    <a:pt x="313" y="197"/>
                  </a:lnTo>
                  <a:lnTo>
                    <a:pt x="320" y="169"/>
                  </a:lnTo>
                  <a:lnTo>
                    <a:pt x="325" y="14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8B0B9CCA-CDEE-8FF4-3F16-052316647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121" y="3918974"/>
              <a:ext cx="171269" cy="86354"/>
            </a:xfrm>
            <a:custGeom>
              <a:avLst/>
              <a:gdLst>
                <a:gd name="T0" fmla="*/ 17 w 119"/>
                <a:gd name="T1" fmla="*/ 10 h 60"/>
                <a:gd name="T2" fmla="*/ 15 w 119"/>
                <a:gd name="T3" fmla="*/ 25 h 60"/>
                <a:gd name="T4" fmla="*/ 2 w 119"/>
                <a:gd name="T5" fmla="*/ 25 h 60"/>
                <a:gd name="T6" fmla="*/ 0 w 119"/>
                <a:gd name="T7" fmla="*/ 42 h 60"/>
                <a:gd name="T8" fmla="*/ 12 w 119"/>
                <a:gd name="T9" fmla="*/ 37 h 60"/>
                <a:gd name="T10" fmla="*/ 32 w 119"/>
                <a:gd name="T11" fmla="*/ 37 h 60"/>
                <a:gd name="T12" fmla="*/ 34 w 119"/>
                <a:gd name="T13" fmla="*/ 60 h 60"/>
                <a:gd name="T14" fmla="*/ 52 w 119"/>
                <a:gd name="T15" fmla="*/ 52 h 60"/>
                <a:gd name="T16" fmla="*/ 74 w 119"/>
                <a:gd name="T17" fmla="*/ 50 h 60"/>
                <a:gd name="T18" fmla="*/ 82 w 119"/>
                <a:gd name="T19" fmla="*/ 32 h 60"/>
                <a:gd name="T20" fmla="*/ 107 w 119"/>
                <a:gd name="T21" fmla="*/ 32 h 60"/>
                <a:gd name="T22" fmla="*/ 119 w 119"/>
                <a:gd name="T23" fmla="*/ 20 h 60"/>
                <a:gd name="T24" fmla="*/ 99 w 119"/>
                <a:gd name="T25" fmla="*/ 12 h 60"/>
                <a:gd name="T26" fmla="*/ 89 w 119"/>
                <a:gd name="T27" fmla="*/ 2 h 60"/>
                <a:gd name="T28" fmla="*/ 59 w 119"/>
                <a:gd name="T29" fmla="*/ 2 h 60"/>
                <a:gd name="T30" fmla="*/ 49 w 119"/>
                <a:gd name="T31" fmla="*/ 12 h 60"/>
                <a:gd name="T32" fmla="*/ 42 w 119"/>
                <a:gd name="T33" fmla="*/ 0 h 60"/>
                <a:gd name="T34" fmla="*/ 29 w 119"/>
                <a:gd name="T35" fmla="*/ 10 h 60"/>
                <a:gd name="T36" fmla="*/ 17 w 119"/>
                <a:gd name="T37" fmla="*/ 1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60">
                  <a:moveTo>
                    <a:pt x="17" y="10"/>
                  </a:moveTo>
                  <a:lnTo>
                    <a:pt x="15" y="25"/>
                  </a:lnTo>
                  <a:lnTo>
                    <a:pt x="2" y="25"/>
                  </a:lnTo>
                  <a:lnTo>
                    <a:pt x="0" y="42"/>
                  </a:lnTo>
                  <a:lnTo>
                    <a:pt x="12" y="37"/>
                  </a:lnTo>
                  <a:lnTo>
                    <a:pt x="32" y="37"/>
                  </a:lnTo>
                  <a:lnTo>
                    <a:pt x="34" y="60"/>
                  </a:lnTo>
                  <a:lnTo>
                    <a:pt x="52" y="52"/>
                  </a:lnTo>
                  <a:lnTo>
                    <a:pt x="74" y="50"/>
                  </a:lnTo>
                  <a:lnTo>
                    <a:pt x="82" y="32"/>
                  </a:lnTo>
                  <a:lnTo>
                    <a:pt x="107" y="32"/>
                  </a:lnTo>
                  <a:lnTo>
                    <a:pt x="119" y="20"/>
                  </a:lnTo>
                  <a:lnTo>
                    <a:pt x="99" y="12"/>
                  </a:lnTo>
                  <a:lnTo>
                    <a:pt x="89" y="2"/>
                  </a:lnTo>
                  <a:lnTo>
                    <a:pt x="59" y="2"/>
                  </a:lnTo>
                  <a:lnTo>
                    <a:pt x="49" y="12"/>
                  </a:lnTo>
                  <a:lnTo>
                    <a:pt x="42" y="0"/>
                  </a:lnTo>
                  <a:lnTo>
                    <a:pt x="29" y="10"/>
                  </a:lnTo>
                  <a:lnTo>
                    <a:pt x="17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C9BD824E-FB7B-D030-5097-9E206BFF0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121" y="3918974"/>
              <a:ext cx="171269" cy="86354"/>
            </a:xfrm>
            <a:custGeom>
              <a:avLst/>
              <a:gdLst>
                <a:gd name="T0" fmla="*/ 17 w 119"/>
                <a:gd name="T1" fmla="*/ 10 h 60"/>
                <a:gd name="T2" fmla="*/ 15 w 119"/>
                <a:gd name="T3" fmla="*/ 25 h 60"/>
                <a:gd name="T4" fmla="*/ 2 w 119"/>
                <a:gd name="T5" fmla="*/ 25 h 60"/>
                <a:gd name="T6" fmla="*/ 0 w 119"/>
                <a:gd name="T7" fmla="*/ 42 h 60"/>
                <a:gd name="T8" fmla="*/ 12 w 119"/>
                <a:gd name="T9" fmla="*/ 37 h 60"/>
                <a:gd name="T10" fmla="*/ 32 w 119"/>
                <a:gd name="T11" fmla="*/ 37 h 60"/>
                <a:gd name="T12" fmla="*/ 34 w 119"/>
                <a:gd name="T13" fmla="*/ 60 h 60"/>
                <a:gd name="T14" fmla="*/ 52 w 119"/>
                <a:gd name="T15" fmla="*/ 52 h 60"/>
                <a:gd name="T16" fmla="*/ 74 w 119"/>
                <a:gd name="T17" fmla="*/ 50 h 60"/>
                <a:gd name="T18" fmla="*/ 82 w 119"/>
                <a:gd name="T19" fmla="*/ 32 h 60"/>
                <a:gd name="T20" fmla="*/ 107 w 119"/>
                <a:gd name="T21" fmla="*/ 32 h 60"/>
                <a:gd name="T22" fmla="*/ 119 w 119"/>
                <a:gd name="T23" fmla="*/ 20 h 60"/>
                <a:gd name="T24" fmla="*/ 99 w 119"/>
                <a:gd name="T25" fmla="*/ 12 h 60"/>
                <a:gd name="T26" fmla="*/ 89 w 119"/>
                <a:gd name="T27" fmla="*/ 2 h 60"/>
                <a:gd name="T28" fmla="*/ 59 w 119"/>
                <a:gd name="T29" fmla="*/ 2 h 60"/>
                <a:gd name="T30" fmla="*/ 49 w 119"/>
                <a:gd name="T31" fmla="*/ 12 h 60"/>
                <a:gd name="T32" fmla="*/ 42 w 119"/>
                <a:gd name="T33" fmla="*/ 0 h 60"/>
                <a:gd name="T34" fmla="*/ 29 w 119"/>
                <a:gd name="T35" fmla="*/ 10 h 60"/>
                <a:gd name="T36" fmla="*/ 20 w 119"/>
                <a:gd name="T37" fmla="*/ 10 h 60"/>
                <a:gd name="T38" fmla="*/ 17 w 119"/>
                <a:gd name="T39" fmla="*/ 1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9" h="60">
                  <a:moveTo>
                    <a:pt x="17" y="10"/>
                  </a:moveTo>
                  <a:lnTo>
                    <a:pt x="15" y="25"/>
                  </a:lnTo>
                  <a:lnTo>
                    <a:pt x="2" y="25"/>
                  </a:lnTo>
                  <a:lnTo>
                    <a:pt x="0" y="42"/>
                  </a:lnTo>
                  <a:lnTo>
                    <a:pt x="12" y="37"/>
                  </a:lnTo>
                  <a:lnTo>
                    <a:pt x="32" y="37"/>
                  </a:lnTo>
                  <a:lnTo>
                    <a:pt x="34" y="60"/>
                  </a:lnTo>
                  <a:lnTo>
                    <a:pt x="52" y="52"/>
                  </a:lnTo>
                  <a:lnTo>
                    <a:pt x="74" y="50"/>
                  </a:lnTo>
                  <a:lnTo>
                    <a:pt x="82" y="32"/>
                  </a:lnTo>
                  <a:lnTo>
                    <a:pt x="107" y="32"/>
                  </a:lnTo>
                  <a:lnTo>
                    <a:pt x="119" y="20"/>
                  </a:lnTo>
                  <a:lnTo>
                    <a:pt x="99" y="12"/>
                  </a:lnTo>
                  <a:lnTo>
                    <a:pt x="89" y="2"/>
                  </a:lnTo>
                  <a:lnTo>
                    <a:pt x="59" y="2"/>
                  </a:lnTo>
                  <a:lnTo>
                    <a:pt x="49" y="12"/>
                  </a:lnTo>
                  <a:lnTo>
                    <a:pt x="42" y="0"/>
                  </a:lnTo>
                  <a:lnTo>
                    <a:pt x="29" y="10"/>
                  </a:lnTo>
                  <a:lnTo>
                    <a:pt x="20" y="10"/>
                  </a:lnTo>
                  <a:lnTo>
                    <a:pt x="17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CAB46F1B-F388-4548-68E1-47614ABB2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055" y="3965030"/>
              <a:ext cx="115139" cy="107943"/>
            </a:xfrm>
            <a:custGeom>
              <a:avLst/>
              <a:gdLst>
                <a:gd name="T0" fmla="*/ 73 w 80"/>
                <a:gd name="T1" fmla="*/ 0 h 75"/>
                <a:gd name="T2" fmla="*/ 48 w 80"/>
                <a:gd name="T3" fmla="*/ 0 h 75"/>
                <a:gd name="T4" fmla="*/ 40 w 80"/>
                <a:gd name="T5" fmla="*/ 18 h 75"/>
                <a:gd name="T6" fmla="*/ 18 w 80"/>
                <a:gd name="T7" fmla="*/ 20 h 75"/>
                <a:gd name="T8" fmla="*/ 0 w 80"/>
                <a:gd name="T9" fmla="*/ 28 h 75"/>
                <a:gd name="T10" fmla="*/ 10 w 80"/>
                <a:gd name="T11" fmla="*/ 37 h 75"/>
                <a:gd name="T12" fmla="*/ 18 w 80"/>
                <a:gd name="T13" fmla="*/ 60 h 75"/>
                <a:gd name="T14" fmla="*/ 30 w 80"/>
                <a:gd name="T15" fmla="*/ 75 h 75"/>
                <a:gd name="T16" fmla="*/ 70 w 80"/>
                <a:gd name="T17" fmla="*/ 75 h 75"/>
                <a:gd name="T18" fmla="*/ 73 w 80"/>
                <a:gd name="T19" fmla="*/ 23 h 75"/>
                <a:gd name="T20" fmla="*/ 80 w 80"/>
                <a:gd name="T21" fmla="*/ 8 h 75"/>
                <a:gd name="T22" fmla="*/ 73 w 80"/>
                <a:gd name="T23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75">
                  <a:moveTo>
                    <a:pt x="73" y="0"/>
                  </a:moveTo>
                  <a:lnTo>
                    <a:pt x="48" y="0"/>
                  </a:lnTo>
                  <a:lnTo>
                    <a:pt x="40" y="18"/>
                  </a:lnTo>
                  <a:lnTo>
                    <a:pt x="18" y="20"/>
                  </a:lnTo>
                  <a:lnTo>
                    <a:pt x="0" y="28"/>
                  </a:lnTo>
                  <a:lnTo>
                    <a:pt x="10" y="37"/>
                  </a:lnTo>
                  <a:lnTo>
                    <a:pt x="18" y="60"/>
                  </a:lnTo>
                  <a:lnTo>
                    <a:pt x="30" y="75"/>
                  </a:lnTo>
                  <a:lnTo>
                    <a:pt x="70" y="75"/>
                  </a:lnTo>
                  <a:lnTo>
                    <a:pt x="73" y="23"/>
                  </a:lnTo>
                  <a:lnTo>
                    <a:pt x="80" y="8"/>
                  </a:lnTo>
                  <a:lnTo>
                    <a:pt x="7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302CFF69-7A7E-E361-FDD2-CCB8A8D0D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365" y="6064875"/>
              <a:ext cx="70523" cy="69083"/>
            </a:xfrm>
            <a:custGeom>
              <a:avLst/>
              <a:gdLst>
                <a:gd name="T0" fmla="*/ 0 w 49"/>
                <a:gd name="T1" fmla="*/ 38 h 48"/>
                <a:gd name="T2" fmla="*/ 12 w 49"/>
                <a:gd name="T3" fmla="*/ 0 h 48"/>
                <a:gd name="T4" fmla="*/ 14 w 49"/>
                <a:gd name="T5" fmla="*/ 0 h 48"/>
                <a:gd name="T6" fmla="*/ 27 w 49"/>
                <a:gd name="T7" fmla="*/ 15 h 48"/>
                <a:gd name="T8" fmla="*/ 49 w 49"/>
                <a:gd name="T9" fmla="*/ 33 h 48"/>
                <a:gd name="T10" fmla="*/ 22 w 49"/>
                <a:gd name="T11" fmla="*/ 30 h 48"/>
                <a:gd name="T12" fmla="*/ 17 w 49"/>
                <a:gd name="T13" fmla="*/ 48 h 48"/>
                <a:gd name="T14" fmla="*/ 0 w 49"/>
                <a:gd name="T15" fmla="*/ 3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48">
                  <a:moveTo>
                    <a:pt x="0" y="38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27" y="15"/>
                  </a:lnTo>
                  <a:lnTo>
                    <a:pt x="49" y="33"/>
                  </a:lnTo>
                  <a:lnTo>
                    <a:pt x="22" y="30"/>
                  </a:lnTo>
                  <a:lnTo>
                    <a:pt x="17" y="48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4BD7A68A-88AA-1AD2-E827-DE5D97555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170" y="5038699"/>
              <a:ext cx="428892" cy="972923"/>
            </a:xfrm>
            <a:custGeom>
              <a:avLst/>
              <a:gdLst>
                <a:gd name="T0" fmla="*/ 67 w 298"/>
                <a:gd name="T1" fmla="*/ 0 h 676"/>
                <a:gd name="T2" fmla="*/ 104 w 298"/>
                <a:gd name="T3" fmla="*/ 20 h 676"/>
                <a:gd name="T4" fmla="*/ 136 w 298"/>
                <a:gd name="T5" fmla="*/ 15 h 676"/>
                <a:gd name="T6" fmla="*/ 159 w 298"/>
                <a:gd name="T7" fmla="*/ 32 h 676"/>
                <a:gd name="T8" fmla="*/ 179 w 298"/>
                <a:gd name="T9" fmla="*/ 45 h 676"/>
                <a:gd name="T10" fmla="*/ 208 w 298"/>
                <a:gd name="T11" fmla="*/ 60 h 676"/>
                <a:gd name="T12" fmla="*/ 221 w 298"/>
                <a:gd name="T13" fmla="*/ 69 h 676"/>
                <a:gd name="T14" fmla="*/ 208 w 298"/>
                <a:gd name="T15" fmla="*/ 112 h 676"/>
                <a:gd name="T16" fmla="*/ 266 w 298"/>
                <a:gd name="T17" fmla="*/ 104 h 676"/>
                <a:gd name="T18" fmla="*/ 286 w 298"/>
                <a:gd name="T19" fmla="*/ 82 h 676"/>
                <a:gd name="T20" fmla="*/ 298 w 298"/>
                <a:gd name="T21" fmla="*/ 99 h 676"/>
                <a:gd name="T22" fmla="*/ 286 w 298"/>
                <a:gd name="T23" fmla="*/ 117 h 676"/>
                <a:gd name="T24" fmla="*/ 268 w 298"/>
                <a:gd name="T25" fmla="*/ 132 h 676"/>
                <a:gd name="T26" fmla="*/ 248 w 298"/>
                <a:gd name="T27" fmla="*/ 156 h 676"/>
                <a:gd name="T28" fmla="*/ 231 w 298"/>
                <a:gd name="T29" fmla="*/ 181 h 676"/>
                <a:gd name="T30" fmla="*/ 218 w 298"/>
                <a:gd name="T31" fmla="*/ 219 h 676"/>
                <a:gd name="T32" fmla="*/ 226 w 298"/>
                <a:gd name="T33" fmla="*/ 268 h 676"/>
                <a:gd name="T34" fmla="*/ 233 w 298"/>
                <a:gd name="T35" fmla="*/ 273 h 676"/>
                <a:gd name="T36" fmla="*/ 251 w 298"/>
                <a:gd name="T37" fmla="*/ 281 h 676"/>
                <a:gd name="T38" fmla="*/ 261 w 298"/>
                <a:gd name="T39" fmla="*/ 311 h 676"/>
                <a:gd name="T40" fmla="*/ 248 w 298"/>
                <a:gd name="T41" fmla="*/ 340 h 676"/>
                <a:gd name="T42" fmla="*/ 228 w 298"/>
                <a:gd name="T43" fmla="*/ 355 h 676"/>
                <a:gd name="T44" fmla="*/ 186 w 298"/>
                <a:gd name="T45" fmla="*/ 363 h 676"/>
                <a:gd name="T46" fmla="*/ 169 w 298"/>
                <a:gd name="T47" fmla="*/ 370 h 676"/>
                <a:gd name="T48" fmla="*/ 174 w 298"/>
                <a:gd name="T49" fmla="*/ 413 h 676"/>
                <a:gd name="T50" fmla="*/ 129 w 298"/>
                <a:gd name="T51" fmla="*/ 403 h 676"/>
                <a:gd name="T52" fmla="*/ 139 w 298"/>
                <a:gd name="T53" fmla="*/ 432 h 676"/>
                <a:gd name="T54" fmla="*/ 146 w 298"/>
                <a:gd name="T55" fmla="*/ 460 h 676"/>
                <a:gd name="T56" fmla="*/ 131 w 298"/>
                <a:gd name="T57" fmla="*/ 477 h 676"/>
                <a:gd name="T58" fmla="*/ 114 w 298"/>
                <a:gd name="T59" fmla="*/ 504 h 676"/>
                <a:gd name="T60" fmla="*/ 99 w 298"/>
                <a:gd name="T61" fmla="*/ 517 h 676"/>
                <a:gd name="T62" fmla="*/ 124 w 298"/>
                <a:gd name="T63" fmla="*/ 554 h 676"/>
                <a:gd name="T64" fmla="*/ 124 w 298"/>
                <a:gd name="T65" fmla="*/ 577 h 676"/>
                <a:gd name="T66" fmla="*/ 109 w 298"/>
                <a:gd name="T67" fmla="*/ 594 h 676"/>
                <a:gd name="T68" fmla="*/ 94 w 298"/>
                <a:gd name="T69" fmla="*/ 626 h 676"/>
                <a:gd name="T70" fmla="*/ 87 w 298"/>
                <a:gd name="T71" fmla="*/ 651 h 676"/>
                <a:gd name="T72" fmla="*/ 32 w 298"/>
                <a:gd name="T73" fmla="*/ 676 h 676"/>
                <a:gd name="T74" fmla="*/ 12 w 298"/>
                <a:gd name="T75" fmla="*/ 641 h 676"/>
                <a:gd name="T76" fmla="*/ 20 w 298"/>
                <a:gd name="T77" fmla="*/ 584 h 676"/>
                <a:gd name="T78" fmla="*/ 22 w 298"/>
                <a:gd name="T79" fmla="*/ 495 h 676"/>
                <a:gd name="T80" fmla="*/ 15 w 298"/>
                <a:gd name="T81" fmla="*/ 445 h 676"/>
                <a:gd name="T82" fmla="*/ 2 w 298"/>
                <a:gd name="T83" fmla="*/ 395 h 676"/>
                <a:gd name="T84" fmla="*/ 17 w 298"/>
                <a:gd name="T85" fmla="*/ 363 h 676"/>
                <a:gd name="T86" fmla="*/ 12 w 298"/>
                <a:gd name="T87" fmla="*/ 308 h 676"/>
                <a:gd name="T88" fmla="*/ 12 w 298"/>
                <a:gd name="T89" fmla="*/ 286 h 676"/>
                <a:gd name="T90" fmla="*/ 22 w 298"/>
                <a:gd name="T91" fmla="*/ 256 h 676"/>
                <a:gd name="T92" fmla="*/ 12 w 298"/>
                <a:gd name="T93" fmla="*/ 234 h 676"/>
                <a:gd name="T94" fmla="*/ 20 w 298"/>
                <a:gd name="T95" fmla="*/ 196 h 676"/>
                <a:gd name="T96" fmla="*/ 15 w 298"/>
                <a:gd name="T97" fmla="*/ 152 h 676"/>
                <a:gd name="T98" fmla="*/ 22 w 298"/>
                <a:gd name="T99" fmla="*/ 122 h 676"/>
                <a:gd name="T100" fmla="*/ 39 w 298"/>
                <a:gd name="T101" fmla="*/ 97 h 676"/>
                <a:gd name="T102" fmla="*/ 42 w 298"/>
                <a:gd name="T103" fmla="*/ 72 h 676"/>
                <a:gd name="T104" fmla="*/ 52 w 298"/>
                <a:gd name="T105" fmla="*/ 45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8" h="676">
                  <a:moveTo>
                    <a:pt x="54" y="22"/>
                  </a:moveTo>
                  <a:lnTo>
                    <a:pt x="67" y="0"/>
                  </a:lnTo>
                  <a:lnTo>
                    <a:pt x="82" y="12"/>
                  </a:lnTo>
                  <a:lnTo>
                    <a:pt x="104" y="20"/>
                  </a:lnTo>
                  <a:lnTo>
                    <a:pt x="124" y="2"/>
                  </a:lnTo>
                  <a:lnTo>
                    <a:pt x="136" y="15"/>
                  </a:lnTo>
                  <a:lnTo>
                    <a:pt x="154" y="22"/>
                  </a:lnTo>
                  <a:lnTo>
                    <a:pt x="159" y="32"/>
                  </a:lnTo>
                  <a:lnTo>
                    <a:pt x="169" y="35"/>
                  </a:lnTo>
                  <a:lnTo>
                    <a:pt x="179" y="45"/>
                  </a:lnTo>
                  <a:lnTo>
                    <a:pt x="184" y="57"/>
                  </a:lnTo>
                  <a:lnTo>
                    <a:pt x="208" y="60"/>
                  </a:lnTo>
                  <a:lnTo>
                    <a:pt x="213" y="62"/>
                  </a:lnTo>
                  <a:lnTo>
                    <a:pt x="221" y="69"/>
                  </a:lnTo>
                  <a:lnTo>
                    <a:pt x="213" y="94"/>
                  </a:lnTo>
                  <a:lnTo>
                    <a:pt x="208" y="112"/>
                  </a:lnTo>
                  <a:lnTo>
                    <a:pt x="266" y="114"/>
                  </a:lnTo>
                  <a:lnTo>
                    <a:pt x="266" y="104"/>
                  </a:lnTo>
                  <a:lnTo>
                    <a:pt x="278" y="97"/>
                  </a:lnTo>
                  <a:lnTo>
                    <a:pt x="286" y="82"/>
                  </a:lnTo>
                  <a:lnTo>
                    <a:pt x="288" y="99"/>
                  </a:lnTo>
                  <a:lnTo>
                    <a:pt x="298" y="99"/>
                  </a:lnTo>
                  <a:lnTo>
                    <a:pt x="298" y="114"/>
                  </a:lnTo>
                  <a:lnTo>
                    <a:pt x="286" y="117"/>
                  </a:lnTo>
                  <a:lnTo>
                    <a:pt x="276" y="129"/>
                  </a:lnTo>
                  <a:lnTo>
                    <a:pt x="268" y="132"/>
                  </a:lnTo>
                  <a:lnTo>
                    <a:pt x="258" y="147"/>
                  </a:lnTo>
                  <a:lnTo>
                    <a:pt x="248" y="156"/>
                  </a:lnTo>
                  <a:lnTo>
                    <a:pt x="241" y="169"/>
                  </a:lnTo>
                  <a:lnTo>
                    <a:pt x="231" y="181"/>
                  </a:lnTo>
                  <a:lnTo>
                    <a:pt x="221" y="199"/>
                  </a:lnTo>
                  <a:lnTo>
                    <a:pt x="218" y="219"/>
                  </a:lnTo>
                  <a:lnTo>
                    <a:pt x="221" y="246"/>
                  </a:lnTo>
                  <a:lnTo>
                    <a:pt x="226" y="268"/>
                  </a:lnTo>
                  <a:lnTo>
                    <a:pt x="233" y="266"/>
                  </a:lnTo>
                  <a:lnTo>
                    <a:pt x="233" y="273"/>
                  </a:lnTo>
                  <a:lnTo>
                    <a:pt x="241" y="278"/>
                  </a:lnTo>
                  <a:lnTo>
                    <a:pt x="251" y="281"/>
                  </a:lnTo>
                  <a:lnTo>
                    <a:pt x="251" y="306"/>
                  </a:lnTo>
                  <a:lnTo>
                    <a:pt x="261" y="311"/>
                  </a:lnTo>
                  <a:lnTo>
                    <a:pt x="258" y="333"/>
                  </a:lnTo>
                  <a:lnTo>
                    <a:pt x="248" y="340"/>
                  </a:lnTo>
                  <a:lnTo>
                    <a:pt x="233" y="343"/>
                  </a:lnTo>
                  <a:lnTo>
                    <a:pt x="228" y="355"/>
                  </a:lnTo>
                  <a:lnTo>
                    <a:pt x="218" y="355"/>
                  </a:lnTo>
                  <a:lnTo>
                    <a:pt x="186" y="363"/>
                  </a:lnTo>
                  <a:lnTo>
                    <a:pt x="174" y="363"/>
                  </a:lnTo>
                  <a:lnTo>
                    <a:pt x="169" y="370"/>
                  </a:lnTo>
                  <a:lnTo>
                    <a:pt x="174" y="388"/>
                  </a:lnTo>
                  <a:lnTo>
                    <a:pt x="174" y="413"/>
                  </a:lnTo>
                  <a:lnTo>
                    <a:pt x="156" y="420"/>
                  </a:lnTo>
                  <a:lnTo>
                    <a:pt x="129" y="403"/>
                  </a:lnTo>
                  <a:lnTo>
                    <a:pt x="124" y="422"/>
                  </a:lnTo>
                  <a:lnTo>
                    <a:pt x="139" y="432"/>
                  </a:lnTo>
                  <a:lnTo>
                    <a:pt x="144" y="445"/>
                  </a:lnTo>
                  <a:lnTo>
                    <a:pt x="146" y="460"/>
                  </a:lnTo>
                  <a:lnTo>
                    <a:pt x="139" y="467"/>
                  </a:lnTo>
                  <a:lnTo>
                    <a:pt x="131" y="477"/>
                  </a:lnTo>
                  <a:lnTo>
                    <a:pt x="124" y="500"/>
                  </a:lnTo>
                  <a:lnTo>
                    <a:pt x="114" y="504"/>
                  </a:lnTo>
                  <a:lnTo>
                    <a:pt x="112" y="514"/>
                  </a:lnTo>
                  <a:lnTo>
                    <a:pt x="99" y="517"/>
                  </a:lnTo>
                  <a:lnTo>
                    <a:pt x="97" y="542"/>
                  </a:lnTo>
                  <a:lnTo>
                    <a:pt x="124" y="554"/>
                  </a:lnTo>
                  <a:lnTo>
                    <a:pt x="124" y="567"/>
                  </a:lnTo>
                  <a:lnTo>
                    <a:pt x="124" y="577"/>
                  </a:lnTo>
                  <a:lnTo>
                    <a:pt x="114" y="584"/>
                  </a:lnTo>
                  <a:lnTo>
                    <a:pt x="109" y="594"/>
                  </a:lnTo>
                  <a:lnTo>
                    <a:pt x="109" y="624"/>
                  </a:lnTo>
                  <a:lnTo>
                    <a:pt x="94" y="626"/>
                  </a:lnTo>
                  <a:lnTo>
                    <a:pt x="87" y="634"/>
                  </a:lnTo>
                  <a:lnTo>
                    <a:pt x="87" y="651"/>
                  </a:lnTo>
                  <a:lnTo>
                    <a:pt x="84" y="674"/>
                  </a:lnTo>
                  <a:lnTo>
                    <a:pt x="32" y="676"/>
                  </a:lnTo>
                  <a:lnTo>
                    <a:pt x="27" y="651"/>
                  </a:lnTo>
                  <a:lnTo>
                    <a:pt x="12" y="641"/>
                  </a:lnTo>
                  <a:lnTo>
                    <a:pt x="10" y="587"/>
                  </a:lnTo>
                  <a:lnTo>
                    <a:pt x="20" y="584"/>
                  </a:lnTo>
                  <a:lnTo>
                    <a:pt x="22" y="569"/>
                  </a:lnTo>
                  <a:lnTo>
                    <a:pt x="22" y="495"/>
                  </a:lnTo>
                  <a:lnTo>
                    <a:pt x="15" y="475"/>
                  </a:lnTo>
                  <a:lnTo>
                    <a:pt x="15" y="445"/>
                  </a:lnTo>
                  <a:lnTo>
                    <a:pt x="10" y="413"/>
                  </a:lnTo>
                  <a:lnTo>
                    <a:pt x="2" y="395"/>
                  </a:lnTo>
                  <a:lnTo>
                    <a:pt x="5" y="380"/>
                  </a:lnTo>
                  <a:lnTo>
                    <a:pt x="17" y="363"/>
                  </a:lnTo>
                  <a:lnTo>
                    <a:pt x="0" y="328"/>
                  </a:lnTo>
                  <a:lnTo>
                    <a:pt x="12" y="308"/>
                  </a:lnTo>
                  <a:lnTo>
                    <a:pt x="20" y="296"/>
                  </a:lnTo>
                  <a:lnTo>
                    <a:pt x="12" y="286"/>
                  </a:lnTo>
                  <a:lnTo>
                    <a:pt x="12" y="258"/>
                  </a:lnTo>
                  <a:lnTo>
                    <a:pt x="22" y="256"/>
                  </a:lnTo>
                  <a:lnTo>
                    <a:pt x="22" y="236"/>
                  </a:lnTo>
                  <a:lnTo>
                    <a:pt x="12" y="234"/>
                  </a:lnTo>
                  <a:lnTo>
                    <a:pt x="12" y="204"/>
                  </a:lnTo>
                  <a:lnTo>
                    <a:pt x="20" y="196"/>
                  </a:lnTo>
                  <a:lnTo>
                    <a:pt x="17" y="181"/>
                  </a:lnTo>
                  <a:lnTo>
                    <a:pt x="15" y="152"/>
                  </a:lnTo>
                  <a:lnTo>
                    <a:pt x="20" y="139"/>
                  </a:lnTo>
                  <a:lnTo>
                    <a:pt x="22" y="122"/>
                  </a:lnTo>
                  <a:lnTo>
                    <a:pt x="34" y="114"/>
                  </a:lnTo>
                  <a:lnTo>
                    <a:pt x="39" y="97"/>
                  </a:lnTo>
                  <a:lnTo>
                    <a:pt x="32" y="84"/>
                  </a:lnTo>
                  <a:lnTo>
                    <a:pt x="42" y="72"/>
                  </a:lnTo>
                  <a:lnTo>
                    <a:pt x="42" y="47"/>
                  </a:lnTo>
                  <a:lnTo>
                    <a:pt x="52" y="45"/>
                  </a:lnTo>
                  <a:lnTo>
                    <a:pt x="54" y="2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4EAC1EF3-35B8-969A-AB36-BE3AD9395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635" y="4949467"/>
              <a:ext cx="233156" cy="253305"/>
            </a:xfrm>
            <a:custGeom>
              <a:avLst/>
              <a:gdLst>
                <a:gd name="T0" fmla="*/ 30 w 162"/>
                <a:gd name="T1" fmla="*/ 84 h 176"/>
                <a:gd name="T2" fmla="*/ 35 w 162"/>
                <a:gd name="T3" fmla="*/ 94 h 176"/>
                <a:gd name="T4" fmla="*/ 45 w 162"/>
                <a:gd name="T5" fmla="*/ 97 h 176"/>
                <a:gd name="T6" fmla="*/ 55 w 162"/>
                <a:gd name="T7" fmla="*/ 107 h 176"/>
                <a:gd name="T8" fmla="*/ 60 w 162"/>
                <a:gd name="T9" fmla="*/ 119 h 176"/>
                <a:gd name="T10" fmla="*/ 84 w 162"/>
                <a:gd name="T11" fmla="*/ 122 h 176"/>
                <a:gd name="T12" fmla="*/ 89 w 162"/>
                <a:gd name="T13" fmla="*/ 124 h 176"/>
                <a:gd name="T14" fmla="*/ 97 w 162"/>
                <a:gd name="T15" fmla="*/ 131 h 176"/>
                <a:gd name="T16" fmla="*/ 89 w 162"/>
                <a:gd name="T17" fmla="*/ 156 h 176"/>
                <a:gd name="T18" fmla="*/ 84 w 162"/>
                <a:gd name="T19" fmla="*/ 174 h 176"/>
                <a:gd name="T20" fmla="*/ 142 w 162"/>
                <a:gd name="T21" fmla="*/ 176 h 176"/>
                <a:gd name="T22" fmla="*/ 142 w 162"/>
                <a:gd name="T23" fmla="*/ 166 h 176"/>
                <a:gd name="T24" fmla="*/ 154 w 162"/>
                <a:gd name="T25" fmla="*/ 159 h 176"/>
                <a:gd name="T26" fmla="*/ 162 w 162"/>
                <a:gd name="T27" fmla="*/ 144 h 176"/>
                <a:gd name="T28" fmla="*/ 159 w 162"/>
                <a:gd name="T29" fmla="*/ 139 h 176"/>
                <a:gd name="T30" fmla="*/ 157 w 162"/>
                <a:gd name="T31" fmla="*/ 94 h 176"/>
                <a:gd name="T32" fmla="*/ 142 w 162"/>
                <a:gd name="T33" fmla="*/ 92 h 176"/>
                <a:gd name="T34" fmla="*/ 139 w 162"/>
                <a:gd name="T35" fmla="*/ 72 h 176"/>
                <a:gd name="T36" fmla="*/ 122 w 162"/>
                <a:gd name="T37" fmla="*/ 69 h 176"/>
                <a:gd name="T38" fmla="*/ 112 w 162"/>
                <a:gd name="T39" fmla="*/ 67 h 176"/>
                <a:gd name="T40" fmla="*/ 109 w 162"/>
                <a:gd name="T41" fmla="*/ 57 h 176"/>
                <a:gd name="T42" fmla="*/ 92 w 162"/>
                <a:gd name="T43" fmla="*/ 54 h 176"/>
                <a:gd name="T44" fmla="*/ 89 w 162"/>
                <a:gd name="T45" fmla="*/ 40 h 176"/>
                <a:gd name="T46" fmla="*/ 77 w 162"/>
                <a:gd name="T47" fmla="*/ 35 h 176"/>
                <a:gd name="T48" fmla="*/ 77 w 162"/>
                <a:gd name="T49" fmla="*/ 22 h 176"/>
                <a:gd name="T50" fmla="*/ 70 w 162"/>
                <a:gd name="T51" fmla="*/ 7 h 176"/>
                <a:gd name="T52" fmla="*/ 47 w 162"/>
                <a:gd name="T53" fmla="*/ 0 h 176"/>
                <a:gd name="T54" fmla="*/ 35 w 162"/>
                <a:gd name="T55" fmla="*/ 10 h 176"/>
                <a:gd name="T56" fmla="*/ 12 w 162"/>
                <a:gd name="T57" fmla="*/ 20 h 176"/>
                <a:gd name="T58" fmla="*/ 7 w 162"/>
                <a:gd name="T59" fmla="*/ 35 h 176"/>
                <a:gd name="T60" fmla="*/ 0 w 162"/>
                <a:gd name="T61" fmla="*/ 64 h 176"/>
                <a:gd name="T62" fmla="*/ 12 w 162"/>
                <a:gd name="T63" fmla="*/ 77 h 176"/>
                <a:gd name="T64" fmla="*/ 30 w 162"/>
                <a:gd name="T65" fmla="*/ 84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2" h="176">
                  <a:moveTo>
                    <a:pt x="30" y="84"/>
                  </a:moveTo>
                  <a:lnTo>
                    <a:pt x="35" y="94"/>
                  </a:lnTo>
                  <a:lnTo>
                    <a:pt x="45" y="97"/>
                  </a:lnTo>
                  <a:lnTo>
                    <a:pt x="55" y="107"/>
                  </a:lnTo>
                  <a:lnTo>
                    <a:pt x="60" y="119"/>
                  </a:lnTo>
                  <a:lnTo>
                    <a:pt x="84" y="122"/>
                  </a:lnTo>
                  <a:lnTo>
                    <a:pt x="89" y="124"/>
                  </a:lnTo>
                  <a:lnTo>
                    <a:pt x="97" y="131"/>
                  </a:lnTo>
                  <a:lnTo>
                    <a:pt x="89" y="156"/>
                  </a:lnTo>
                  <a:lnTo>
                    <a:pt x="84" y="174"/>
                  </a:lnTo>
                  <a:lnTo>
                    <a:pt x="142" y="176"/>
                  </a:lnTo>
                  <a:lnTo>
                    <a:pt x="142" y="166"/>
                  </a:lnTo>
                  <a:lnTo>
                    <a:pt x="154" y="159"/>
                  </a:lnTo>
                  <a:lnTo>
                    <a:pt x="162" y="144"/>
                  </a:lnTo>
                  <a:lnTo>
                    <a:pt x="159" y="139"/>
                  </a:lnTo>
                  <a:lnTo>
                    <a:pt x="157" y="94"/>
                  </a:lnTo>
                  <a:lnTo>
                    <a:pt x="142" y="92"/>
                  </a:lnTo>
                  <a:lnTo>
                    <a:pt x="139" y="72"/>
                  </a:lnTo>
                  <a:lnTo>
                    <a:pt x="122" y="69"/>
                  </a:lnTo>
                  <a:lnTo>
                    <a:pt x="112" y="67"/>
                  </a:lnTo>
                  <a:lnTo>
                    <a:pt x="109" y="57"/>
                  </a:lnTo>
                  <a:lnTo>
                    <a:pt x="92" y="54"/>
                  </a:lnTo>
                  <a:lnTo>
                    <a:pt x="89" y="40"/>
                  </a:lnTo>
                  <a:lnTo>
                    <a:pt x="77" y="35"/>
                  </a:lnTo>
                  <a:lnTo>
                    <a:pt x="77" y="22"/>
                  </a:lnTo>
                  <a:lnTo>
                    <a:pt x="70" y="7"/>
                  </a:lnTo>
                  <a:lnTo>
                    <a:pt x="47" y="0"/>
                  </a:lnTo>
                  <a:lnTo>
                    <a:pt x="35" y="10"/>
                  </a:lnTo>
                  <a:lnTo>
                    <a:pt x="12" y="20"/>
                  </a:lnTo>
                  <a:lnTo>
                    <a:pt x="7" y="35"/>
                  </a:lnTo>
                  <a:lnTo>
                    <a:pt x="0" y="64"/>
                  </a:lnTo>
                  <a:lnTo>
                    <a:pt x="12" y="77"/>
                  </a:lnTo>
                  <a:lnTo>
                    <a:pt x="30" y="8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6B932C3-F426-8DC1-F722-150D734ED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603" y="3839817"/>
              <a:ext cx="60448" cy="28785"/>
            </a:xfrm>
            <a:custGeom>
              <a:avLst/>
              <a:gdLst>
                <a:gd name="T0" fmla="*/ 10 w 42"/>
                <a:gd name="T1" fmla="*/ 0 h 20"/>
                <a:gd name="T2" fmla="*/ 25 w 42"/>
                <a:gd name="T3" fmla="*/ 0 h 20"/>
                <a:gd name="T4" fmla="*/ 42 w 42"/>
                <a:gd name="T5" fmla="*/ 8 h 20"/>
                <a:gd name="T6" fmla="*/ 35 w 42"/>
                <a:gd name="T7" fmla="*/ 20 h 20"/>
                <a:gd name="T8" fmla="*/ 15 w 42"/>
                <a:gd name="T9" fmla="*/ 20 h 20"/>
                <a:gd name="T10" fmla="*/ 0 w 42"/>
                <a:gd name="T11" fmla="*/ 13 h 20"/>
                <a:gd name="T12" fmla="*/ 10 w 42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20">
                  <a:moveTo>
                    <a:pt x="10" y="0"/>
                  </a:moveTo>
                  <a:lnTo>
                    <a:pt x="25" y="0"/>
                  </a:lnTo>
                  <a:lnTo>
                    <a:pt x="42" y="8"/>
                  </a:lnTo>
                  <a:lnTo>
                    <a:pt x="35" y="20"/>
                  </a:lnTo>
                  <a:lnTo>
                    <a:pt x="15" y="20"/>
                  </a:lnTo>
                  <a:lnTo>
                    <a:pt x="0" y="13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B5CAA3D0-46F5-8C5F-AE3E-B5BFE17A4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676" y="3793761"/>
              <a:ext cx="96428" cy="71962"/>
            </a:xfrm>
            <a:custGeom>
              <a:avLst/>
              <a:gdLst>
                <a:gd name="T0" fmla="*/ 0 w 67"/>
                <a:gd name="T1" fmla="*/ 50 h 50"/>
                <a:gd name="T2" fmla="*/ 5 w 67"/>
                <a:gd name="T3" fmla="*/ 35 h 50"/>
                <a:gd name="T4" fmla="*/ 5 w 67"/>
                <a:gd name="T5" fmla="*/ 10 h 50"/>
                <a:gd name="T6" fmla="*/ 5 w 67"/>
                <a:gd name="T7" fmla="*/ 0 h 50"/>
                <a:gd name="T8" fmla="*/ 23 w 67"/>
                <a:gd name="T9" fmla="*/ 2 h 50"/>
                <a:gd name="T10" fmla="*/ 28 w 67"/>
                <a:gd name="T11" fmla="*/ 10 h 50"/>
                <a:gd name="T12" fmla="*/ 35 w 67"/>
                <a:gd name="T13" fmla="*/ 12 h 50"/>
                <a:gd name="T14" fmla="*/ 43 w 67"/>
                <a:gd name="T15" fmla="*/ 12 h 50"/>
                <a:gd name="T16" fmla="*/ 48 w 67"/>
                <a:gd name="T17" fmla="*/ 25 h 50"/>
                <a:gd name="T18" fmla="*/ 55 w 67"/>
                <a:gd name="T19" fmla="*/ 30 h 50"/>
                <a:gd name="T20" fmla="*/ 67 w 67"/>
                <a:gd name="T21" fmla="*/ 37 h 50"/>
                <a:gd name="T22" fmla="*/ 65 w 67"/>
                <a:gd name="T23" fmla="*/ 45 h 50"/>
                <a:gd name="T24" fmla="*/ 48 w 67"/>
                <a:gd name="T25" fmla="*/ 47 h 50"/>
                <a:gd name="T26" fmla="*/ 23 w 67"/>
                <a:gd name="T27" fmla="*/ 45 h 50"/>
                <a:gd name="T28" fmla="*/ 0 w 67"/>
                <a:gd name="T2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50">
                  <a:moveTo>
                    <a:pt x="0" y="50"/>
                  </a:moveTo>
                  <a:lnTo>
                    <a:pt x="5" y="35"/>
                  </a:lnTo>
                  <a:lnTo>
                    <a:pt x="5" y="10"/>
                  </a:lnTo>
                  <a:lnTo>
                    <a:pt x="5" y="0"/>
                  </a:lnTo>
                  <a:lnTo>
                    <a:pt x="23" y="2"/>
                  </a:lnTo>
                  <a:lnTo>
                    <a:pt x="28" y="10"/>
                  </a:lnTo>
                  <a:lnTo>
                    <a:pt x="35" y="12"/>
                  </a:lnTo>
                  <a:lnTo>
                    <a:pt x="43" y="12"/>
                  </a:lnTo>
                  <a:lnTo>
                    <a:pt x="48" y="25"/>
                  </a:lnTo>
                  <a:lnTo>
                    <a:pt x="55" y="30"/>
                  </a:lnTo>
                  <a:lnTo>
                    <a:pt x="67" y="37"/>
                  </a:lnTo>
                  <a:lnTo>
                    <a:pt x="65" y="45"/>
                  </a:lnTo>
                  <a:lnTo>
                    <a:pt x="48" y="47"/>
                  </a:lnTo>
                  <a:lnTo>
                    <a:pt x="23" y="45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814272A-1C17-DCA4-B503-1C8A8E5F4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693" y="3844134"/>
              <a:ext cx="40299" cy="24467"/>
            </a:xfrm>
            <a:custGeom>
              <a:avLst/>
              <a:gdLst>
                <a:gd name="T0" fmla="*/ 10 w 28"/>
                <a:gd name="T1" fmla="*/ 0 h 17"/>
                <a:gd name="T2" fmla="*/ 0 w 28"/>
                <a:gd name="T3" fmla="*/ 7 h 17"/>
                <a:gd name="T4" fmla="*/ 5 w 28"/>
                <a:gd name="T5" fmla="*/ 12 h 17"/>
                <a:gd name="T6" fmla="*/ 18 w 28"/>
                <a:gd name="T7" fmla="*/ 17 h 17"/>
                <a:gd name="T8" fmla="*/ 28 w 28"/>
                <a:gd name="T9" fmla="*/ 12 h 17"/>
                <a:gd name="T10" fmla="*/ 28 w 28"/>
                <a:gd name="T11" fmla="*/ 0 h 17"/>
                <a:gd name="T12" fmla="*/ 10 w 28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7">
                  <a:moveTo>
                    <a:pt x="10" y="0"/>
                  </a:moveTo>
                  <a:lnTo>
                    <a:pt x="0" y="7"/>
                  </a:lnTo>
                  <a:lnTo>
                    <a:pt x="5" y="12"/>
                  </a:lnTo>
                  <a:lnTo>
                    <a:pt x="18" y="17"/>
                  </a:lnTo>
                  <a:lnTo>
                    <a:pt x="28" y="12"/>
                  </a:lnTo>
                  <a:lnTo>
                    <a:pt x="28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5A80B2F2-A297-8D01-C0A6-D8845A44D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482" y="3890190"/>
              <a:ext cx="171269" cy="146802"/>
            </a:xfrm>
            <a:custGeom>
              <a:avLst/>
              <a:gdLst>
                <a:gd name="T0" fmla="*/ 22 w 119"/>
                <a:gd name="T1" fmla="*/ 80 h 102"/>
                <a:gd name="T2" fmla="*/ 22 w 119"/>
                <a:gd name="T3" fmla="*/ 94 h 102"/>
                <a:gd name="T4" fmla="*/ 37 w 119"/>
                <a:gd name="T5" fmla="*/ 94 h 102"/>
                <a:gd name="T6" fmla="*/ 44 w 119"/>
                <a:gd name="T7" fmla="*/ 102 h 102"/>
                <a:gd name="T8" fmla="*/ 54 w 119"/>
                <a:gd name="T9" fmla="*/ 89 h 102"/>
                <a:gd name="T10" fmla="*/ 74 w 119"/>
                <a:gd name="T11" fmla="*/ 82 h 102"/>
                <a:gd name="T12" fmla="*/ 99 w 119"/>
                <a:gd name="T13" fmla="*/ 87 h 102"/>
                <a:gd name="T14" fmla="*/ 119 w 119"/>
                <a:gd name="T15" fmla="*/ 87 h 102"/>
                <a:gd name="T16" fmla="*/ 109 w 119"/>
                <a:gd name="T17" fmla="*/ 67 h 102"/>
                <a:gd name="T18" fmla="*/ 99 w 119"/>
                <a:gd name="T19" fmla="*/ 57 h 102"/>
                <a:gd name="T20" fmla="*/ 97 w 119"/>
                <a:gd name="T21" fmla="*/ 42 h 102"/>
                <a:gd name="T22" fmla="*/ 84 w 119"/>
                <a:gd name="T23" fmla="*/ 35 h 102"/>
                <a:gd name="T24" fmla="*/ 69 w 119"/>
                <a:gd name="T25" fmla="*/ 15 h 102"/>
                <a:gd name="T26" fmla="*/ 57 w 119"/>
                <a:gd name="T27" fmla="*/ 10 h 102"/>
                <a:gd name="T28" fmla="*/ 49 w 119"/>
                <a:gd name="T29" fmla="*/ 0 h 102"/>
                <a:gd name="T30" fmla="*/ 34 w 119"/>
                <a:gd name="T31" fmla="*/ 2 h 102"/>
                <a:gd name="T32" fmla="*/ 12 w 119"/>
                <a:gd name="T33" fmla="*/ 27 h 102"/>
                <a:gd name="T34" fmla="*/ 0 w 119"/>
                <a:gd name="T35" fmla="*/ 35 h 102"/>
                <a:gd name="T36" fmla="*/ 14 w 119"/>
                <a:gd name="T37" fmla="*/ 37 h 102"/>
                <a:gd name="T38" fmla="*/ 27 w 119"/>
                <a:gd name="T39" fmla="*/ 52 h 102"/>
                <a:gd name="T40" fmla="*/ 34 w 119"/>
                <a:gd name="T41" fmla="*/ 60 h 102"/>
                <a:gd name="T42" fmla="*/ 22 w 119"/>
                <a:gd name="T43" fmla="*/ 67 h 102"/>
                <a:gd name="T44" fmla="*/ 22 w 119"/>
                <a:gd name="T45" fmla="*/ 8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9" h="102">
                  <a:moveTo>
                    <a:pt x="22" y="80"/>
                  </a:moveTo>
                  <a:lnTo>
                    <a:pt x="22" y="94"/>
                  </a:lnTo>
                  <a:lnTo>
                    <a:pt x="37" y="94"/>
                  </a:lnTo>
                  <a:lnTo>
                    <a:pt x="44" y="102"/>
                  </a:lnTo>
                  <a:lnTo>
                    <a:pt x="54" y="89"/>
                  </a:lnTo>
                  <a:lnTo>
                    <a:pt x="74" y="82"/>
                  </a:lnTo>
                  <a:lnTo>
                    <a:pt x="99" y="87"/>
                  </a:lnTo>
                  <a:lnTo>
                    <a:pt x="119" y="87"/>
                  </a:lnTo>
                  <a:lnTo>
                    <a:pt x="109" y="67"/>
                  </a:lnTo>
                  <a:lnTo>
                    <a:pt x="99" y="57"/>
                  </a:lnTo>
                  <a:lnTo>
                    <a:pt x="97" y="42"/>
                  </a:lnTo>
                  <a:lnTo>
                    <a:pt x="84" y="35"/>
                  </a:lnTo>
                  <a:lnTo>
                    <a:pt x="69" y="15"/>
                  </a:lnTo>
                  <a:lnTo>
                    <a:pt x="57" y="10"/>
                  </a:lnTo>
                  <a:lnTo>
                    <a:pt x="49" y="0"/>
                  </a:lnTo>
                  <a:lnTo>
                    <a:pt x="34" y="2"/>
                  </a:lnTo>
                  <a:lnTo>
                    <a:pt x="12" y="27"/>
                  </a:lnTo>
                  <a:lnTo>
                    <a:pt x="0" y="35"/>
                  </a:lnTo>
                  <a:lnTo>
                    <a:pt x="14" y="37"/>
                  </a:lnTo>
                  <a:lnTo>
                    <a:pt x="27" y="52"/>
                  </a:lnTo>
                  <a:lnTo>
                    <a:pt x="34" y="60"/>
                  </a:lnTo>
                  <a:lnTo>
                    <a:pt x="22" y="67"/>
                  </a:lnTo>
                  <a:lnTo>
                    <a:pt x="22" y="8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Freeform 30">
              <a:extLst>
                <a:ext uri="{FF2B5EF4-FFF2-40B4-BE49-F238E27FC236}">
                  <a16:creationId xmlns:a16="http://schemas.microsoft.com/office/drawing/2014/main" id="{5A6AB8E7-C6AE-D1E3-D67A-F8C3A0C1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275" y="4451491"/>
              <a:ext cx="207250" cy="218764"/>
            </a:xfrm>
            <a:custGeom>
              <a:avLst/>
              <a:gdLst>
                <a:gd name="T0" fmla="*/ 19 w 144"/>
                <a:gd name="T1" fmla="*/ 90 h 152"/>
                <a:gd name="T2" fmla="*/ 0 w 144"/>
                <a:gd name="T3" fmla="*/ 0 h 152"/>
                <a:gd name="T4" fmla="*/ 17 w 144"/>
                <a:gd name="T5" fmla="*/ 8 h 152"/>
                <a:gd name="T6" fmla="*/ 47 w 144"/>
                <a:gd name="T7" fmla="*/ 5 h 152"/>
                <a:gd name="T8" fmla="*/ 47 w 144"/>
                <a:gd name="T9" fmla="*/ 30 h 152"/>
                <a:gd name="T10" fmla="*/ 64 w 144"/>
                <a:gd name="T11" fmla="*/ 38 h 152"/>
                <a:gd name="T12" fmla="*/ 69 w 144"/>
                <a:gd name="T13" fmla="*/ 50 h 152"/>
                <a:gd name="T14" fmla="*/ 84 w 144"/>
                <a:gd name="T15" fmla="*/ 62 h 152"/>
                <a:gd name="T16" fmla="*/ 94 w 144"/>
                <a:gd name="T17" fmla="*/ 72 h 152"/>
                <a:gd name="T18" fmla="*/ 92 w 144"/>
                <a:gd name="T19" fmla="*/ 92 h 152"/>
                <a:gd name="T20" fmla="*/ 104 w 144"/>
                <a:gd name="T21" fmla="*/ 115 h 152"/>
                <a:gd name="T22" fmla="*/ 129 w 144"/>
                <a:gd name="T23" fmla="*/ 122 h 152"/>
                <a:gd name="T24" fmla="*/ 144 w 144"/>
                <a:gd name="T25" fmla="*/ 147 h 152"/>
                <a:gd name="T26" fmla="*/ 131 w 144"/>
                <a:gd name="T27" fmla="*/ 149 h 152"/>
                <a:gd name="T28" fmla="*/ 121 w 144"/>
                <a:gd name="T29" fmla="*/ 152 h 152"/>
                <a:gd name="T30" fmla="*/ 116 w 144"/>
                <a:gd name="T31" fmla="*/ 152 h 152"/>
                <a:gd name="T32" fmla="*/ 101 w 144"/>
                <a:gd name="T33" fmla="*/ 144 h 152"/>
                <a:gd name="T34" fmla="*/ 89 w 144"/>
                <a:gd name="T35" fmla="*/ 142 h 152"/>
                <a:gd name="T36" fmla="*/ 64 w 144"/>
                <a:gd name="T37" fmla="*/ 117 h 152"/>
                <a:gd name="T38" fmla="*/ 49 w 144"/>
                <a:gd name="T39" fmla="*/ 95 h 152"/>
                <a:gd name="T40" fmla="*/ 19 w 144"/>
                <a:gd name="T41" fmla="*/ 9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152">
                  <a:moveTo>
                    <a:pt x="19" y="90"/>
                  </a:moveTo>
                  <a:lnTo>
                    <a:pt x="0" y="0"/>
                  </a:lnTo>
                  <a:lnTo>
                    <a:pt x="17" y="8"/>
                  </a:lnTo>
                  <a:lnTo>
                    <a:pt x="47" y="5"/>
                  </a:lnTo>
                  <a:lnTo>
                    <a:pt x="47" y="30"/>
                  </a:lnTo>
                  <a:lnTo>
                    <a:pt x="64" y="38"/>
                  </a:lnTo>
                  <a:lnTo>
                    <a:pt x="69" y="50"/>
                  </a:lnTo>
                  <a:lnTo>
                    <a:pt x="84" y="62"/>
                  </a:lnTo>
                  <a:lnTo>
                    <a:pt x="94" y="72"/>
                  </a:lnTo>
                  <a:lnTo>
                    <a:pt x="92" y="92"/>
                  </a:lnTo>
                  <a:lnTo>
                    <a:pt x="104" y="115"/>
                  </a:lnTo>
                  <a:lnTo>
                    <a:pt x="129" y="122"/>
                  </a:lnTo>
                  <a:lnTo>
                    <a:pt x="144" y="147"/>
                  </a:lnTo>
                  <a:lnTo>
                    <a:pt x="131" y="149"/>
                  </a:lnTo>
                  <a:lnTo>
                    <a:pt x="121" y="152"/>
                  </a:lnTo>
                  <a:lnTo>
                    <a:pt x="116" y="152"/>
                  </a:lnTo>
                  <a:lnTo>
                    <a:pt x="101" y="144"/>
                  </a:lnTo>
                  <a:lnTo>
                    <a:pt x="89" y="142"/>
                  </a:lnTo>
                  <a:lnTo>
                    <a:pt x="64" y="117"/>
                  </a:lnTo>
                  <a:lnTo>
                    <a:pt x="49" y="95"/>
                  </a:lnTo>
                  <a:lnTo>
                    <a:pt x="19" y="9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Freeform 31">
              <a:extLst>
                <a:ext uri="{FF2B5EF4-FFF2-40B4-BE49-F238E27FC236}">
                  <a16:creationId xmlns:a16="http://schemas.microsoft.com/office/drawing/2014/main" id="{C12A5F4D-5485-6D83-E9DD-87A5DABA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8545" y="4491790"/>
              <a:ext cx="67644" cy="53252"/>
            </a:xfrm>
            <a:custGeom>
              <a:avLst/>
              <a:gdLst>
                <a:gd name="T0" fmla="*/ 2 w 47"/>
                <a:gd name="T1" fmla="*/ 17 h 37"/>
                <a:gd name="T2" fmla="*/ 0 w 47"/>
                <a:gd name="T3" fmla="*/ 32 h 37"/>
                <a:gd name="T4" fmla="*/ 17 w 47"/>
                <a:gd name="T5" fmla="*/ 37 h 37"/>
                <a:gd name="T6" fmla="*/ 40 w 47"/>
                <a:gd name="T7" fmla="*/ 24 h 37"/>
                <a:gd name="T8" fmla="*/ 47 w 47"/>
                <a:gd name="T9" fmla="*/ 12 h 37"/>
                <a:gd name="T10" fmla="*/ 47 w 47"/>
                <a:gd name="T11" fmla="*/ 0 h 37"/>
                <a:gd name="T12" fmla="*/ 32 w 47"/>
                <a:gd name="T13" fmla="*/ 0 h 37"/>
                <a:gd name="T14" fmla="*/ 27 w 47"/>
                <a:gd name="T15" fmla="*/ 12 h 37"/>
                <a:gd name="T16" fmla="*/ 2 w 47"/>
                <a:gd name="T1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37">
                  <a:moveTo>
                    <a:pt x="2" y="17"/>
                  </a:moveTo>
                  <a:lnTo>
                    <a:pt x="0" y="32"/>
                  </a:lnTo>
                  <a:lnTo>
                    <a:pt x="17" y="37"/>
                  </a:lnTo>
                  <a:lnTo>
                    <a:pt x="40" y="24"/>
                  </a:lnTo>
                  <a:lnTo>
                    <a:pt x="47" y="1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27" y="12"/>
                  </a:lnTo>
                  <a:lnTo>
                    <a:pt x="2" y="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Freeform 32">
              <a:extLst>
                <a:ext uri="{FF2B5EF4-FFF2-40B4-BE49-F238E27FC236}">
                  <a16:creationId xmlns:a16="http://schemas.microsoft.com/office/drawing/2014/main" id="{69D3FA3D-4B0A-4B04-A2C3-724ECDB08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2244" y="4509061"/>
              <a:ext cx="40299" cy="24467"/>
            </a:xfrm>
            <a:custGeom>
              <a:avLst/>
              <a:gdLst>
                <a:gd name="T0" fmla="*/ 13 w 28"/>
                <a:gd name="T1" fmla="*/ 17 h 17"/>
                <a:gd name="T2" fmla="*/ 23 w 28"/>
                <a:gd name="T3" fmla="*/ 15 h 17"/>
                <a:gd name="T4" fmla="*/ 25 w 28"/>
                <a:gd name="T5" fmla="*/ 12 h 17"/>
                <a:gd name="T6" fmla="*/ 28 w 28"/>
                <a:gd name="T7" fmla="*/ 7 h 17"/>
                <a:gd name="T8" fmla="*/ 25 w 28"/>
                <a:gd name="T9" fmla="*/ 5 h 17"/>
                <a:gd name="T10" fmla="*/ 23 w 28"/>
                <a:gd name="T11" fmla="*/ 2 h 17"/>
                <a:gd name="T12" fmla="*/ 13 w 28"/>
                <a:gd name="T13" fmla="*/ 0 h 17"/>
                <a:gd name="T14" fmla="*/ 5 w 28"/>
                <a:gd name="T15" fmla="*/ 2 h 17"/>
                <a:gd name="T16" fmla="*/ 3 w 28"/>
                <a:gd name="T17" fmla="*/ 5 h 17"/>
                <a:gd name="T18" fmla="*/ 0 w 28"/>
                <a:gd name="T19" fmla="*/ 7 h 17"/>
                <a:gd name="T20" fmla="*/ 3 w 28"/>
                <a:gd name="T21" fmla="*/ 12 h 17"/>
                <a:gd name="T22" fmla="*/ 5 w 28"/>
                <a:gd name="T23" fmla="*/ 15 h 17"/>
                <a:gd name="T24" fmla="*/ 10 w 28"/>
                <a:gd name="T25" fmla="*/ 17 h 17"/>
                <a:gd name="T26" fmla="*/ 13 w 28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17">
                  <a:moveTo>
                    <a:pt x="13" y="17"/>
                  </a:moveTo>
                  <a:lnTo>
                    <a:pt x="23" y="15"/>
                  </a:lnTo>
                  <a:lnTo>
                    <a:pt x="25" y="12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2"/>
                  </a:lnTo>
                  <a:lnTo>
                    <a:pt x="13" y="0"/>
                  </a:lnTo>
                  <a:lnTo>
                    <a:pt x="5" y="2"/>
                  </a:lnTo>
                  <a:lnTo>
                    <a:pt x="3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10" y="17"/>
                  </a:lnTo>
                  <a:lnTo>
                    <a:pt x="13" y="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5D990014-ED0F-90DF-F379-60CC9A3B2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2244" y="4509061"/>
              <a:ext cx="40299" cy="24467"/>
            </a:xfrm>
            <a:custGeom>
              <a:avLst/>
              <a:gdLst>
                <a:gd name="T0" fmla="*/ 13 w 28"/>
                <a:gd name="T1" fmla="*/ 17 h 17"/>
                <a:gd name="T2" fmla="*/ 23 w 28"/>
                <a:gd name="T3" fmla="*/ 15 h 17"/>
                <a:gd name="T4" fmla="*/ 25 w 28"/>
                <a:gd name="T5" fmla="*/ 12 h 17"/>
                <a:gd name="T6" fmla="*/ 28 w 28"/>
                <a:gd name="T7" fmla="*/ 7 h 17"/>
                <a:gd name="T8" fmla="*/ 25 w 28"/>
                <a:gd name="T9" fmla="*/ 5 h 17"/>
                <a:gd name="T10" fmla="*/ 23 w 28"/>
                <a:gd name="T11" fmla="*/ 2 h 17"/>
                <a:gd name="T12" fmla="*/ 13 w 28"/>
                <a:gd name="T13" fmla="*/ 0 h 17"/>
                <a:gd name="T14" fmla="*/ 5 w 28"/>
                <a:gd name="T15" fmla="*/ 2 h 17"/>
                <a:gd name="T16" fmla="*/ 3 w 28"/>
                <a:gd name="T17" fmla="*/ 5 h 17"/>
                <a:gd name="T18" fmla="*/ 0 w 28"/>
                <a:gd name="T19" fmla="*/ 7 h 17"/>
                <a:gd name="T20" fmla="*/ 3 w 28"/>
                <a:gd name="T21" fmla="*/ 12 h 17"/>
                <a:gd name="T22" fmla="*/ 5 w 28"/>
                <a:gd name="T23" fmla="*/ 15 h 17"/>
                <a:gd name="T24" fmla="*/ 13 w 28"/>
                <a:gd name="T2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17">
                  <a:moveTo>
                    <a:pt x="13" y="17"/>
                  </a:moveTo>
                  <a:lnTo>
                    <a:pt x="23" y="15"/>
                  </a:lnTo>
                  <a:lnTo>
                    <a:pt x="25" y="12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2"/>
                  </a:lnTo>
                  <a:lnTo>
                    <a:pt x="13" y="0"/>
                  </a:lnTo>
                  <a:lnTo>
                    <a:pt x="5" y="2"/>
                  </a:lnTo>
                  <a:lnTo>
                    <a:pt x="3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13" y="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reeform 34">
              <a:extLst>
                <a:ext uri="{FF2B5EF4-FFF2-40B4-BE49-F238E27FC236}">
                  <a16:creationId xmlns:a16="http://schemas.microsoft.com/office/drawing/2014/main" id="{DA27014B-68E6-9EF7-FED5-E03257403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746" y="3249730"/>
              <a:ext cx="99308" cy="189979"/>
            </a:xfrm>
            <a:custGeom>
              <a:avLst/>
              <a:gdLst>
                <a:gd name="T0" fmla="*/ 37 w 69"/>
                <a:gd name="T1" fmla="*/ 132 h 132"/>
                <a:gd name="T2" fmla="*/ 27 w 69"/>
                <a:gd name="T3" fmla="*/ 129 h 132"/>
                <a:gd name="T4" fmla="*/ 24 w 69"/>
                <a:gd name="T5" fmla="*/ 109 h 132"/>
                <a:gd name="T6" fmla="*/ 7 w 69"/>
                <a:gd name="T7" fmla="*/ 104 h 132"/>
                <a:gd name="T8" fmla="*/ 0 w 69"/>
                <a:gd name="T9" fmla="*/ 85 h 132"/>
                <a:gd name="T10" fmla="*/ 5 w 69"/>
                <a:gd name="T11" fmla="*/ 65 h 132"/>
                <a:gd name="T12" fmla="*/ 22 w 69"/>
                <a:gd name="T13" fmla="*/ 60 h 132"/>
                <a:gd name="T14" fmla="*/ 12 w 69"/>
                <a:gd name="T15" fmla="*/ 45 h 132"/>
                <a:gd name="T16" fmla="*/ 14 w 69"/>
                <a:gd name="T17" fmla="*/ 32 h 132"/>
                <a:gd name="T18" fmla="*/ 24 w 69"/>
                <a:gd name="T19" fmla="*/ 32 h 132"/>
                <a:gd name="T20" fmla="*/ 19 w 69"/>
                <a:gd name="T21" fmla="*/ 7 h 132"/>
                <a:gd name="T22" fmla="*/ 32 w 69"/>
                <a:gd name="T23" fmla="*/ 0 h 132"/>
                <a:gd name="T24" fmla="*/ 42 w 69"/>
                <a:gd name="T25" fmla="*/ 0 h 132"/>
                <a:gd name="T26" fmla="*/ 49 w 69"/>
                <a:gd name="T27" fmla="*/ 5 h 132"/>
                <a:gd name="T28" fmla="*/ 64 w 69"/>
                <a:gd name="T29" fmla="*/ 12 h 132"/>
                <a:gd name="T30" fmla="*/ 59 w 69"/>
                <a:gd name="T31" fmla="*/ 27 h 132"/>
                <a:gd name="T32" fmla="*/ 67 w 69"/>
                <a:gd name="T33" fmla="*/ 37 h 132"/>
                <a:gd name="T34" fmla="*/ 64 w 69"/>
                <a:gd name="T35" fmla="*/ 60 h 132"/>
                <a:gd name="T36" fmla="*/ 52 w 69"/>
                <a:gd name="T37" fmla="*/ 62 h 132"/>
                <a:gd name="T38" fmla="*/ 49 w 69"/>
                <a:gd name="T39" fmla="*/ 80 h 132"/>
                <a:gd name="T40" fmla="*/ 62 w 69"/>
                <a:gd name="T41" fmla="*/ 82 h 132"/>
                <a:gd name="T42" fmla="*/ 69 w 69"/>
                <a:gd name="T43" fmla="*/ 92 h 132"/>
                <a:gd name="T44" fmla="*/ 64 w 69"/>
                <a:gd name="T45" fmla="*/ 119 h 132"/>
                <a:gd name="T46" fmla="*/ 54 w 69"/>
                <a:gd name="T47" fmla="*/ 122 h 132"/>
                <a:gd name="T48" fmla="*/ 37 w 69"/>
                <a:gd name="T4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9" h="132">
                  <a:moveTo>
                    <a:pt x="37" y="132"/>
                  </a:moveTo>
                  <a:lnTo>
                    <a:pt x="27" y="129"/>
                  </a:lnTo>
                  <a:lnTo>
                    <a:pt x="24" y="109"/>
                  </a:lnTo>
                  <a:lnTo>
                    <a:pt x="7" y="104"/>
                  </a:lnTo>
                  <a:lnTo>
                    <a:pt x="0" y="85"/>
                  </a:lnTo>
                  <a:lnTo>
                    <a:pt x="5" y="65"/>
                  </a:lnTo>
                  <a:lnTo>
                    <a:pt x="22" y="60"/>
                  </a:lnTo>
                  <a:lnTo>
                    <a:pt x="12" y="45"/>
                  </a:lnTo>
                  <a:lnTo>
                    <a:pt x="14" y="32"/>
                  </a:lnTo>
                  <a:lnTo>
                    <a:pt x="24" y="32"/>
                  </a:lnTo>
                  <a:lnTo>
                    <a:pt x="19" y="7"/>
                  </a:lnTo>
                  <a:lnTo>
                    <a:pt x="32" y="0"/>
                  </a:lnTo>
                  <a:lnTo>
                    <a:pt x="42" y="0"/>
                  </a:lnTo>
                  <a:lnTo>
                    <a:pt x="49" y="5"/>
                  </a:lnTo>
                  <a:lnTo>
                    <a:pt x="64" y="12"/>
                  </a:lnTo>
                  <a:lnTo>
                    <a:pt x="59" y="27"/>
                  </a:lnTo>
                  <a:lnTo>
                    <a:pt x="67" y="37"/>
                  </a:lnTo>
                  <a:lnTo>
                    <a:pt x="64" y="60"/>
                  </a:lnTo>
                  <a:lnTo>
                    <a:pt x="52" y="62"/>
                  </a:lnTo>
                  <a:lnTo>
                    <a:pt x="49" y="80"/>
                  </a:lnTo>
                  <a:lnTo>
                    <a:pt x="62" y="82"/>
                  </a:lnTo>
                  <a:lnTo>
                    <a:pt x="69" y="92"/>
                  </a:lnTo>
                  <a:lnTo>
                    <a:pt x="64" y="119"/>
                  </a:lnTo>
                  <a:lnTo>
                    <a:pt x="54" y="122"/>
                  </a:lnTo>
                  <a:lnTo>
                    <a:pt x="37" y="1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9C2EAF87-1D38-83E4-C1AA-15B5B5EF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479" y="3628249"/>
              <a:ext cx="43177" cy="86354"/>
            </a:xfrm>
            <a:custGeom>
              <a:avLst/>
              <a:gdLst>
                <a:gd name="T0" fmla="*/ 15 w 30"/>
                <a:gd name="T1" fmla="*/ 0 h 60"/>
                <a:gd name="T2" fmla="*/ 2 w 30"/>
                <a:gd name="T3" fmla="*/ 15 h 60"/>
                <a:gd name="T4" fmla="*/ 0 w 30"/>
                <a:gd name="T5" fmla="*/ 40 h 60"/>
                <a:gd name="T6" fmla="*/ 17 w 30"/>
                <a:gd name="T7" fmla="*/ 60 h 60"/>
                <a:gd name="T8" fmla="*/ 30 w 30"/>
                <a:gd name="T9" fmla="*/ 30 h 60"/>
                <a:gd name="T10" fmla="*/ 15 w 30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60">
                  <a:moveTo>
                    <a:pt x="15" y="0"/>
                  </a:moveTo>
                  <a:lnTo>
                    <a:pt x="2" y="15"/>
                  </a:lnTo>
                  <a:lnTo>
                    <a:pt x="0" y="40"/>
                  </a:lnTo>
                  <a:lnTo>
                    <a:pt x="17" y="60"/>
                  </a:lnTo>
                  <a:lnTo>
                    <a:pt x="30" y="3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Freeform 36">
              <a:extLst>
                <a:ext uri="{FF2B5EF4-FFF2-40B4-BE49-F238E27FC236}">
                  <a16:creationId xmlns:a16="http://schemas.microsoft.com/office/drawing/2014/main" id="{13CF0D75-4354-2B54-875C-9556F994E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8061" y="3478568"/>
              <a:ext cx="215885" cy="110822"/>
            </a:xfrm>
            <a:custGeom>
              <a:avLst/>
              <a:gdLst>
                <a:gd name="T0" fmla="*/ 0 w 150"/>
                <a:gd name="T1" fmla="*/ 0 h 77"/>
                <a:gd name="T2" fmla="*/ 20 w 150"/>
                <a:gd name="T3" fmla="*/ 0 h 77"/>
                <a:gd name="T4" fmla="*/ 35 w 150"/>
                <a:gd name="T5" fmla="*/ 15 h 77"/>
                <a:gd name="T6" fmla="*/ 55 w 150"/>
                <a:gd name="T7" fmla="*/ 25 h 77"/>
                <a:gd name="T8" fmla="*/ 60 w 150"/>
                <a:gd name="T9" fmla="*/ 13 h 77"/>
                <a:gd name="T10" fmla="*/ 63 w 150"/>
                <a:gd name="T11" fmla="*/ 32 h 77"/>
                <a:gd name="T12" fmla="*/ 75 w 150"/>
                <a:gd name="T13" fmla="*/ 40 h 77"/>
                <a:gd name="T14" fmla="*/ 92 w 150"/>
                <a:gd name="T15" fmla="*/ 50 h 77"/>
                <a:gd name="T16" fmla="*/ 132 w 150"/>
                <a:gd name="T17" fmla="*/ 52 h 77"/>
                <a:gd name="T18" fmla="*/ 150 w 150"/>
                <a:gd name="T19" fmla="*/ 57 h 77"/>
                <a:gd name="T20" fmla="*/ 140 w 150"/>
                <a:gd name="T21" fmla="*/ 75 h 77"/>
                <a:gd name="T22" fmla="*/ 122 w 150"/>
                <a:gd name="T23" fmla="*/ 75 h 77"/>
                <a:gd name="T24" fmla="*/ 105 w 150"/>
                <a:gd name="T25" fmla="*/ 77 h 77"/>
                <a:gd name="T26" fmla="*/ 87 w 150"/>
                <a:gd name="T27" fmla="*/ 67 h 77"/>
                <a:gd name="T28" fmla="*/ 68 w 150"/>
                <a:gd name="T29" fmla="*/ 65 h 77"/>
                <a:gd name="T30" fmla="*/ 40 w 150"/>
                <a:gd name="T31" fmla="*/ 52 h 77"/>
                <a:gd name="T32" fmla="*/ 18 w 150"/>
                <a:gd name="T33" fmla="*/ 47 h 77"/>
                <a:gd name="T34" fmla="*/ 3 w 150"/>
                <a:gd name="T35" fmla="*/ 30 h 77"/>
                <a:gd name="T36" fmla="*/ 0 w 150"/>
                <a:gd name="T3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0" h="77">
                  <a:moveTo>
                    <a:pt x="0" y="0"/>
                  </a:moveTo>
                  <a:lnTo>
                    <a:pt x="20" y="0"/>
                  </a:lnTo>
                  <a:lnTo>
                    <a:pt x="35" y="15"/>
                  </a:lnTo>
                  <a:lnTo>
                    <a:pt x="55" y="25"/>
                  </a:lnTo>
                  <a:lnTo>
                    <a:pt x="60" y="13"/>
                  </a:lnTo>
                  <a:lnTo>
                    <a:pt x="63" y="32"/>
                  </a:lnTo>
                  <a:lnTo>
                    <a:pt x="75" y="40"/>
                  </a:lnTo>
                  <a:lnTo>
                    <a:pt x="92" y="50"/>
                  </a:lnTo>
                  <a:lnTo>
                    <a:pt x="132" y="52"/>
                  </a:lnTo>
                  <a:lnTo>
                    <a:pt x="150" y="57"/>
                  </a:lnTo>
                  <a:lnTo>
                    <a:pt x="140" y="75"/>
                  </a:lnTo>
                  <a:lnTo>
                    <a:pt x="122" y="75"/>
                  </a:lnTo>
                  <a:lnTo>
                    <a:pt x="105" y="77"/>
                  </a:lnTo>
                  <a:lnTo>
                    <a:pt x="87" y="67"/>
                  </a:lnTo>
                  <a:lnTo>
                    <a:pt x="68" y="65"/>
                  </a:lnTo>
                  <a:lnTo>
                    <a:pt x="40" y="52"/>
                  </a:lnTo>
                  <a:lnTo>
                    <a:pt x="18" y="47"/>
                  </a:lnTo>
                  <a:lnTo>
                    <a:pt x="3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879EAD86-E395-724E-5409-99CCD84AB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252" y="3747706"/>
              <a:ext cx="200054" cy="349734"/>
            </a:xfrm>
            <a:custGeom>
              <a:avLst/>
              <a:gdLst>
                <a:gd name="T0" fmla="*/ 18 w 139"/>
                <a:gd name="T1" fmla="*/ 218 h 243"/>
                <a:gd name="T2" fmla="*/ 25 w 139"/>
                <a:gd name="T3" fmla="*/ 206 h 243"/>
                <a:gd name="T4" fmla="*/ 37 w 139"/>
                <a:gd name="T5" fmla="*/ 179 h 243"/>
                <a:gd name="T6" fmla="*/ 22 w 139"/>
                <a:gd name="T7" fmla="*/ 166 h 243"/>
                <a:gd name="T8" fmla="*/ 15 w 139"/>
                <a:gd name="T9" fmla="*/ 144 h 243"/>
                <a:gd name="T10" fmla="*/ 15 w 139"/>
                <a:gd name="T11" fmla="*/ 129 h 243"/>
                <a:gd name="T12" fmla="*/ 20 w 139"/>
                <a:gd name="T13" fmla="*/ 96 h 243"/>
                <a:gd name="T14" fmla="*/ 5 w 139"/>
                <a:gd name="T15" fmla="*/ 79 h 243"/>
                <a:gd name="T16" fmla="*/ 0 w 139"/>
                <a:gd name="T17" fmla="*/ 67 h 243"/>
                <a:gd name="T18" fmla="*/ 3 w 139"/>
                <a:gd name="T19" fmla="*/ 34 h 243"/>
                <a:gd name="T20" fmla="*/ 20 w 139"/>
                <a:gd name="T21" fmla="*/ 27 h 243"/>
                <a:gd name="T22" fmla="*/ 30 w 139"/>
                <a:gd name="T23" fmla="*/ 17 h 243"/>
                <a:gd name="T24" fmla="*/ 40 w 139"/>
                <a:gd name="T25" fmla="*/ 0 h 243"/>
                <a:gd name="T26" fmla="*/ 42 w 139"/>
                <a:gd name="T27" fmla="*/ 14 h 243"/>
                <a:gd name="T28" fmla="*/ 47 w 139"/>
                <a:gd name="T29" fmla="*/ 34 h 243"/>
                <a:gd name="T30" fmla="*/ 55 w 139"/>
                <a:gd name="T31" fmla="*/ 42 h 243"/>
                <a:gd name="T32" fmla="*/ 67 w 139"/>
                <a:gd name="T33" fmla="*/ 47 h 243"/>
                <a:gd name="T34" fmla="*/ 87 w 139"/>
                <a:gd name="T35" fmla="*/ 72 h 243"/>
                <a:gd name="T36" fmla="*/ 100 w 139"/>
                <a:gd name="T37" fmla="*/ 59 h 243"/>
                <a:gd name="T38" fmla="*/ 114 w 139"/>
                <a:gd name="T39" fmla="*/ 74 h 243"/>
                <a:gd name="T40" fmla="*/ 124 w 139"/>
                <a:gd name="T41" fmla="*/ 99 h 243"/>
                <a:gd name="T42" fmla="*/ 129 w 139"/>
                <a:gd name="T43" fmla="*/ 111 h 243"/>
                <a:gd name="T44" fmla="*/ 139 w 139"/>
                <a:gd name="T45" fmla="*/ 114 h 243"/>
                <a:gd name="T46" fmla="*/ 139 w 139"/>
                <a:gd name="T47" fmla="*/ 144 h 243"/>
                <a:gd name="T48" fmla="*/ 119 w 139"/>
                <a:gd name="T49" fmla="*/ 146 h 243"/>
                <a:gd name="T50" fmla="*/ 102 w 139"/>
                <a:gd name="T51" fmla="*/ 136 h 243"/>
                <a:gd name="T52" fmla="*/ 87 w 139"/>
                <a:gd name="T53" fmla="*/ 151 h 243"/>
                <a:gd name="T54" fmla="*/ 80 w 139"/>
                <a:gd name="T55" fmla="*/ 174 h 243"/>
                <a:gd name="T56" fmla="*/ 60 w 139"/>
                <a:gd name="T57" fmla="*/ 171 h 243"/>
                <a:gd name="T58" fmla="*/ 50 w 139"/>
                <a:gd name="T59" fmla="*/ 208 h 243"/>
                <a:gd name="T60" fmla="*/ 60 w 139"/>
                <a:gd name="T61" fmla="*/ 226 h 243"/>
                <a:gd name="T62" fmla="*/ 45 w 139"/>
                <a:gd name="T63" fmla="*/ 243 h 243"/>
                <a:gd name="T64" fmla="*/ 30 w 139"/>
                <a:gd name="T65" fmla="*/ 233 h 243"/>
                <a:gd name="T66" fmla="*/ 18 w 139"/>
                <a:gd name="T67" fmla="*/ 218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9" h="243">
                  <a:moveTo>
                    <a:pt x="18" y="218"/>
                  </a:moveTo>
                  <a:lnTo>
                    <a:pt x="25" y="206"/>
                  </a:lnTo>
                  <a:lnTo>
                    <a:pt x="37" y="179"/>
                  </a:lnTo>
                  <a:lnTo>
                    <a:pt x="22" y="166"/>
                  </a:lnTo>
                  <a:lnTo>
                    <a:pt x="15" y="144"/>
                  </a:lnTo>
                  <a:lnTo>
                    <a:pt x="15" y="129"/>
                  </a:lnTo>
                  <a:lnTo>
                    <a:pt x="20" y="96"/>
                  </a:lnTo>
                  <a:lnTo>
                    <a:pt x="5" y="79"/>
                  </a:lnTo>
                  <a:lnTo>
                    <a:pt x="0" y="67"/>
                  </a:lnTo>
                  <a:lnTo>
                    <a:pt x="3" y="34"/>
                  </a:lnTo>
                  <a:lnTo>
                    <a:pt x="20" y="27"/>
                  </a:lnTo>
                  <a:lnTo>
                    <a:pt x="30" y="17"/>
                  </a:lnTo>
                  <a:lnTo>
                    <a:pt x="40" y="0"/>
                  </a:lnTo>
                  <a:lnTo>
                    <a:pt x="42" y="14"/>
                  </a:lnTo>
                  <a:lnTo>
                    <a:pt x="47" y="34"/>
                  </a:lnTo>
                  <a:lnTo>
                    <a:pt x="55" y="42"/>
                  </a:lnTo>
                  <a:lnTo>
                    <a:pt x="67" y="47"/>
                  </a:lnTo>
                  <a:lnTo>
                    <a:pt x="87" y="72"/>
                  </a:lnTo>
                  <a:lnTo>
                    <a:pt x="100" y="59"/>
                  </a:lnTo>
                  <a:lnTo>
                    <a:pt x="114" y="74"/>
                  </a:lnTo>
                  <a:lnTo>
                    <a:pt x="124" y="99"/>
                  </a:lnTo>
                  <a:lnTo>
                    <a:pt x="129" y="111"/>
                  </a:lnTo>
                  <a:lnTo>
                    <a:pt x="139" y="114"/>
                  </a:lnTo>
                  <a:lnTo>
                    <a:pt x="139" y="144"/>
                  </a:lnTo>
                  <a:lnTo>
                    <a:pt x="119" y="146"/>
                  </a:lnTo>
                  <a:lnTo>
                    <a:pt x="102" y="136"/>
                  </a:lnTo>
                  <a:lnTo>
                    <a:pt x="87" y="151"/>
                  </a:lnTo>
                  <a:lnTo>
                    <a:pt x="80" y="174"/>
                  </a:lnTo>
                  <a:lnTo>
                    <a:pt x="60" y="171"/>
                  </a:lnTo>
                  <a:lnTo>
                    <a:pt x="50" y="208"/>
                  </a:lnTo>
                  <a:lnTo>
                    <a:pt x="60" y="226"/>
                  </a:lnTo>
                  <a:lnTo>
                    <a:pt x="45" y="243"/>
                  </a:lnTo>
                  <a:lnTo>
                    <a:pt x="30" y="233"/>
                  </a:lnTo>
                  <a:lnTo>
                    <a:pt x="18" y="2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highlight>
                  <a:srgbClr val="808080"/>
                </a:highligh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6EED890C-E0EB-5DB8-1C8E-3C5BDA2A5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36" y="2050847"/>
              <a:ext cx="38860" cy="43177"/>
            </a:xfrm>
            <a:custGeom>
              <a:avLst/>
              <a:gdLst>
                <a:gd name="T0" fmla="*/ 12 w 27"/>
                <a:gd name="T1" fmla="*/ 0 h 30"/>
                <a:gd name="T2" fmla="*/ 0 w 27"/>
                <a:gd name="T3" fmla="*/ 18 h 30"/>
                <a:gd name="T4" fmla="*/ 5 w 27"/>
                <a:gd name="T5" fmla="*/ 30 h 30"/>
                <a:gd name="T6" fmla="*/ 15 w 27"/>
                <a:gd name="T7" fmla="*/ 28 h 30"/>
                <a:gd name="T8" fmla="*/ 27 w 27"/>
                <a:gd name="T9" fmla="*/ 13 h 30"/>
                <a:gd name="T10" fmla="*/ 12 w 27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0">
                  <a:moveTo>
                    <a:pt x="12" y="0"/>
                  </a:moveTo>
                  <a:lnTo>
                    <a:pt x="0" y="18"/>
                  </a:lnTo>
                  <a:lnTo>
                    <a:pt x="5" y="30"/>
                  </a:lnTo>
                  <a:lnTo>
                    <a:pt x="15" y="28"/>
                  </a:lnTo>
                  <a:lnTo>
                    <a:pt x="27" y="13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Freeform 39">
              <a:extLst>
                <a:ext uri="{FF2B5EF4-FFF2-40B4-BE49-F238E27FC236}">
                  <a16:creationId xmlns:a16="http://schemas.microsoft.com/office/drawing/2014/main" id="{267B87F9-3C34-645F-CF04-356E2A09C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1172" y="2014866"/>
              <a:ext cx="57569" cy="25906"/>
            </a:xfrm>
            <a:custGeom>
              <a:avLst/>
              <a:gdLst>
                <a:gd name="T0" fmla="*/ 35 w 40"/>
                <a:gd name="T1" fmla="*/ 5 h 18"/>
                <a:gd name="T2" fmla="*/ 18 w 40"/>
                <a:gd name="T3" fmla="*/ 0 h 18"/>
                <a:gd name="T4" fmla="*/ 0 w 40"/>
                <a:gd name="T5" fmla="*/ 15 h 18"/>
                <a:gd name="T6" fmla="*/ 13 w 40"/>
                <a:gd name="T7" fmla="*/ 15 h 18"/>
                <a:gd name="T8" fmla="*/ 40 w 40"/>
                <a:gd name="T9" fmla="*/ 18 h 18"/>
                <a:gd name="T10" fmla="*/ 35 w 40"/>
                <a:gd name="T11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8">
                  <a:moveTo>
                    <a:pt x="35" y="5"/>
                  </a:moveTo>
                  <a:lnTo>
                    <a:pt x="18" y="0"/>
                  </a:lnTo>
                  <a:lnTo>
                    <a:pt x="0" y="15"/>
                  </a:lnTo>
                  <a:lnTo>
                    <a:pt x="13" y="15"/>
                  </a:lnTo>
                  <a:lnTo>
                    <a:pt x="40" y="18"/>
                  </a:lnTo>
                  <a:lnTo>
                    <a:pt x="35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Freeform 40">
              <a:extLst>
                <a:ext uri="{FF2B5EF4-FFF2-40B4-BE49-F238E27FC236}">
                  <a16:creationId xmlns:a16="http://schemas.microsoft.com/office/drawing/2014/main" id="{79CF0DAE-687A-2990-0F24-900C19EEC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5959" y="1722701"/>
              <a:ext cx="341098" cy="292165"/>
            </a:xfrm>
            <a:custGeom>
              <a:avLst/>
              <a:gdLst>
                <a:gd name="T0" fmla="*/ 58 w 237"/>
                <a:gd name="T1" fmla="*/ 116 h 203"/>
                <a:gd name="T2" fmla="*/ 72 w 237"/>
                <a:gd name="T3" fmla="*/ 104 h 203"/>
                <a:gd name="T4" fmla="*/ 77 w 237"/>
                <a:gd name="T5" fmla="*/ 97 h 203"/>
                <a:gd name="T6" fmla="*/ 100 w 237"/>
                <a:gd name="T7" fmla="*/ 79 h 203"/>
                <a:gd name="T8" fmla="*/ 125 w 237"/>
                <a:gd name="T9" fmla="*/ 64 h 203"/>
                <a:gd name="T10" fmla="*/ 149 w 237"/>
                <a:gd name="T11" fmla="*/ 44 h 203"/>
                <a:gd name="T12" fmla="*/ 167 w 237"/>
                <a:gd name="T13" fmla="*/ 39 h 203"/>
                <a:gd name="T14" fmla="*/ 202 w 237"/>
                <a:gd name="T15" fmla="*/ 27 h 203"/>
                <a:gd name="T16" fmla="*/ 227 w 237"/>
                <a:gd name="T17" fmla="*/ 19 h 203"/>
                <a:gd name="T18" fmla="*/ 237 w 237"/>
                <a:gd name="T19" fmla="*/ 12 h 203"/>
                <a:gd name="T20" fmla="*/ 229 w 237"/>
                <a:gd name="T21" fmla="*/ 0 h 203"/>
                <a:gd name="T22" fmla="*/ 199 w 237"/>
                <a:gd name="T23" fmla="*/ 0 h 203"/>
                <a:gd name="T24" fmla="*/ 179 w 237"/>
                <a:gd name="T25" fmla="*/ 15 h 203"/>
                <a:gd name="T26" fmla="*/ 149 w 237"/>
                <a:gd name="T27" fmla="*/ 22 h 203"/>
                <a:gd name="T28" fmla="*/ 117 w 237"/>
                <a:gd name="T29" fmla="*/ 24 h 203"/>
                <a:gd name="T30" fmla="*/ 100 w 237"/>
                <a:gd name="T31" fmla="*/ 39 h 203"/>
                <a:gd name="T32" fmla="*/ 80 w 237"/>
                <a:gd name="T33" fmla="*/ 39 h 203"/>
                <a:gd name="T34" fmla="*/ 70 w 237"/>
                <a:gd name="T35" fmla="*/ 54 h 203"/>
                <a:gd name="T36" fmla="*/ 40 w 237"/>
                <a:gd name="T37" fmla="*/ 59 h 203"/>
                <a:gd name="T38" fmla="*/ 35 w 237"/>
                <a:gd name="T39" fmla="*/ 82 h 203"/>
                <a:gd name="T40" fmla="*/ 33 w 237"/>
                <a:gd name="T41" fmla="*/ 94 h 203"/>
                <a:gd name="T42" fmla="*/ 20 w 237"/>
                <a:gd name="T43" fmla="*/ 94 h 203"/>
                <a:gd name="T44" fmla="*/ 20 w 237"/>
                <a:gd name="T45" fmla="*/ 97 h 203"/>
                <a:gd name="T46" fmla="*/ 23 w 237"/>
                <a:gd name="T47" fmla="*/ 104 h 203"/>
                <a:gd name="T48" fmla="*/ 18 w 237"/>
                <a:gd name="T49" fmla="*/ 111 h 203"/>
                <a:gd name="T50" fmla="*/ 8 w 237"/>
                <a:gd name="T51" fmla="*/ 119 h 203"/>
                <a:gd name="T52" fmla="*/ 3 w 237"/>
                <a:gd name="T53" fmla="*/ 139 h 203"/>
                <a:gd name="T54" fmla="*/ 0 w 237"/>
                <a:gd name="T55" fmla="*/ 164 h 203"/>
                <a:gd name="T56" fmla="*/ 15 w 237"/>
                <a:gd name="T57" fmla="*/ 171 h 203"/>
                <a:gd name="T58" fmla="*/ 30 w 237"/>
                <a:gd name="T59" fmla="*/ 201 h 203"/>
                <a:gd name="T60" fmla="*/ 53 w 237"/>
                <a:gd name="T61" fmla="*/ 203 h 203"/>
                <a:gd name="T62" fmla="*/ 82 w 237"/>
                <a:gd name="T63" fmla="*/ 201 h 203"/>
                <a:gd name="T64" fmla="*/ 85 w 237"/>
                <a:gd name="T65" fmla="*/ 189 h 203"/>
                <a:gd name="T66" fmla="*/ 67 w 237"/>
                <a:gd name="T67" fmla="*/ 179 h 203"/>
                <a:gd name="T68" fmla="*/ 55 w 237"/>
                <a:gd name="T69" fmla="*/ 166 h 203"/>
                <a:gd name="T70" fmla="*/ 55 w 237"/>
                <a:gd name="T71" fmla="*/ 141 h 203"/>
                <a:gd name="T72" fmla="*/ 58 w 237"/>
                <a:gd name="T73" fmla="*/ 119 h 203"/>
                <a:gd name="T74" fmla="*/ 58 w 237"/>
                <a:gd name="T75" fmla="*/ 11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7" h="203">
                  <a:moveTo>
                    <a:pt x="58" y="116"/>
                  </a:moveTo>
                  <a:lnTo>
                    <a:pt x="72" y="104"/>
                  </a:lnTo>
                  <a:lnTo>
                    <a:pt x="77" y="97"/>
                  </a:lnTo>
                  <a:lnTo>
                    <a:pt x="100" y="79"/>
                  </a:lnTo>
                  <a:lnTo>
                    <a:pt x="125" y="64"/>
                  </a:lnTo>
                  <a:lnTo>
                    <a:pt x="149" y="44"/>
                  </a:lnTo>
                  <a:lnTo>
                    <a:pt x="167" y="39"/>
                  </a:lnTo>
                  <a:lnTo>
                    <a:pt x="202" y="27"/>
                  </a:lnTo>
                  <a:lnTo>
                    <a:pt x="227" y="19"/>
                  </a:lnTo>
                  <a:lnTo>
                    <a:pt x="237" y="12"/>
                  </a:lnTo>
                  <a:lnTo>
                    <a:pt x="229" y="0"/>
                  </a:lnTo>
                  <a:lnTo>
                    <a:pt x="199" y="0"/>
                  </a:lnTo>
                  <a:lnTo>
                    <a:pt x="179" y="15"/>
                  </a:lnTo>
                  <a:lnTo>
                    <a:pt x="149" y="22"/>
                  </a:lnTo>
                  <a:lnTo>
                    <a:pt x="117" y="24"/>
                  </a:lnTo>
                  <a:lnTo>
                    <a:pt x="100" y="39"/>
                  </a:lnTo>
                  <a:lnTo>
                    <a:pt x="80" y="39"/>
                  </a:lnTo>
                  <a:lnTo>
                    <a:pt x="70" y="54"/>
                  </a:lnTo>
                  <a:lnTo>
                    <a:pt x="40" y="59"/>
                  </a:lnTo>
                  <a:lnTo>
                    <a:pt x="35" y="82"/>
                  </a:lnTo>
                  <a:lnTo>
                    <a:pt x="33" y="94"/>
                  </a:lnTo>
                  <a:lnTo>
                    <a:pt x="20" y="94"/>
                  </a:lnTo>
                  <a:lnTo>
                    <a:pt x="20" y="97"/>
                  </a:lnTo>
                  <a:lnTo>
                    <a:pt x="23" y="104"/>
                  </a:lnTo>
                  <a:lnTo>
                    <a:pt x="18" y="111"/>
                  </a:lnTo>
                  <a:lnTo>
                    <a:pt x="8" y="119"/>
                  </a:lnTo>
                  <a:lnTo>
                    <a:pt x="3" y="139"/>
                  </a:lnTo>
                  <a:lnTo>
                    <a:pt x="0" y="164"/>
                  </a:lnTo>
                  <a:lnTo>
                    <a:pt x="15" y="171"/>
                  </a:lnTo>
                  <a:lnTo>
                    <a:pt x="30" y="201"/>
                  </a:lnTo>
                  <a:lnTo>
                    <a:pt x="53" y="203"/>
                  </a:lnTo>
                  <a:lnTo>
                    <a:pt x="82" y="201"/>
                  </a:lnTo>
                  <a:lnTo>
                    <a:pt x="85" y="189"/>
                  </a:lnTo>
                  <a:lnTo>
                    <a:pt x="67" y="179"/>
                  </a:lnTo>
                  <a:lnTo>
                    <a:pt x="55" y="166"/>
                  </a:lnTo>
                  <a:lnTo>
                    <a:pt x="55" y="141"/>
                  </a:lnTo>
                  <a:lnTo>
                    <a:pt x="58" y="119"/>
                  </a:lnTo>
                  <a:lnTo>
                    <a:pt x="58" y="11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Freeform 41">
              <a:extLst>
                <a:ext uri="{FF2B5EF4-FFF2-40B4-BE49-F238E27FC236}">
                  <a16:creationId xmlns:a16="http://schemas.microsoft.com/office/drawing/2014/main" id="{E1240F00-BAF8-B291-94CF-B1D38B907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113" y="1826326"/>
              <a:ext cx="17271" cy="28785"/>
            </a:xfrm>
            <a:custGeom>
              <a:avLst/>
              <a:gdLst>
                <a:gd name="T0" fmla="*/ 5 w 12"/>
                <a:gd name="T1" fmla="*/ 20 h 20"/>
                <a:gd name="T2" fmla="*/ 10 w 12"/>
                <a:gd name="T3" fmla="*/ 17 h 20"/>
                <a:gd name="T4" fmla="*/ 12 w 12"/>
                <a:gd name="T5" fmla="*/ 10 h 20"/>
                <a:gd name="T6" fmla="*/ 10 w 12"/>
                <a:gd name="T7" fmla="*/ 5 h 20"/>
                <a:gd name="T8" fmla="*/ 7 w 12"/>
                <a:gd name="T9" fmla="*/ 2 h 20"/>
                <a:gd name="T10" fmla="*/ 5 w 12"/>
                <a:gd name="T11" fmla="*/ 0 h 20"/>
                <a:gd name="T12" fmla="*/ 2 w 12"/>
                <a:gd name="T13" fmla="*/ 5 h 20"/>
                <a:gd name="T14" fmla="*/ 0 w 12"/>
                <a:gd name="T15" fmla="*/ 10 h 20"/>
                <a:gd name="T16" fmla="*/ 2 w 12"/>
                <a:gd name="T17" fmla="*/ 17 h 20"/>
                <a:gd name="T18" fmla="*/ 2 w 12"/>
                <a:gd name="T19" fmla="*/ 20 h 20"/>
                <a:gd name="T20" fmla="*/ 5 w 12"/>
                <a:gd name="T2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0">
                  <a:moveTo>
                    <a:pt x="5" y="20"/>
                  </a:moveTo>
                  <a:lnTo>
                    <a:pt x="10" y="17"/>
                  </a:lnTo>
                  <a:lnTo>
                    <a:pt x="12" y="10"/>
                  </a:lnTo>
                  <a:lnTo>
                    <a:pt x="10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2" y="5"/>
                  </a:lnTo>
                  <a:lnTo>
                    <a:pt x="0" y="10"/>
                  </a:lnTo>
                  <a:lnTo>
                    <a:pt x="2" y="17"/>
                  </a:lnTo>
                  <a:lnTo>
                    <a:pt x="2" y="20"/>
                  </a:lnTo>
                  <a:lnTo>
                    <a:pt x="5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Freeform 42">
              <a:extLst>
                <a:ext uri="{FF2B5EF4-FFF2-40B4-BE49-F238E27FC236}">
                  <a16:creationId xmlns:a16="http://schemas.microsoft.com/office/drawing/2014/main" id="{4A4CE235-EDD5-43CF-8C3D-A18CB37D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113" y="1826326"/>
              <a:ext cx="17271" cy="28785"/>
            </a:xfrm>
            <a:custGeom>
              <a:avLst/>
              <a:gdLst>
                <a:gd name="T0" fmla="*/ 5 w 12"/>
                <a:gd name="T1" fmla="*/ 20 h 20"/>
                <a:gd name="T2" fmla="*/ 10 w 12"/>
                <a:gd name="T3" fmla="*/ 17 h 20"/>
                <a:gd name="T4" fmla="*/ 12 w 12"/>
                <a:gd name="T5" fmla="*/ 10 h 20"/>
                <a:gd name="T6" fmla="*/ 10 w 12"/>
                <a:gd name="T7" fmla="*/ 5 h 20"/>
                <a:gd name="T8" fmla="*/ 7 w 12"/>
                <a:gd name="T9" fmla="*/ 2 h 20"/>
                <a:gd name="T10" fmla="*/ 5 w 12"/>
                <a:gd name="T11" fmla="*/ 0 h 20"/>
                <a:gd name="T12" fmla="*/ 2 w 12"/>
                <a:gd name="T13" fmla="*/ 5 h 20"/>
                <a:gd name="T14" fmla="*/ 0 w 12"/>
                <a:gd name="T15" fmla="*/ 10 h 20"/>
                <a:gd name="T16" fmla="*/ 2 w 12"/>
                <a:gd name="T17" fmla="*/ 17 h 20"/>
                <a:gd name="T18" fmla="*/ 5 w 12"/>
                <a:gd name="T1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20">
                  <a:moveTo>
                    <a:pt x="5" y="20"/>
                  </a:moveTo>
                  <a:lnTo>
                    <a:pt x="10" y="17"/>
                  </a:lnTo>
                  <a:lnTo>
                    <a:pt x="12" y="10"/>
                  </a:lnTo>
                  <a:lnTo>
                    <a:pt x="10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2" y="5"/>
                  </a:lnTo>
                  <a:lnTo>
                    <a:pt x="0" y="10"/>
                  </a:lnTo>
                  <a:lnTo>
                    <a:pt x="2" y="17"/>
                  </a:lnTo>
                  <a:lnTo>
                    <a:pt x="5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Freeform 43">
              <a:extLst>
                <a:ext uri="{FF2B5EF4-FFF2-40B4-BE49-F238E27FC236}">
                  <a16:creationId xmlns:a16="http://schemas.microsoft.com/office/drawing/2014/main" id="{9AC86176-99E1-9D14-9BBC-E731DC6F4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950" y="1489545"/>
              <a:ext cx="118017" cy="89233"/>
            </a:xfrm>
            <a:custGeom>
              <a:avLst/>
              <a:gdLst>
                <a:gd name="T0" fmla="*/ 42 w 82"/>
                <a:gd name="T1" fmla="*/ 7 h 62"/>
                <a:gd name="T2" fmla="*/ 27 w 82"/>
                <a:gd name="T3" fmla="*/ 22 h 62"/>
                <a:gd name="T4" fmla="*/ 15 w 82"/>
                <a:gd name="T5" fmla="*/ 22 h 62"/>
                <a:gd name="T6" fmla="*/ 0 w 82"/>
                <a:gd name="T7" fmla="*/ 32 h 62"/>
                <a:gd name="T8" fmla="*/ 12 w 82"/>
                <a:gd name="T9" fmla="*/ 50 h 62"/>
                <a:gd name="T10" fmla="*/ 32 w 82"/>
                <a:gd name="T11" fmla="*/ 62 h 62"/>
                <a:gd name="T12" fmla="*/ 59 w 82"/>
                <a:gd name="T13" fmla="*/ 50 h 62"/>
                <a:gd name="T14" fmla="*/ 82 w 82"/>
                <a:gd name="T15" fmla="*/ 40 h 62"/>
                <a:gd name="T16" fmla="*/ 77 w 82"/>
                <a:gd name="T17" fmla="*/ 12 h 62"/>
                <a:gd name="T18" fmla="*/ 55 w 82"/>
                <a:gd name="T19" fmla="*/ 0 h 62"/>
                <a:gd name="T20" fmla="*/ 42 w 82"/>
                <a:gd name="T21" fmla="*/ 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62">
                  <a:moveTo>
                    <a:pt x="42" y="7"/>
                  </a:moveTo>
                  <a:lnTo>
                    <a:pt x="27" y="22"/>
                  </a:lnTo>
                  <a:lnTo>
                    <a:pt x="15" y="22"/>
                  </a:lnTo>
                  <a:lnTo>
                    <a:pt x="0" y="32"/>
                  </a:lnTo>
                  <a:lnTo>
                    <a:pt x="12" y="50"/>
                  </a:lnTo>
                  <a:lnTo>
                    <a:pt x="32" y="62"/>
                  </a:lnTo>
                  <a:lnTo>
                    <a:pt x="59" y="50"/>
                  </a:lnTo>
                  <a:lnTo>
                    <a:pt x="82" y="40"/>
                  </a:lnTo>
                  <a:lnTo>
                    <a:pt x="77" y="12"/>
                  </a:lnTo>
                  <a:lnTo>
                    <a:pt x="55" y="0"/>
                  </a:lnTo>
                  <a:lnTo>
                    <a:pt x="42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 44">
              <a:extLst>
                <a:ext uri="{FF2B5EF4-FFF2-40B4-BE49-F238E27FC236}">
                  <a16:creationId xmlns:a16="http://schemas.microsoft.com/office/drawing/2014/main" id="{606A9ACE-3499-8EBF-5683-9447004AA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7987" y="1554311"/>
              <a:ext cx="115139" cy="77719"/>
            </a:xfrm>
            <a:custGeom>
              <a:avLst/>
              <a:gdLst>
                <a:gd name="T0" fmla="*/ 20 w 80"/>
                <a:gd name="T1" fmla="*/ 20 h 54"/>
                <a:gd name="T2" fmla="*/ 30 w 80"/>
                <a:gd name="T3" fmla="*/ 5 h 54"/>
                <a:gd name="T4" fmla="*/ 45 w 80"/>
                <a:gd name="T5" fmla="*/ 0 h 54"/>
                <a:gd name="T6" fmla="*/ 57 w 80"/>
                <a:gd name="T7" fmla="*/ 5 h 54"/>
                <a:gd name="T8" fmla="*/ 70 w 80"/>
                <a:gd name="T9" fmla="*/ 22 h 54"/>
                <a:gd name="T10" fmla="*/ 70 w 80"/>
                <a:gd name="T11" fmla="*/ 35 h 54"/>
                <a:gd name="T12" fmla="*/ 80 w 80"/>
                <a:gd name="T13" fmla="*/ 32 h 54"/>
                <a:gd name="T14" fmla="*/ 80 w 80"/>
                <a:gd name="T15" fmla="*/ 45 h 54"/>
                <a:gd name="T16" fmla="*/ 52 w 80"/>
                <a:gd name="T17" fmla="*/ 54 h 54"/>
                <a:gd name="T18" fmla="*/ 25 w 80"/>
                <a:gd name="T19" fmla="*/ 42 h 54"/>
                <a:gd name="T20" fmla="*/ 0 w 80"/>
                <a:gd name="T21" fmla="*/ 32 h 54"/>
                <a:gd name="T22" fmla="*/ 5 w 80"/>
                <a:gd name="T23" fmla="*/ 22 h 54"/>
                <a:gd name="T24" fmla="*/ 20 w 80"/>
                <a:gd name="T25" fmla="*/ 2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54">
                  <a:moveTo>
                    <a:pt x="20" y="20"/>
                  </a:moveTo>
                  <a:lnTo>
                    <a:pt x="30" y="5"/>
                  </a:lnTo>
                  <a:lnTo>
                    <a:pt x="45" y="0"/>
                  </a:lnTo>
                  <a:lnTo>
                    <a:pt x="57" y="5"/>
                  </a:lnTo>
                  <a:lnTo>
                    <a:pt x="70" y="22"/>
                  </a:lnTo>
                  <a:lnTo>
                    <a:pt x="70" y="35"/>
                  </a:lnTo>
                  <a:lnTo>
                    <a:pt x="80" y="32"/>
                  </a:lnTo>
                  <a:lnTo>
                    <a:pt x="80" y="45"/>
                  </a:lnTo>
                  <a:lnTo>
                    <a:pt x="52" y="54"/>
                  </a:lnTo>
                  <a:lnTo>
                    <a:pt x="25" y="42"/>
                  </a:lnTo>
                  <a:lnTo>
                    <a:pt x="0" y="32"/>
                  </a:lnTo>
                  <a:lnTo>
                    <a:pt x="5" y="22"/>
                  </a:lnTo>
                  <a:lnTo>
                    <a:pt x="20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 45">
              <a:extLst>
                <a:ext uri="{FF2B5EF4-FFF2-40B4-BE49-F238E27FC236}">
                  <a16:creationId xmlns:a16="http://schemas.microsoft.com/office/drawing/2014/main" id="{6654C544-71CD-A7D7-31E4-7697EF4F9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6078" y="1590291"/>
              <a:ext cx="93551" cy="70523"/>
            </a:xfrm>
            <a:custGeom>
              <a:avLst/>
              <a:gdLst>
                <a:gd name="T0" fmla="*/ 8 w 65"/>
                <a:gd name="T1" fmla="*/ 20 h 49"/>
                <a:gd name="T2" fmla="*/ 15 w 65"/>
                <a:gd name="T3" fmla="*/ 7 h 49"/>
                <a:gd name="T4" fmla="*/ 30 w 65"/>
                <a:gd name="T5" fmla="*/ 0 h 49"/>
                <a:gd name="T6" fmla="*/ 33 w 65"/>
                <a:gd name="T7" fmla="*/ 7 h 49"/>
                <a:gd name="T8" fmla="*/ 40 w 65"/>
                <a:gd name="T9" fmla="*/ 12 h 49"/>
                <a:gd name="T10" fmla="*/ 50 w 65"/>
                <a:gd name="T11" fmla="*/ 12 h 49"/>
                <a:gd name="T12" fmla="*/ 63 w 65"/>
                <a:gd name="T13" fmla="*/ 15 h 49"/>
                <a:gd name="T14" fmla="*/ 65 w 65"/>
                <a:gd name="T15" fmla="*/ 32 h 49"/>
                <a:gd name="T16" fmla="*/ 58 w 65"/>
                <a:gd name="T17" fmla="*/ 44 h 49"/>
                <a:gd name="T18" fmla="*/ 35 w 65"/>
                <a:gd name="T19" fmla="*/ 49 h 49"/>
                <a:gd name="T20" fmla="*/ 8 w 65"/>
                <a:gd name="T21" fmla="*/ 47 h 49"/>
                <a:gd name="T22" fmla="*/ 0 w 65"/>
                <a:gd name="T23" fmla="*/ 37 h 49"/>
                <a:gd name="T24" fmla="*/ 8 w 65"/>
                <a:gd name="T25" fmla="*/ 2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49">
                  <a:moveTo>
                    <a:pt x="8" y="20"/>
                  </a:moveTo>
                  <a:lnTo>
                    <a:pt x="15" y="7"/>
                  </a:lnTo>
                  <a:lnTo>
                    <a:pt x="30" y="0"/>
                  </a:lnTo>
                  <a:lnTo>
                    <a:pt x="33" y="7"/>
                  </a:lnTo>
                  <a:lnTo>
                    <a:pt x="40" y="12"/>
                  </a:lnTo>
                  <a:lnTo>
                    <a:pt x="50" y="12"/>
                  </a:lnTo>
                  <a:lnTo>
                    <a:pt x="63" y="15"/>
                  </a:lnTo>
                  <a:lnTo>
                    <a:pt x="65" y="32"/>
                  </a:lnTo>
                  <a:lnTo>
                    <a:pt x="58" y="44"/>
                  </a:lnTo>
                  <a:lnTo>
                    <a:pt x="35" y="49"/>
                  </a:lnTo>
                  <a:lnTo>
                    <a:pt x="8" y="47"/>
                  </a:lnTo>
                  <a:lnTo>
                    <a:pt x="0" y="37"/>
                  </a:lnTo>
                  <a:lnTo>
                    <a:pt x="8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7F5677B-34F4-5F77-8010-E2FF24BFE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0835" y="1750047"/>
              <a:ext cx="164073" cy="71962"/>
            </a:xfrm>
            <a:custGeom>
              <a:avLst/>
              <a:gdLst>
                <a:gd name="T0" fmla="*/ 62 w 114"/>
                <a:gd name="T1" fmla="*/ 5 h 50"/>
                <a:gd name="T2" fmla="*/ 59 w 114"/>
                <a:gd name="T3" fmla="*/ 18 h 50"/>
                <a:gd name="T4" fmla="*/ 39 w 114"/>
                <a:gd name="T5" fmla="*/ 18 h 50"/>
                <a:gd name="T6" fmla="*/ 32 w 114"/>
                <a:gd name="T7" fmla="*/ 10 h 50"/>
                <a:gd name="T8" fmla="*/ 15 w 114"/>
                <a:gd name="T9" fmla="*/ 0 h 50"/>
                <a:gd name="T10" fmla="*/ 0 w 114"/>
                <a:gd name="T11" fmla="*/ 10 h 50"/>
                <a:gd name="T12" fmla="*/ 0 w 114"/>
                <a:gd name="T13" fmla="*/ 30 h 50"/>
                <a:gd name="T14" fmla="*/ 22 w 114"/>
                <a:gd name="T15" fmla="*/ 48 h 50"/>
                <a:gd name="T16" fmla="*/ 52 w 114"/>
                <a:gd name="T17" fmla="*/ 50 h 50"/>
                <a:gd name="T18" fmla="*/ 64 w 114"/>
                <a:gd name="T19" fmla="*/ 40 h 50"/>
                <a:gd name="T20" fmla="*/ 82 w 114"/>
                <a:gd name="T21" fmla="*/ 48 h 50"/>
                <a:gd name="T22" fmla="*/ 107 w 114"/>
                <a:gd name="T23" fmla="*/ 45 h 50"/>
                <a:gd name="T24" fmla="*/ 114 w 114"/>
                <a:gd name="T25" fmla="*/ 35 h 50"/>
                <a:gd name="T26" fmla="*/ 97 w 114"/>
                <a:gd name="T27" fmla="*/ 28 h 50"/>
                <a:gd name="T28" fmla="*/ 87 w 114"/>
                <a:gd name="T29" fmla="*/ 10 h 50"/>
                <a:gd name="T30" fmla="*/ 69 w 114"/>
                <a:gd name="T31" fmla="*/ 0 h 50"/>
                <a:gd name="T32" fmla="*/ 62 w 114"/>
                <a:gd name="T33" fmla="*/ 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4" h="50">
                  <a:moveTo>
                    <a:pt x="62" y="5"/>
                  </a:moveTo>
                  <a:lnTo>
                    <a:pt x="59" y="18"/>
                  </a:lnTo>
                  <a:lnTo>
                    <a:pt x="39" y="18"/>
                  </a:lnTo>
                  <a:lnTo>
                    <a:pt x="32" y="10"/>
                  </a:lnTo>
                  <a:lnTo>
                    <a:pt x="15" y="0"/>
                  </a:lnTo>
                  <a:lnTo>
                    <a:pt x="0" y="10"/>
                  </a:lnTo>
                  <a:lnTo>
                    <a:pt x="0" y="30"/>
                  </a:lnTo>
                  <a:lnTo>
                    <a:pt x="22" y="48"/>
                  </a:lnTo>
                  <a:lnTo>
                    <a:pt x="52" y="50"/>
                  </a:lnTo>
                  <a:lnTo>
                    <a:pt x="64" y="40"/>
                  </a:lnTo>
                  <a:lnTo>
                    <a:pt x="82" y="48"/>
                  </a:lnTo>
                  <a:lnTo>
                    <a:pt x="107" y="45"/>
                  </a:lnTo>
                  <a:lnTo>
                    <a:pt x="114" y="35"/>
                  </a:lnTo>
                  <a:lnTo>
                    <a:pt x="97" y="28"/>
                  </a:lnTo>
                  <a:lnTo>
                    <a:pt x="87" y="10"/>
                  </a:lnTo>
                  <a:lnTo>
                    <a:pt x="69" y="0"/>
                  </a:lnTo>
                  <a:lnTo>
                    <a:pt x="62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 47">
              <a:extLst>
                <a:ext uri="{FF2B5EF4-FFF2-40B4-BE49-F238E27FC236}">
                  <a16:creationId xmlns:a16="http://schemas.microsoft.com/office/drawing/2014/main" id="{2253D51A-0C8B-D002-DA71-61B4DBF0F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767" y="1775953"/>
              <a:ext cx="100746" cy="38859"/>
            </a:xfrm>
            <a:custGeom>
              <a:avLst/>
              <a:gdLst>
                <a:gd name="T0" fmla="*/ 3 w 70"/>
                <a:gd name="T1" fmla="*/ 0 h 27"/>
                <a:gd name="T2" fmla="*/ 13 w 70"/>
                <a:gd name="T3" fmla="*/ 7 h 27"/>
                <a:gd name="T4" fmla="*/ 38 w 70"/>
                <a:gd name="T5" fmla="*/ 7 h 27"/>
                <a:gd name="T6" fmla="*/ 68 w 70"/>
                <a:gd name="T7" fmla="*/ 7 h 27"/>
                <a:gd name="T8" fmla="*/ 70 w 70"/>
                <a:gd name="T9" fmla="*/ 25 h 27"/>
                <a:gd name="T10" fmla="*/ 33 w 70"/>
                <a:gd name="T11" fmla="*/ 27 h 27"/>
                <a:gd name="T12" fmla="*/ 13 w 70"/>
                <a:gd name="T13" fmla="*/ 20 h 27"/>
                <a:gd name="T14" fmla="*/ 0 w 70"/>
                <a:gd name="T15" fmla="*/ 7 h 27"/>
                <a:gd name="T16" fmla="*/ 3 w 70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27">
                  <a:moveTo>
                    <a:pt x="3" y="0"/>
                  </a:moveTo>
                  <a:lnTo>
                    <a:pt x="13" y="7"/>
                  </a:lnTo>
                  <a:lnTo>
                    <a:pt x="38" y="7"/>
                  </a:lnTo>
                  <a:lnTo>
                    <a:pt x="68" y="7"/>
                  </a:lnTo>
                  <a:lnTo>
                    <a:pt x="70" y="25"/>
                  </a:lnTo>
                  <a:lnTo>
                    <a:pt x="33" y="27"/>
                  </a:lnTo>
                  <a:lnTo>
                    <a:pt x="13" y="2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 48">
              <a:extLst>
                <a:ext uri="{FF2B5EF4-FFF2-40B4-BE49-F238E27FC236}">
                  <a16:creationId xmlns:a16="http://schemas.microsoft.com/office/drawing/2014/main" id="{F16CBC49-6565-7FA8-0E88-3F771C589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618" y="1954418"/>
              <a:ext cx="67644" cy="46056"/>
            </a:xfrm>
            <a:custGeom>
              <a:avLst/>
              <a:gdLst>
                <a:gd name="T0" fmla="*/ 18 w 47"/>
                <a:gd name="T1" fmla="*/ 3 h 32"/>
                <a:gd name="T2" fmla="*/ 3 w 47"/>
                <a:gd name="T3" fmla="*/ 15 h 32"/>
                <a:gd name="T4" fmla="*/ 0 w 47"/>
                <a:gd name="T5" fmla="*/ 32 h 32"/>
                <a:gd name="T6" fmla="*/ 25 w 47"/>
                <a:gd name="T7" fmla="*/ 30 h 32"/>
                <a:gd name="T8" fmla="*/ 43 w 47"/>
                <a:gd name="T9" fmla="*/ 28 h 32"/>
                <a:gd name="T10" fmla="*/ 47 w 47"/>
                <a:gd name="T11" fmla="*/ 10 h 32"/>
                <a:gd name="T12" fmla="*/ 33 w 47"/>
                <a:gd name="T13" fmla="*/ 0 h 32"/>
                <a:gd name="T14" fmla="*/ 18 w 47"/>
                <a:gd name="T15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2">
                  <a:moveTo>
                    <a:pt x="18" y="3"/>
                  </a:moveTo>
                  <a:lnTo>
                    <a:pt x="3" y="15"/>
                  </a:lnTo>
                  <a:lnTo>
                    <a:pt x="0" y="32"/>
                  </a:lnTo>
                  <a:lnTo>
                    <a:pt x="25" y="30"/>
                  </a:lnTo>
                  <a:lnTo>
                    <a:pt x="43" y="28"/>
                  </a:lnTo>
                  <a:lnTo>
                    <a:pt x="47" y="10"/>
                  </a:lnTo>
                  <a:lnTo>
                    <a:pt x="33" y="0"/>
                  </a:lnTo>
                  <a:lnTo>
                    <a:pt x="18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 49">
              <a:extLst>
                <a:ext uri="{FF2B5EF4-FFF2-40B4-BE49-F238E27FC236}">
                  <a16:creationId xmlns:a16="http://schemas.microsoft.com/office/drawing/2014/main" id="{12477977-98BF-8452-793E-1D7A5AA1D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233" y="3872919"/>
              <a:ext cx="86354" cy="106503"/>
            </a:xfrm>
            <a:custGeom>
              <a:avLst/>
              <a:gdLst>
                <a:gd name="T0" fmla="*/ 0 w 60"/>
                <a:gd name="T1" fmla="*/ 59 h 74"/>
                <a:gd name="T2" fmla="*/ 8 w 60"/>
                <a:gd name="T3" fmla="*/ 37 h 74"/>
                <a:gd name="T4" fmla="*/ 23 w 60"/>
                <a:gd name="T5" fmla="*/ 32 h 74"/>
                <a:gd name="T6" fmla="*/ 25 w 60"/>
                <a:gd name="T7" fmla="*/ 12 h 74"/>
                <a:gd name="T8" fmla="*/ 53 w 60"/>
                <a:gd name="T9" fmla="*/ 0 h 74"/>
                <a:gd name="T10" fmla="*/ 53 w 60"/>
                <a:gd name="T11" fmla="*/ 22 h 74"/>
                <a:gd name="T12" fmla="*/ 53 w 60"/>
                <a:gd name="T13" fmla="*/ 39 h 74"/>
                <a:gd name="T14" fmla="*/ 60 w 60"/>
                <a:gd name="T15" fmla="*/ 42 h 74"/>
                <a:gd name="T16" fmla="*/ 58 w 60"/>
                <a:gd name="T17" fmla="*/ 57 h 74"/>
                <a:gd name="T18" fmla="*/ 45 w 60"/>
                <a:gd name="T19" fmla="*/ 57 h 74"/>
                <a:gd name="T20" fmla="*/ 43 w 60"/>
                <a:gd name="T21" fmla="*/ 74 h 74"/>
                <a:gd name="T22" fmla="*/ 18 w 60"/>
                <a:gd name="T23" fmla="*/ 74 h 74"/>
                <a:gd name="T24" fmla="*/ 0 w 60"/>
                <a:gd name="T25" fmla="*/ 5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74">
                  <a:moveTo>
                    <a:pt x="0" y="59"/>
                  </a:moveTo>
                  <a:lnTo>
                    <a:pt x="8" y="37"/>
                  </a:lnTo>
                  <a:lnTo>
                    <a:pt x="23" y="32"/>
                  </a:lnTo>
                  <a:lnTo>
                    <a:pt x="25" y="12"/>
                  </a:lnTo>
                  <a:lnTo>
                    <a:pt x="53" y="0"/>
                  </a:lnTo>
                  <a:lnTo>
                    <a:pt x="53" y="22"/>
                  </a:lnTo>
                  <a:lnTo>
                    <a:pt x="53" y="39"/>
                  </a:lnTo>
                  <a:lnTo>
                    <a:pt x="60" y="42"/>
                  </a:lnTo>
                  <a:lnTo>
                    <a:pt x="58" y="57"/>
                  </a:lnTo>
                  <a:lnTo>
                    <a:pt x="45" y="57"/>
                  </a:lnTo>
                  <a:lnTo>
                    <a:pt x="43" y="74"/>
                  </a:lnTo>
                  <a:lnTo>
                    <a:pt x="18" y="74"/>
                  </a:lnTo>
                  <a:lnTo>
                    <a:pt x="0" y="5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 50">
              <a:extLst>
                <a:ext uri="{FF2B5EF4-FFF2-40B4-BE49-F238E27FC236}">
                  <a16:creationId xmlns:a16="http://schemas.microsoft.com/office/drawing/2014/main" id="{9D034E16-963A-C3C9-DE32-FE82A95C7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371" y="4441417"/>
              <a:ext cx="325267" cy="482143"/>
            </a:xfrm>
            <a:custGeom>
              <a:avLst/>
              <a:gdLst>
                <a:gd name="T0" fmla="*/ 184 w 226"/>
                <a:gd name="T1" fmla="*/ 15 h 335"/>
                <a:gd name="T2" fmla="*/ 169 w 226"/>
                <a:gd name="T3" fmla="*/ 2 h 335"/>
                <a:gd name="T4" fmla="*/ 137 w 226"/>
                <a:gd name="T5" fmla="*/ 0 h 335"/>
                <a:gd name="T6" fmla="*/ 129 w 226"/>
                <a:gd name="T7" fmla="*/ 12 h 335"/>
                <a:gd name="T8" fmla="*/ 77 w 226"/>
                <a:gd name="T9" fmla="*/ 35 h 335"/>
                <a:gd name="T10" fmla="*/ 52 w 226"/>
                <a:gd name="T11" fmla="*/ 52 h 335"/>
                <a:gd name="T12" fmla="*/ 35 w 226"/>
                <a:gd name="T13" fmla="*/ 67 h 335"/>
                <a:gd name="T14" fmla="*/ 22 w 226"/>
                <a:gd name="T15" fmla="*/ 52 h 335"/>
                <a:gd name="T16" fmla="*/ 17 w 226"/>
                <a:gd name="T17" fmla="*/ 37 h 335"/>
                <a:gd name="T18" fmla="*/ 7 w 226"/>
                <a:gd name="T19" fmla="*/ 37 h 335"/>
                <a:gd name="T20" fmla="*/ 0 w 226"/>
                <a:gd name="T21" fmla="*/ 45 h 335"/>
                <a:gd name="T22" fmla="*/ 0 w 226"/>
                <a:gd name="T23" fmla="*/ 87 h 335"/>
                <a:gd name="T24" fmla="*/ 20 w 226"/>
                <a:gd name="T25" fmla="*/ 87 h 335"/>
                <a:gd name="T26" fmla="*/ 27 w 226"/>
                <a:gd name="T27" fmla="*/ 117 h 335"/>
                <a:gd name="T28" fmla="*/ 37 w 226"/>
                <a:gd name="T29" fmla="*/ 122 h 335"/>
                <a:gd name="T30" fmla="*/ 40 w 226"/>
                <a:gd name="T31" fmla="*/ 139 h 335"/>
                <a:gd name="T32" fmla="*/ 47 w 226"/>
                <a:gd name="T33" fmla="*/ 156 h 335"/>
                <a:gd name="T34" fmla="*/ 57 w 226"/>
                <a:gd name="T35" fmla="*/ 161 h 335"/>
                <a:gd name="T36" fmla="*/ 59 w 226"/>
                <a:gd name="T37" fmla="*/ 181 h 335"/>
                <a:gd name="T38" fmla="*/ 64 w 226"/>
                <a:gd name="T39" fmla="*/ 184 h 335"/>
                <a:gd name="T40" fmla="*/ 69 w 226"/>
                <a:gd name="T41" fmla="*/ 196 h 335"/>
                <a:gd name="T42" fmla="*/ 74 w 226"/>
                <a:gd name="T43" fmla="*/ 211 h 335"/>
                <a:gd name="T44" fmla="*/ 84 w 226"/>
                <a:gd name="T45" fmla="*/ 228 h 335"/>
                <a:gd name="T46" fmla="*/ 92 w 226"/>
                <a:gd name="T47" fmla="*/ 236 h 335"/>
                <a:gd name="T48" fmla="*/ 89 w 226"/>
                <a:gd name="T49" fmla="*/ 243 h 335"/>
                <a:gd name="T50" fmla="*/ 94 w 226"/>
                <a:gd name="T51" fmla="*/ 261 h 335"/>
                <a:gd name="T52" fmla="*/ 112 w 226"/>
                <a:gd name="T53" fmla="*/ 271 h 335"/>
                <a:gd name="T54" fmla="*/ 132 w 226"/>
                <a:gd name="T55" fmla="*/ 293 h 335"/>
                <a:gd name="T56" fmla="*/ 156 w 226"/>
                <a:gd name="T57" fmla="*/ 303 h 335"/>
                <a:gd name="T58" fmla="*/ 181 w 226"/>
                <a:gd name="T59" fmla="*/ 323 h 335"/>
                <a:gd name="T60" fmla="*/ 196 w 226"/>
                <a:gd name="T61" fmla="*/ 335 h 335"/>
                <a:gd name="T62" fmla="*/ 209 w 226"/>
                <a:gd name="T63" fmla="*/ 323 h 335"/>
                <a:gd name="T64" fmla="*/ 214 w 226"/>
                <a:gd name="T65" fmla="*/ 308 h 335"/>
                <a:gd name="T66" fmla="*/ 221 w 226"/>
                <a:gd name="T67" fmla="*/ 306 h 335"/>
                <a:gd name="T68" fmla="*/ 214 w 226"/>
                <a:gd name="T69" fmla="*/ 296 h 335"/>
                <a:gd name="T70" fmla="*/ 216 w 226"/>
                <a:gd name="T71" fmla="*/ 263 h 335"/>
                <a:gd name="T72" fmla="*/ 216 w 226"/>
                <a:gd name="T73" fmla="*/ 241 h 335"/>
                <a:gd name="T74" fmla="*/ 226 w 226"/>
                <a:gd name="T75" fmla="*/ 233 h 335"/>
                <a:gd name="T76" fmla="*/ 226 w 226"/>
                <a:gd name="T77" fmla="*/ 214 h 335"/>
                <a:gd name="T78" fmla="*/ 214 w 226"/>
                <a:gd name="T79" fmla="*/ 194 h 335"/>
                <a:gd name="T80" fmla="*/ 199 w 226"/>
                <a:gd name="T81" fmla="*/ 186 h 335"/>
                <a:gd name="T82" fmla="*/ 191 w 226"/>
                <a:gd name="T83" fmla="*/ 164 h 335"/>
                <a:gd name="T84" fmla="*/ 176 w 226"/>
                <a:gd name="T85" fmla="*/ 171 h 335"/>
                <a:gd name="T86" fmla="*/ 161 w 226"/>
                <a:gd name="T87" fmla="*/ 169 h 335"/>
                <a:gd name="T88" fmla="*/ 159 w 226"/>
                <a:gd name="T89" fmla="*/ 159 h 335"/>
                <a:gd name="T90" fmla="*/ 146 w 226"/>
                <a:gd name="T91" fmla="*/ 156 h 335"/>
                <a:gd name="T92" fmla="*/ 142 w 226"/>
                <a:gd name="T93" fmla="*/ 144 h 335"/>
                <a:gd name="T94" fmla="*/ 129 w 226"/>
                <a:gd name="T95" fmla="*/ 134 h 335"/>
                <a:gd name="T96" fmla="*/ 127 w 226"/>
                <a:gd name="T97" fmla="*/ 122 h 335"/>
                <a:gd name="T98" fmla="*/ 129 w 226"/>
                <a:gd name="T99" fmla="*/ 107 h 335"/>
                <a:gd name="T100" fmla="*/ 139 w 226"/>
                <a:gd name="T101" fmla="*/ 102 h 335"/>
                <a:gd name="T102" fmla="*/ 146 w 226"/>
                <a:gd name="T103" fmla="*/ 94 h 335"/>
                <a:gd name="T104" fmla="*/ 144 w 226"/>
                <a:gd name="T105" fmla="*/ 82 h 335"/>
                <a:gd name="T106" fmla="*/ 149 w 226"/>
                <a:gd name="T107" fmla="*/ 67 h 335"/>
                <a:gd name="T108" fmla="*/ 161 w 226"/>
                <a:gd name="T109" fmla="*/ 57 h 335"/>
                <a:gd name="T110" fmla="*/ 176 w 226"/>
                <a:gd name="T111" fmla="*/ 62 h 335"/>
                <a:gd name="T112" fmla="*/ 191 w 226"/>
                <a:gd name="T113" fmla="*/ 54 h 335"/>
                <a:gd name="T114" fmla="*/ 196 w 226"/>
                <a:gd name="T115" fmla="*/ 37 h 335"/>
                <a:gd name="T116" fmla="*/ 184 w 226"/>
                <a:gd name="T117" fmla="*/ 1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6" h="335">
                  <a:moveTo>
                    <a:pt x="184" y="15"/>
                  </a:moveTo>
                  <a:lnTo>
                    <a:pt x="169" y="2"/>
                  </a:lnTo>
                  <a:lnTo>
                    <a:pt x="137" y="0"/>
                  </a:lnTo>
                  <a:lnTo>
                    <a:pt x="129" y="12"/>
                  </a:lnTo>
                  <a:lnTo>
                    <a:pt x="77" y="35"/>
                  </a:lnTo>
                  <a:lnTo>
                    <a:pt x="52" y="52"/>
                  </a:lnTo>
                  <a:lnTo>
                    <a:pt x="35" y="67"/>
                  </a:lnTo>
                  <a:lnTo>
                    <a:pt x="22" y="52"/>
                  </a:lnTo>
                  <a:lnTo>
                    <a:pt x="17" y="37"/>
                  </a:lnTo>
                  <a:lnTo>
                    <a:pt x="7" y="37"/>
                  </a:lnTo>
                  <a:lnTo>
                    <a:pt x="0" y="45"/>
                  </a:lnTo>
                  <a:lnTo>
                    <a:pt x="0" y="87"/>
                  </a:lnTo>
                  <a:lnTo>
                    <a:pt x="20" y="87"/>
                  </a:lnTo>
                  <a:lnTo>
                    <a:pt x="27" y="117"/>
                  </a:lnTo>
                  <a:lnTo>
                    <a:pt x="37" y="122"/>
                  </a:lnTo>
                  <a:lnTo>
                    <a:pt x="40" y="139"/>
                  </a:lnTo>
                  <a:lnTo>
                    <a:pt x="47" y="156"/>
                  </a:lnTo>
                  <a:lnTo>
                    <a:pt x="57" y="161"/>
                  </a:lnTo>
                  <a:lnTo>
                    <a:pt x="59" y="181"/>
                  </a:lnTo>
                  <a:lnTo>
                    <a:pt x="64" y="184"/>
                  </a:lnTo>
                  <a:lnTo>
                    <a:pt x="69" y="196"/>
                  </a:lnTo>
                  <a:lnTo>
                    <a:pt x="74" y="211"/>
                  </a:lnTo>
                  <a:lnTo>
                    <a:pt x="84" y="228"/>
                  </a:lnTo>
                  <a:lnTo>
                    <a:pt x="92" y="236"/>
                  </a:lnTo>
                  <a:lnTo>
                    <a:pt x="89" y="243"/>
                  </a:lnTo>
                  <a:lnTo>
                    <a:pt x="94" y="261"/>
                  </a:lnTo>
                  <a:lnTo>
                    <a:pt x="112" y="271"/>
                  </a:lnTo>
                  <a:lnTo>
                    <a:pt x="132" y="293"/>
                  </a:lnTo>
                  <a:lnTo>
                    <a:pt x="156" y="303"/>
                  </a:lnTo>
                  <a:lnTo>
                    <a:pt x="181" y="323"/>
                  </a:lnTo>
                  <a:lnTo>
                    <a:pt x="196" y="335"/>
                  </a:lnTo>
                  <a:lnTo>
                    <a:pt x="209" y="323"/>
                  </a:lnTo>
                  <a:lnTo>
                    <a:pt x="214" y="308"/>
                  </a:lnTo>
                  <a:lnTo>
                    <a:pt x="221" y="306"/>
                  </a:lnTo>
                  <a:lnTo>
                    <a:pt x="214" y="296"/>
                  </a:lnTo>
                  <a:lnTo>
                    <a:pt x="216" y="263"/>
                  </a:lnTo>
                  <a:lnTo>
                    <a:pt x="216" y="241"/>
                  </a:lnTo>
                  <a:lnTo>
                    <a:pt x="226" y="233"/>
                  </a:lnTo>
                  <a:lnTo>
                    <a:pt x="226" y="214"/>
                  </a:lnTo>
                  <a:lnTo>
                    <a:pt x="214" y="194"/>
                  </a:lnTo>
                  <a:lnTo>
                    <a:pt x="199" y="186"/>
                  </a:lnTo>
                  <a:lnTo>
                    <a:pt x="191" y="164"/>
                  </a:lnTo>
                  <a:lnTo>
                    <a:pt x="176" y="171"/>
                  </a:lnTo>
                  <a:lnTo>
                    <a:pt x="161" y="169"/>
                  </a:lnTo>
                  <a:lnTo>
                    <a:pt x="159" y="159"/>
                  </a:lnTo>
                  <a:lnTo>
                    <a:pt x="146" y="156"/>
                  </a:lnTo>
                  <a:lnTo>
                    <a:pt x="142" y="144"/>
                  </a:lnTo>
                  <a:lnTo>
                    <a:pt x="129" y="134"/>
                  </a:lnTo>
                  <a:lnTo>
                    <a:pt x="127" y="122"/>
                  </a:lnTo>
                  <a:lnTo>
                    <a:pt x="129" y="107"/>
                  </a:lnTo>
                  <a:lnTo>
                    <a:pt x="139" y="102"/>
                  </a:lnTo>
                  <a:lnTo>
                    <a:pt x="146" y="94"/>
                  </a:lnTo>
                  <a:lnTo>
                    <a:pt x="144" y="82"/>
                  </a:lnTo>
                  <a:lnTo>
                    <a:pt x="149" y="67"/>
                  </a:lnTo>
                  <a:lnTo>
                    <a:pt x="161" y="57"/>
                  </a:lnTo>
                  <a:lnTo>
                    <a:pt x="176" y="62"/>
                  </a:lnTo>
                  <a:lnTo>
                    <a:pt x="191" y="54"/>
                  </a:lnTo>
                  <a:lnTo>
                    <a:pt x="196" y="37"/>
                  </a:lnTo>
                  <a:lnTo>
                    <a:pt x="184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 51">
              <a:extLst>
                <a:ext uri="{FF2B5EF4-FFF2-40B4-BE49-F238E27FC236}">
                  <a16:creationId xmlns:a16="http://schemas.microsoft.com/office/drawing/2014/main" id="{916A4045-0E83-BE13-95DD-7B44D0CFD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088" y="3610978"/>
              <a:ext cx="414500" cy="472069"/>
            </a:xfrm>
            <a:custGeom>
              <a:avLst/>
              <a:gdLst>
                <a:gd name="T0" fmla="*/ 0 w 288"/>
                <a:gd name="T1" fmla="*/ 236 h 328"/>
                <a:gd name="T2" fmla="*/ 17 w 288"/>
                <a:gd name="T3" fmla="*/ 214 h 328"/>
                <a:gd name="T4" fmla="*/ 32 w 288"/>
                <a:gd name="T5" fmla="*/ 221 h 328"/>
                <a:gd name="T6" fmla="*/ 94 w 288"/>
                <a:gd name="T7" fmla="*/ 226 h 328"/>
                <a:gd name="T8" fmla="*/ 116 w 288"/>
                <a:gd name="T9" fmla="*/ 224 h 328"/>
                <a:gd name="T10" fmla="*/ 116 w 288"/>
                <a:gd name="T11" fmla="*/ 201 h 328"/>
                <a:gd name="T12" fmla="*/ 101 w 288"/>
                <a:gd name="T13" fmla="*/ 196 h 328"/>
                <a:gd name="T14" fmla="*/ 104 w 288"/>
                <a:gd name="T15" fmla="*/ 60 h 328"/>
                <a:gd name="T16" fmla="*/ 94 w 288"/>
                <a:gd name="T17" fmla="*/ 47 h 328"/>
                <a:gd name="T18" fmla="*/ 94 w 288"/>
                <a:gd name="T19" fmla="*/ 20 h 328"/>
                <a:gd name="T20" fmla="*/ 106 w 288"/>
                <a:gd name="T21" fmla="*/ 17 h 328"/>
                <a:gd name="T22" fmla="*/ 106 w 288"/>
                <a:gd name="T23" fmla="*/ 0 h 328"/>
                <a:gd name="T24" fmla="*/ 126 w 288"/>
                <a:gd name="T25" fmla="*/ 12 h 328"/>
                <a:gd name="T26" fmla="*/ 248 w 288"/>
                <a:gd name="T27" fmla="*/ 112 h 328"/>
                <a:gd name="T28" fmla="*/ 266 w 288"/>
                <a:gd name="T29" fmla="*/ 119 h 328"/>
                <a:gd name="T30" fmla="*/ 270 w 288"/>
                <a:gd name="T31" fmla="*/ 149 h 328"/>
                <a:gd name="T32" fmla="*/ 285 w 288"/>
                <a:gd name="T33" fmla="*/ 144 h 328"/>
                <a:gd name="T34" fmla="*/ 288 w 288"/>
                <a:gd name="T35" fmla="*/ 204 h 328"/>
                <a:gd name="T36" fmla="*/ 275 w 288"/>
                <a:gd name="T37" fmla="*/ 204 h 328"/>
                <a:gd name="T38" fmla="*/ 275 w 288"/>
                <a:gd name="T39" fmla="*/ 216 h 328"/>
                <a:gd name="T40" fmla="*/ 231 w 288"/>
                <a:gd name="T41" fmla="*/ 221 h 328"/>
                <a:gd name="T42" fmla="*/ 216 w 288"/>
                <a:gd name="T43" fmla="*/ 231 h 328"/>
                <a:gd name="T44" fmla="*/ 186 w 288"/>
                <a:gd name="T45" fmla="*/ 231 h 328"/>
                <a:gd name="T46" fmla="*/ 179 w 288"/>
                <a:gd name="T47" fmla="*/ 241 h 328"/>
                <a:gd name="T48" fmla="*/ 169 w 288"/>
                <a:gd name="T49" fmla="*/ 251 h 328"/>
                <a:gd name="T50" fmla="*/ 146 w 288"/>
                <a:gd name="T51" fmla="*/ 259 h 328"/>
                <a:gd name="T52" fmla="*/ 141 w 288"/>
                <a:gd name="T53" fmla="*/ 269 h 328"/>
                <a:gd name="T54" fmla="*/ 134 w 288"/>
                <a:gd name="T55" fmla="*/ 281 h 328"/>
                <a:gd name="T56" fmla="*/ 121 w 288"/>
                <a:gd name="T57" fmla="*/ 298 h 328"/>
                <a:gd name="T58" fmla="*/ 116 w 288"/>
                <a:gd name="T59" fmla="*/ 323 h 328"/>
                <a:gd name="T60" fmla="*/ 94 w 288"/>
                <a:gd name="T61" fmla="*/ 326 h 328"/>
                <a:gd name="T62" fmla="*/ 79 w 288"/>
                <a:gd name="T63" fmla="*/ 328 h 328"/>
                <a:gd name="T64" fmla="*/ 74 w 288"/>
                <a:gd name="T65" fmla="*/ 303 h 328"/>
                <a:gd name="T66" fmla="*/ 62 w 288"/>
                <a:gd name="T67" fmla="*/ 288 h 328"/>
                <a:gd name="T68" fmla="*/ 39 w 288"/>
                <a:gd name="T69" fmla="*/ 286 h 328"/>
                <a:gd name="T70" fmla="*/ 22 w 288"/>
                <a:gd name="T71" fmla="*/ 281 h 328"/>
                <a:gd name="T72" fmla="*/ 12 w 288"/>
                <a:gd name="T73" fmla="*/ 261 h 328"/>
                <a:gd name="T74" fmla="*/ 2 w 288"/>
                <a:gd name="T75" fmla="*/ 251 h 328"/>
                <a:gd name="T76" fmla="*/ 0 w 288"/>
                <a:gd name="T77" fmla="*/ 236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8" h="328">
                  <a:moveTo>
                    <a:pt x="0" y="236"/>
                  </a:moveTo>
                  <a:lnTo>
                    <a:pt x="17" y="214"/>
                  </a:lnTo>
                  <a:lnTo>
                    <a:pt x="32" y="221"/>
                  </a:lnTo>
                  <a:lnTo>
                    <a:pt x="94" y="226"/>
                  </a:lnTo>
                  <a:lnTo>
                    <a:pt x="116" y="224"/>
                  </a:lnTo>
                  <a:lnTo>
                    <a:pt x="116" y="201"/>
                  </a:lnTo>
                  <a:lnTo>
                    <a:pt x="101" y="196"/>
                  </a:lnTo>
                  <a:lnTo>
                    <a:pt x="104" y="60"/>
                  </a:lnTo>
                  <a:lnTo>
                    <a:pt x="94" y="47"/>
                  </a:lnTo>
                  <a:lnTo>
                    <a:pt x="94" y="20"/>
                  </a:lnTo>
                  <a:lnTo>
                    <a:pt x="106" y="17"/>
                  </a:lnTo>
                  <a:lnTo>
                    <a:pt x="106" y="0"/>
                  </a:lnTo>
                  <a:lnTo>
                    <a:pt x="126" y="12"/>
                  </a:lnTo>
                  <a:lnTo>
                    <a:pt x="248" y="112"/>
                  </a:lnTo>
                  <a:lnTo>
                    <a:pt x="266" y="119"/>
                  </a:lnTo>
                  <a:lnTo>
                    <a:pt x="270" y="149"/>
                  </a:lnTo>
                  <a:lnTo>
                    <a:pt x="285" y="144"/>
                  </a:lnTo>
                  <a:lnTo>
                    <a:pt x="288" y="204"/>
                  </a:lnTo>
                  <a:lnTo>
                    <a:pt x="275" y="204"/>
                  </a:lnTo>
                  <a:lnTo>
                    <a:pt x="275" y="216"/>
                  </a:lnTo>
                  <a:lnTo>
                    <a:pt x="231" y="221"/>
                  </a:lnTo>
                  <a:lnTo>
                    <a:pt x="216" y="231"/>
                  </a:lnTo>
                  <a:lnTo>
                    <a:pt x="186" y="231"/>
                  </a:lnTo>
                  <a:lnTo>
                    <a:pt x="179" y="241"/>
                  </a:lnTo>
                  <a:lnTo>
                    <a:pt x="169" y="251"/>
                  </a:lnTo>
                  <a:lnTo>
                    <a:pt x="146" y="259"/>
                  </a:lnTo>
                  <a:lnTo>
                    <a:pt x="141" y="269"/>
                  </a:lnTo>
                  <a:lnTo>
                    <a:pt x="134" y="281"/>
                  </a:lnTo>
                  <a:lnTo>
                    <a:pt x="121" y="298"/>
                  </a:lnTo>
                  <a:lnTo>
                    <a:pt x="116" y="323"/>
                  </a:lnTo>
                  <a:lnTo>
                    <a:pt x="94" y="326"/>
                  </a:lnTo>
                  <a:lnTo>
                    <a:pt x="79" y="328"/>
                  </a:lnTo>
                  <a:lnTo>
                    <a:pt x="74" y="303"/>
                  </a:lnTo>
                  <a:lnTo>
                    <a:pt x="62" y="288"/>
                  </a:lnTo>
                  <a:lnTo>
                    <a:pt x="39" y="286"/>
                  </a:lnTo>
                  <a:lnTo>
                    <a:pt x="22" y="281"/>
                  </a:lnTo>
                  <a:lnTo>
                    <a:pt x="12" y="261"/>
                  </a:lnTo>
                  <a:lnTo>
                    <a:pt x="2" y="251"/>
                  </a:lnTo>
                  <a:lnTo>
                    <a:pt x="0" y="23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highlight>
                  <a:srgbClr val="808080"/>
                </a:highligh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 52">
              <a:extLst>
                <a:ext uri="{FF2B5EF4-FFF2-40B4-BE49-F238E27FC236}">
                  <a16:creationId xmlns:a16="http://schemas.microsoft.com/office/drawing/2014/main" id="{EB4C3D70-69CA-558F-3BC0-A1E477C83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86" y="4090244"/>
              <a:ext cx="86354" cy="89233"/>
            </a:xfrm>
            <a:custGeom>
              <a:avLst/>
              <a:gdLst>
                <a:gd name="T0" fmla="*/ 60 w 60"/>
                <a:gd name="T1" fmla="*/ 30 h 62"/>
                <a:gd name="T2" fmla="*/ 55 w 60"/>
                <a:gd name="T3" fmla="*/ 10 h 62"/>
                <a:gd name="T4" fmla="*/ 35 w 60"/>
                <a:gd name="T5" fmla="*/ 0 h 62"/>
                <a:gd name="T6" fmla="*/ 20 w 60"/>
                <a:gd name="T7" fmla="*/ 8 h 62"/>
                <a:gd name="T8" fmla="*/ 0 w 60"/>
                <a:gd name="T9" fmla="*/ 13 h 62"/>
                <a:gd name="T10" fmla="*/ 5 w 60"/>
                <a:gd name="T11" fmla="*/ 30 h 62"/>
                <a:gd name="T12" fmla="*/ 18 w 60"/>
                <a:gd name="T13" fmla="*/ 32 h 62"/>
                <a:gd name="T14" fmla="*/ 20 w 60"/>
                <a:gd name="T15" fmla="*/ 50 h 62"/>
                <a:gd name="T16" fmla="*/ 37 w 60"/>
                <a:gd name="T17" fmla="*/ 55 h 62"/>
                <a:gd name="T18" fmla="*/ 42 w 60"/>
                <a:gd name="T19" fmla="*/ 62 h 62"/>
                <a:gd name="T20" fmla="*/ 60 w 60"/>
                <a:gd name="T21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62">
                  <a:moveTo>
                    <a:pt x="60" y="30"/>
                  </a:moveTo>
                  <a:lnTo>
                    <a:pt x="55" y="10"/>
                  </a:lnTo>
                  <a:lnTo>
                    <a:pt x="35" y="0"/>
                  </a:lnTo>
                  <a:lnTo>
                    <a:pt x="20" y="8"/>
                  </a:lnTo>
                  <a:lnTo>
                    <a:pt x="0" y="13"/>
                  </a:lnTo>
                  <a:lnTo>
                    <a:pt x="5" y="30"/>
                  </a:lnTo>
                  <a:lnTo>
                    <a:pt x="18" y="32"/>
                  </a:lnTo>
                  <a:lnTo>
                    <a:pt x="20" y="50"/>
                  </a:lnTo>
                  <a:lnTo>
                    <a:pt x="37" y="55"/>
                  </a:lnTo>
                  <a:lnTo>
                    <a:pt x="42" y="62"/>
                  </a:lnTo>
                  <a:lnTo>
                    <a:pt x="60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 53">
              <a:extLst>
                <a:ext uri="{FF2B5EF4-FFF2-40B4-BE49-F238E27FC236}">
                  <a16:creationId xmlns:a16="http://schemas.microsoft.com/office/drawing/2014/main" id="{59C66CDE-AD1F-A745-BF92-6B72E4405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533" y="3972226"/>
              <a:ext cx="277772" cy="279212"/>
            </a:xfrm>
            <a:custGeom>
              <a:avLst/>
              <a:gdLst>
                <a:gd name="T0" fmla="*/ 156 w 193"/>
                <a:gd name="T1" fmla="*/ 124 h 194"/>
                <a:gd name="T2" fmla="*/ 166 w 193"/>
                <a:gd name="T3" fmla="*/ 105 h 194"/>
                <a:gd name="T4" fmla="*/ 176 w 193"/>
                <a:gd name="T5" fmla="*/ 70 h 194"/>
                <a:gd name="T6" fmla="*/ 181 w 193"/>
                <a:gd name="T7" fmla="*/ 62 h 194"/>
                <a:gd name="T8" fmla="*/ 191 w 193"/>
                <a:gd name="T9" fmla="*/ 55 h 194"/>
                <a:gd name="T10" fmla="*/ 193 w 193"/>
                <a:gd name="T11" fmla="*/ 30 h 194"/>
                <a:gd name="T12" fmla="*/ 191 w 193"/>
                <a:gd name="T13" fmla="*/ 0 h 194"/>
                <a:gd name="T14" fmla="*/ 176 w 193"/>
                <a:gd name="T15" fmla="*/ 8 h 194"/>
                <a:gd name="T16" fmla="*/ 169 w 193"/>
                <a:gd name="T17" fmla="*/ 18 h 194"/>
                <a:gd name="T18" fmla="*/ 161 w 193"/>
                <a:gd name="T19" fmla="*/ 8 h 194"/>
                <a:gd name="T20" fmla="*/ 136 w 193"/>
                <a:gd name="T21" fmla="*/ 8 h 194"/>
                <a:gd name="T22" fmla="*/ 134 w 193"/>
                <a:gd name="T23" fmla="*/ 18 h 194"/>
                <a:gd name="T24" fmla="*/ 119 w 193"/>
                <a:gd name="T25" fmla="*/ 15 h 194"/>
                <a:gd name="T26" fmla="*/ 109 w 193"/>
                <a:gd name="T27" fmla="*/ 5 h 194"/>
                <a:gd name="T28" fmla="*/ 97 w 193"/>
                <a:gd name="T29" fmla="*/ 8 h 194"/>
                <a:gd name="T30" fmla="*/ 74 w 193"/>
                <a:gd name="T31" fmla="*/ 10 h 194"/>
                <a:gd name="T32" fmla="*/ 74 w 193"/>
                <a:gd name="T33" fmla="*/ 18 h 194"/>
                <a:gd name="T34" fmla="*/ 64 w 193"/>
                <a:gd name="T35" fmla="*/ 5 h 194"/>
                <a:gd name="T36" fmla="*/ 52 w 193"/>
                <a:gd name="T37" fmla="*/ 3 h 194"/>
                <a:gd name="T38" fmla="*/ 34 w 193"/>
                <a:gd name="T39" fmla="*/ 8 h 194"/>
                <a:gd name="T40" fmla="*/ 27 w 193"/>
                <a:gd name="T41" fmla="*/ 20 h 194"/>
                <a:gd name="T42" fmla="*/ 22 w 193"/>
                <a:gd name="T43" fmla="*/ 30 h 194"/>
                <a:gd name="T44" fmla="*/ 17 w 193"/>
                <a:gd name="T45" fmla="*/ 30 h 194"/>
                <a:gd name="T46" fmla="*/ 19 w 193"/>
                <a:gd name="T47" fmla="*/ 52 h 194"/>
                <a:gd name="T48" fmla="*/ 12 w 193"/>
                <a:gd name="T49" fmla="*/ 92 h 194"/>
                <a:gd name="T50" fmla="*/ 0 w 193"/>
                <a:gd name="T51" fmla="*/ 107 h 194"/>
                <a:gd name="T52" fmla="*/ 5 w 193"/>
                <a:gd name="T53" fmla="*/ 147 h 194"/>
                <a:gd name="T54" fmla="*/ 19 w 193"/>
                <a:gd name="T55" fmla="*/ 149 h 194"/>
                <a:gd name="T56" fmla="*/ 34 w 193"/>
                <a:gd name="T57" fmla="*/ 147 h 194"/>
                <a:gd name="T58" fmla="*/ 42 w 193"/>
                <a:gd name="T59" fmla="*/ 154 h 194"/>
                <a:gd name="T60" fmla="*/ 49 w 193"/>
                <a:gd name="T61" fmla="*/ 167 h 194"/>
                <a:gd name="T62" fmla="*/ 49 w 193"/>
                <a:gd name="T63" fmla="*/ 182 h 194"/>
                <a:gd name="T64" fmla="*/ 62 w 193"/>
                <a:gd name="T65" fmla="*/ 192 h 194"/>
                <a:gd name="T66" fmla="*/ 79 w 193"/>
                <a:gd name="T67" fmla="*/ 194 h 194"/>
                <a:gd name="T68" fmla="*/ 111 w 193"/>
                <a:gd name="T69" fmla="*/ 167 h 194"/>
                <a:gd name="T70" fmla="*/ 121 w 193"/>
                <a:gd name="T71" fmla="*/ 152 h 194"/>
                <a:gd name="T72" fmla="*/ 136 w 193"/>
                <a:gd name="T73" fmla="*/ 139 h 194"/>
                <a:gd name="T74" fmla="*/ 156 w 193"/>
                <a:gd name="T75" fmla="*/ 12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3" h="194">
                  <a:moveTo>
                    <a:pt x="156" y="124"/>
                  </a:moveTo>
                  <a:lnTo>
                    <a:pt x="166" y="105"/>
                  </a:lnTo>
                  <a:lnTo>
                    <a:pt x="176" y="70"/>
                  </a:lnTo>
                  <a:lnTo>
                    <a:pt x="181" y="62"/>
                  </a:lnTo>
                  <a:lnTo>
                    <a:pt x="191" y="55"/>
                  </a:lnTo>
                  <a:lnTo>
                    <a:pt x="193" y="30"/>
                  </a:lnTo>
                  <a:lnTo>
                    <a:pt x="191" y="0"/>
                  </a:lnTo>
                  <a:lnTo>
                    <a:pt x="176" y="8"/>
                  </a:lnTo>
                  <a:lnTo>
                    <a:pt x="169" y="18"/>
                  </a:lnTo>
                  <a:lnTo>
                    <a:pt x="161" y="8"/>
                  </a:lnTo>
                  <a:lnTo>
                    <a:pt x="136" y="8"/>
                  </a:lnTo>
                  <a:lnTo>
                    <a:pt x="134" y="18"/>
                  </a:lnTo>
                  <a:lnTo>
                    <a:pt x="119" y="15"/>
                  </a:lnTo>
                  <a:lnTo>
                    <a:pt x="109" y="5"/>
                  </a:lnTo>
                  <a:lnTo>
                    <a:pt x="97" y="8"/>
                  </a:lnTo>
                  <a:lnTo>
                    <a:pt x="74" y="10"/>
                  </a:lnTo>
                  <a:lnTo>
                    <a:pt x="74" y="18"/>
                  </a:lnTo>
                  <a:lnTo>
                    <a:pt x="64" y="5"/>
                  </a:lnTo>
                  <a:lnTo>
                    <a:pt x="52" y="3"/>
                  </a:lnTo>
                  <a:lnTo>
                    <a:pt x="34" y="8"/>
                  </a:lnTo>
                  <a:lnTo>
                    <a:pt x="27" y="20"/>
                  </a:lnTo>
                  <a:lnTo>
                    <a:pt x="22" y="30"/>
                  </a:lnTo>
                  <a:lnTo>
                    <a:pt x="17" y="30"/>
                  </a:lnTo>
                  <a:lnTo>
                    <a:pt x="19" y="52"/>
                  </a:lnTo>
                  <a:lnTo>
                    <a:pt x="12" y="92"/>
                  </a:lnTo>
                  <a:lnTo>
                    <a:pt x="0" y="107"/>
                  </a:lnTo>
                  <a:lnTo>
                    <a:pt x="5" y="147"/>
                  </a:lnTo>
                  <a:lnTo>
                    <a:pt x="19" y="149"/>
                  </a:lnTo>
                  <a:lnTo>
                    <a:pt x="34" y="147"/>
                  </a:lnTo>
                  <a:lnTo>
                    <a:pt x="42" y="154"/>
                  </a:lnTo>
                  <a:lnTo>
                    <a:pt x="49" y="167"/>
                  </a:lnTo>
                  <a:lnTo>
                    <a:pt x="49" y="182"/>
                  </a:lnTo>
                  <a:lnTo>
                    <a:pt x="62" y="192"/>
                  </a:lnTo>
                  <a:lnTo>
                    <a:pt x="79" y="194"/>
                  </a:lnTo>
                  <a:lnTo>
                    <a:pt x="111" y="167"/>
                  </a:lnTo>
                  <a:lnTo>
                    <a:pt x="121" y="152"/>
                  </a:lnTo>
                  <a:lnTo>
                    <a:pt x="136" y="139"/>
                  </a:lnTo>
                  <a:lnTo>
                    <a:pt x="156" y="12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 54">
              <a:extLst>
                <a:ext uri="{FF2B5EF4-FFF2-40B4-BE49-F238E27FC236}">
                  <a16:creationId xmlns:a16="http://schemas.microsoft.com/office/drawing/2014/main" id="{2C185B40-FF2F-C8DA-782C-EB352E18A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86" y="4051384"/>
              <a:ext cx="315192" cy="246110"/>
            </a:xfrm>
            <a:custGeom>
              <a:avLst/>
              <a:gdLst>
                <a:gd name="T0" fmla="*/ 217 w 219"/>
                <a:gd name="T1" fmla="*/ 124 h 171"/>
                <a:gd name="T2" fmla="*/ 207 w 219"/>
                <a:gd name="T3" fmla="*/ 122 h 171"/>
                <a:gd name="T4" fmla="*/ 184 w 219"/>
                <a:gd name="T5" fmla="*/ 127 h 171"/>
                <a:gd name="T6" fmla="*/ 169 w 219"/>
                <a:gd name="T7" fmla="*/ 124 h 171"/>
                <a:gd name="T8" fmla="*/ 169 w 219"/>
                <a:gd name="T9" fmla="*/ 132 h 171"/>
                <a:gd name="T10" fmla="*/ 132 w 219"/>
                <a:gd name="T11" fmla="*/ 134 h 171"/>
                <a:gd name="T12" fmla="*/ 130 w 219"/>
                <a:gd name="T13" fmla="*/ 142 h 171"/>
                <a:gd name="T14" fmla="*/ 97 w 219"/>
                <a:gd name="T15" fmla="*/ 146 h 171"/>
                <a:gd name="T16" fmla="*/ 92 w 219"/>
                <a:gd name="T17" fmla="*/ 134 h 171"/>
                <a:gd name="T18" fmla="*/ 80 w 219"/>
                <a:gd name="T19" fmla="*/ 129 h 171"/>
                <a:gd name="T20" fmla="*/ 72 w 219"/>
                <a:gd name="T21" fmla="*/ 139 h 171"/>
                <a:gd name="T22" fmla="*/ 65 w 219"/>
                <a:gd name="T23" fmla="*/ 144 h 171"/>
                <a:gd name="T24" fmla="*/ 58 w 219"/>
                <a:gd name="T25" fmla="*/ 149 h 171"/>
                <a:gd name="T26" fmla="*/ 45 w 219"/>
                <a:gd name="T27" fmla="*/ 151 h 171"/>
                <a:gd name="T28" fmla="*/ 35 w 219"/>
                <a:gd name="T29" fmla="*/ 161 h 171"/>
                <a:gd name="T30" fmla="*/ 28 w 219"/>
                <a:gd name="T31" fmla="*/ 171 h 171"/>
                <a:gd name="T32" fmla="*/ 23 w 219"/>
                <a:gd name="T33" fmla="*/ 161 h 171"/>
                <a:gd name="T34" fmla="*/ 13 w 219"/>
                <a:gd name="T35" fmla="*/ 137 h 171"/>
                <a:gd name="T36" fmla="*/ 0 w 219"/>
                <a:gd name="T37" fmla="*/ 117 h 171"/>
                <a:gd name="T38" fmla="*/ 8 w 219"/>
                <a:gd name="T39" fmla="*/ 92 h 171"/>
                <a:gd name="T40" fmla="*/ 18 w 219"/>
                <a:gd name="T41" fmla="*/ 82 h 171"/>
                <a:gd name="T42" fmla="*/ 28 w 219"/>
                <a:gd name="T43" fmla="*/ 74 h 171"/>
                <a:gd name="T44" fmla="*/ 45 w 219"/>
                <a:gd name="T45" fmla="*/ 77 h 171"/>
                <a:gd name="T46" fmla="*/ 50 w 219"/>
                <a:gd name="T47" fmla="*/ 64 h 171"/>
                <a:gd name="T48" fmla="*/ 67 w 219"/>
                <a:gd name="T49" fmla="*/ 64 h 171"/>
                <a:gd name="T50" fmla="*/ 77 w 219"/>
                <a:gd name="T51" fmla="*/ 52 h 171"/>
                <a:gd name="T52" fmla="*/ 95 w 219"/>
                <a:gd name="T53" fmla="*/ 47 h 171"/>
                <a:gd name="T54" fmla="*/ 100 w 219"/>
                <a:gd name="T55" fmla="*/ 35 h 171"/>
                <a:gd name="T56" fmla="*/ 112 w 219"/>
                <a:gd name="T57" fmla="*/ 30 h 171"/>
                <a:gd name="T58" fmla="*/ 120 w 219"/>
                <a:gd name="T59" fmla="*/ 15 h 171"/>
                <a:gd name="T60" fmla="*/ 132 w 219"/>
                <a:gd name="T61" fmla="*/ 5 h 171"/>
                <a:gd name="T62" fmla="*/ 140 w 219"/>
                <a:gd name="T63" fmla="*/ 0 h 171"/>
                <a:gd name="T64" fmla="*/ 147 w 219"/>
                <a:gd name="T65" fmla="*/ 15 h 171"/>
                <a:gd name="T66" fmla="*/ 157 w 219"/>
                <a:gd name="T67" fmla="*/ 32 h 171"/>
                <a:gd name="T68" fmla="*/ 154 w 219"/>
                <a:gd name="T69" fmla="*/ 47 h 171"/>
                <a:gd name="T70" fmla="*/ 162 w 219"/>
                <a:gd name="T71" fmla="*/ 50 h 171"/>
                <a:gd name="T72" fmla="*/ 164 w 219"/>
                <a:gd name="T73" fmla="*/ 59 h 171"/>
                <a:gd name="T74" fmla="*/ 177 w 219"/>
                <a:gd name="T75" fmla="*/ 57 h 171"/>
                <a:gd name="T76" fmla="*/ 182 w 219"/>
                <a:gd name="T77" fmla="*/ 74 h 171"/>
                <a:gd name="T78" fmla="*/ 197 w 219"/>
                <a:gd name="T79" fmla="*/ 79 h 171"/>
                <a:gd name="T80" fmla="*/ 202 w 219"/>
                <a:gd name="T81" fmla="*/ 99 h 171"/>
                <a:gd name="T82" fmla="*/ 209 w 219"/>
                <a:gd name="T83" fmla="*/ 102 h 171"/>
                <a:gd name="T84" fmla="*/ 214 w 219"/>
                <a:gd name="T85" fmla="*/ 109 h 171"/>
                <a:gd name="T86" fmla="*/ 219 w 219"/>
                <a:gd name="T87" fmla="*/ 114 h 171"/>
                <a:gd name="T88" fmla="*/ 217 w 219"/>
                <a:gd name="T89" fmla="*/ 12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9" h="171">
                  <a:moveTo>
                    <a:pt x="217" y="124"/>
                  </a:moveTo>
                  <a:lnTo>
                    <a:pt x="207" y="122"/>
                  </a:lnTo>
                  <a:lnTo>
                    <a:pt x="184" y="127"/>
                  </a:lnTo>
                  <a:lnTo>
                    <a:pt x="169" y="124"/>
                  </a:lnTo>
                  <a:lnTo>
                    <a:pt x="169" y="132"/>
                  </a:lnTo>
                  <a:lnTo>
                    <a:pt x="132" y="134"/>
                  </a:lnTo>
                  <a:lnTo>
                    <a:pt x="130" y="142"/>
                  </a:lnTo>
                  <a:lnTo>
                    <a:pt x="97" y="146"/>
                  </a:lnTo>
                  <a:lnTo>
                    <a:pt x="92" y="134"/>
                  </a:lnTo>
                  <a:lnTo>
                    <a:pt x="80" y="129"/>
                  </a:lnTo>
                  <a:lnTo>
                    <a:pt x="72" y="139"/>
                  </a:lnTo>
                  <a:lnTo>
                    <a:pt x="65" y="144"/>
                  </a:lnTo>
                  <a:lnTo>
                    <a:pt x="58" y="149"/>
                  </a:lnTo>
                  <a:lnTo>
                    <a:pt x="45" y="151"/>
                  </a:lnTo>
                  <a:lnTo>
                    <a:pt x="35" y="161"/>
                  </a:lnTo>
                  <a:lnTo>
                    <a:pt x="28" y="171"/>
                  </a:lnTo>
                  <a:lnTo>
                    <a:pt x="23" y="161"/>
                  </a:lnTo>
                  <a:lnTo>
                    <a:pt x="13" y="137"/>
                  </a:lnTo>
                  <a:lnTo>
                    <a:pt x="0" y="117"/>
                  </a:lnTo>
                  <a:lnTo>
                    <a:pt x="8" y="92"/>
                  </a:lnTo>
                  <a:lnTo>
                    <a:pt x="18" y="82"/>
                  </a:lnTo>
                  <a:lnTo>
                    <a:pt x="28" y="74"/>
                  </a:lnTo>
                  <a:lnTo>
                    <a:pt x="45" y="77"/>
                  </a:lnTo>
                  <a:lnTo>
                    <a:pt x="50" y="64"/>
                  </a:lnTo>
                  <a:lnTo>
                    <a:pt x="67" y="64"/>
                  </a:lnTo>
                  <a:lnTo>
                    <a:pt x="77" y="52"/>
                  </a:lnTo>
                  <a:lnTo>
                    <a:pt x="95" y="47"/>
                  </a:lnTo>
                  <a:lnTo>
                    <a:pt x="100" y="35"/>
                  </a:lnTo>
                  <a:lnTo>
                    <a:pt x="112" y="30"/>
                  </a:lnTo>
                  <a:lnTo>
                    <a:pt x="120" y="15"/>
                  </a:lnTo>
                  <a:lnTo>
                    <a:pt x="132" y="5"/>
                  </a:lnTo>
                  <a:lnTo>
                    <a:pt x="140" y="0"/>
                  </a:lnTo>
                  <a:lnTo>
                    <a:pt x="147" y="15"/>
                  </a:lnTo>
                  <a:lnTo>
                    <a:pt x="157" y="32"/>
                  </a:lnTo>
                  <a:lnTo>
                    <a:pt x="154" y="47"/>
                  </a:lnTo>
                  <a:lnTo>
                    <a:pt x="162" y="50"/>
                  </a:lnTo>
                  <a:lnTo>
                    <a:pt x="164" y="59"/>
                  </a:lnTo>
                  <a:lnTo>
                    <a:pt x="177" y="57"/>
                  </a:lnTo>
                  <a:lnTo>
                    <a:pt x="182" y="74"/>
                  </a:lnTo>
                  <a:lnTo>
                    <a:pt x="197" y="79"/>
                  </a:lnTo>
                  <a:lnTo>
                    <a:pt x="202" y="99"/>
                  </a:lnTo>
                  <a:lnTo>
                    <a:pt x="209" y="102"/>
                  </a:lnTo>
                  <a:lnTo>
                    <a:pt x="214" y="109"/>
                  </a:lnTo>
                  <a:lnTo>
                    <a:pt x="219" y="114"/>
                  </a:lnTo>
                  <a:lnTo>
                    <a:pt x="217" y="12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 55">
              <a:extLst>
                <a:ext uri="{FF2B5EF4-FFF2-40B4-BE49-F238E27FC236}">
                  <a16:creationId xmlns:a16="http://schemas.microsoft.com/office/drawing/2014/main" id="{D55F10D8-5FDC-A325-12F6-F192A8E6B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835" y="3432513"/>
              <a:ext cx="272015" cy="318071"/>
            </a:xfrm>
            <a:custGeom>
              <a:avLst/>
              <a:gdLst>
                <a:gd name="T0" fmla="*/ 0 w 189"/>
                <a:gd name="T1" fmla="*/ 5 h 221"/>
                <a:gd name="T2" fmla="*/ 0 w 189"/>
                <a:gd name="T3" fmla="*/ 221 h 221"/>
                <a:gd name="T4" fmla="*/ 12 w 189"/>
                <a:gd name="T5" fmla="*/ 214 h 221"/>
                <a:gd name="T6" fmla="*/ 25 w 189"/>
                <a:gd name="T7" fmla="*/ 206 h 221"/>
                <a:gd name="T8" fmla="*/ 142 w 189"/>
                <a:gd name="T9" fmla="*/ 206 h 221"/>
                <a:gd name="T10" fmla="*/ 152 w 189"/>
                <a:gd name="T11" fmla="*/ 214 h 221"/>
                <a:gd name="T12" fmla="*/ 181 w 189"/>
                <a:gd name="T13" fmla="*/ 189 h 221"/>
                <a:gd name="T14" fmla="*/ 181 w 189"/>
                <a:gd name="T15" fmla="*/ 164 h 221"/>
                <a:gd name="T16" fmla="*/ 189 w 189"/>
                <a:gd name="T17" fmla="*/ 161 h 221"/>
                <a:gd name="T18" fmla="*/ 147 w 189"/>
                <a:gd name="T19" fmla="*/ 94 h 221"/>
                <a:gd name="T20" fmla="*/ 124 w 189"/>
                <a:gd name="T21" fmla="*/ 54 h 221"/>
                <a:gd name="T22" fmla="*/ 124 w 189"/>
                <a:gd name="T23" fmla="*/ 35 h 221"/>
                <a:gd name="T24" fmla="*/ 137 w 189"/>
                <a:gd name="T25" fmla="*/ 52 h 221"/>
                <a:gd name="T26" fmla="*/ 156 w 189"/>
                <a:gd name="T27" fmla="*/ 72 h 221"/>
                <a:gd name="T28" fmla="*/ 164 w 189"/>
                <a:gd name="T29" fmla="*/ 54 h 221"/>
                <a:gd name="T30" fmla="*/ 164 w 189"/>
                <a:gd name="T31" fmla="*/ 32 h 221"/>
                <a:gd name="T32" fmla="*/ 149 w 189"/>
                <a:gd name="T33" fmla="*/ 7 h 221"/>
                <a:gd name="T34" fmla="*/ 124 w 189"/>
                <a:gd name="T35" fmla="*/ 5 h 221"/>
                <a:gd name="T36" fmla="*/ 79 w 189"/>
                <a:gd name="T37" fmla="*/ 0 h 221"/>
                <a:gd name="T38" fmla="*/ 72 w 189"/>
                <a:gd name="T39" fmla="*/ 22 h 221"/>
                <a:gd name="T40" fmla="*/ 60 w 189"/>
                <a:gd name="T41" fmla="*/ 15 h 221"/>
                <a:gd name="T42" fmla="*/ 47 w 189"/>
                <a:gd name="T43" fmla="*/ 2 h 221"/>
                <a:gd name="T44" fmla="*/ 0 w 189"/>
                <a:gd name="T45" fmla="*/ 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221">
                  <a:moveTo>
                    <a:pt x="0" y="5"/>
                  </a:moveTo>
                  <a:lnTo>
                    <a:pt x="0" y="221"/>
                  </a:lnTo>
                  <a:lnTo>
                    <a:pt x="12" y="214"/>
                  </a:lnTo>
                  <a:lnTo>
                    <a:pt x="25" y="206"/>
                  </a:lnTo>
                  <a:lnTo>
                    <a:pt x="142" y="206"/>
                  </a:lnTo>
                  <a:lnTo>
                    <a:pt x="152" y="214"/>
                  </a:lnTo>
                  <a:lnTo>
                    <a:pt x="181" y="189"/>
                  </a:lnTo>
                  <a:lnTo>
                    <a:pt x="181" y="164"/>
                  </a:lnTo>
                  <a:lnTo>
                    <a:pt x="189" y="161"/>
                  </a:lnTo>
                  <a:lnTo>
                    <a:pt x="147" y="94"/>
                  </a:lnTo>
                  <a:lnTo>
                    <a:pt x="124" y="54"/>
                  </a:lnTo>
                  <a:lnTo>
                    <a:pt x="124" y="35"/>
                  </a:lnTo>
                  <a:lnTo>
                    <a:pt x="137" y="52"/>
                  </a:lnTo>
                  <a:lnTo>
                    <a:pt x="156" y="72"/>
                  </a:lnTo>
                  <a:lnTo>
                    <a:pt x="164" y="54"/>
                  </a:lnTo>
                  <a:lnTo>
                    <a:pt x="164" y="32"/>
                  </a:lnTo>
                  <a:lnTo>
                    <a:pt x="149" y="7"/>
                  </a:lnTo>
                  <a:lnTo>
                    <a:pt x="124" y="5"/>
                  </a:lnTo>
                  <a:lnTo>
                    <a:pt x="79" y="0"/>
                  </a:lnTo>
                  <a:lnTo>
                    <a:pt x="72" y="22"/>
                  </a:lnTo>
                  <a:lnTo>
                    <a:pt x="60" y="15"/>
                  </a:lnTo>
                  <a:lnTo>
                    <a:pt x="47" y="2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 56">
              <a:extLst>
                <a:ext uri="{FF2B5EF4-FFF2-40B4-BE49-F238E27FC236}">
                  <a16:creationId xmlns:a16="http://schemas.microsoft.com/office/drawing/2014/main" id="{63730872-CF0C-1C3F-18C4-48D6E9903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4702" y="3295786"/>
              <a:ext cx="310875" cy="375640"/>
            </a:xfrm>
            <a:custGeom>
              <a:avLst/>
              <a:gdLst>
                <a:gd name="T0" fmla="*/ 169 w 216"/>
                <a:gd name="T1" fmla="*/ 0 h 261"/>
                <a:gd name="T2" fmla="*/ 151 w 216"/>
                <a:gd name="T3" fmla="*/ 5 h 261"/>
                <a:gd name="T4" fmla="*/ 146 w 216"/>
                <a:gd name="T5" fmla="*/ 25 h 261"/>
                <a:gd name="T6" fmla="*/ 139 w 216"/>
                <a:gd name="T7" fmla="*/ 48 h 261"/>
                <a:gd name="T8" fmla="*/ 131 w 216"/>
                <a:gd name="T9" fmla="*/ 67 h 261"/>
                <a:gd name="T10" fmla="*/ 122 w 216"/>
                <a:gd name="T11" fmla="*/ 75 h 261"/>
                <a:gd name="T12" fmla="*/ 117 w 216"/>
                <a:gd name="T13" fmla="*/ 95 h 261"/>
                <a:gd name="T14" fmla="*/ 99 w 216"/>
                <a:gd name="T15" fmla="*/ 97 h 261"/>
                <a:gd name="T16" fmla="*/ 82 w 216"/>
                <a:gd name="T17" fmla="*/ 110 h 261"/>
                <a:gd name="T18" fmla="*/ 67 w 216"/>
                <a:gd name="T19" fmla="*/ 120 h 261"/>
                <a:gd name="T20" fmla="*/ 59 w 216"/>
                <a:gd name="T21" fmla="*/ 140 h 261"/>
                <a:gd name="T22" fmla="*/ 7 w 216"/>
                <a:gd name="T23" fmla="*/ 144 h 261"/>
                <a:gd name="T24" fmla="*/ 0 w 216"/>
                <a:gd name="T25" fmla="*/ 159 h 261"/>
                <a:gd name="T26" fmla="*/ 5 w 216"/>
                <a:gd name="T27" fmla="*/ 179 h 261"/>
                <a:gd name="T28" fmla="*/ 20 w 216"/>
                <a:gd name="T29" fmla="*/ 179 h 261"/>
                <a:gd name="T30" fmla="*/ 25 w 216"/>
                <a:gd name="T31" fmla="*/ 192 h 261"/>
                <a:gd name="T32" fmla="*/ 15 w 216"/>
                <a:gd name="T33" fmla="*/ 204 h 261"/>
                <a:gd name="T34" fmla="*/ 0 w 216"/>
                <a:gd name="T35" fmla="*/ 209 h 261"/>
                <a:gd name="T36" fmla="*/ 15 w 216"/>
                <a:gd name="T37" fmla="*/ 214 h 261"/>
                <a:gd name="T38" fmla="*/ 22 w 216"/>
                <a:gd name="T39" fmla="*/ 229 h 261"/>
                <a:gd name="T40" fmla="*/ 52 w 216"/>
                <a:gd name="T41" fmla="*/ 229 h 261"/>
                <a:gd name="T42" fmla="*/ 74 w 216"/>
                <a:gd name="T43" fmla="*/ 222 h 261"/>
                <a:gd name="T44" fmla="*/ 77 w 216"/>
                <a:gd name="T45" fmla="*/ 236 h 261"/>
                <a:gd name="T46" fmla="*/ 97 w 216"/>
                <a:gd name="T47" fmla="*/ 251 h 261"/>
                <a:gd name="T48" fmla="*/ 112 w 216"/>
                <a:gd name="T49" fmla="*/ 261 h 261"/>
                <a:gd name="T50" fmla="*/ 122 w 216"/>
                <a:gd name="T51" fmla="*/ 251 h 261"/>
                <a:gd name="T52" fmla="*/ 156 w 216"/>
                <a:gd name="T53" fmla="*/ 251 h 261"/>
                <a:gd name="T54" fmla="*/ 159 w 216"/>
                <a:gd name="T55" fmla="*/ 234 h 261"/>
                <a:gd name="T56" fmla="*/ 139 w 216"/>
                <a:gd name="T57" fmla="*/ 209 h 261"/>
                <a:gd name="T58" fmla="*/ 124 w 216"/>
                <a:gd name="T59" fmla="*/ 194 h 261"/>
                <a:gd name="T60" fmla="*/ 131 w 216"/>
                <a:gd name="T61" fmla="*/ 177 h 261"/>
                <a:gd name="T62" fmla="*/ 141 w 216"/>
                <a:gd name="T63" fmla="*/ 167 h 261"/>
                <a:gd name="T64" fmla="*/ 171 w 216"/>
                <a:gd name="T65" fmla="*/ 177 h 261"/>
                <a:gd name="T66" fmla="*/ 176 w 216"/>
                <a:gd name="T67" fmla="*/ 164 h 261"/>
                <a:gd name="T68" fmla="*/ 179 w 216"/>
                <a:gd name="T69" fmla="*/ 152 h 261"/>
                <a:gd name="T70" fmla="*/ 199 w 216"/>
                <a:gd name="T71" fmla="*/ 135 h 261"/>
                <a:gd name="T72" fmla="*/ 206 w 216"/>
                <a:gd name="T73" fmla="*/ 117 h 261"/>
                <a:gd name="T74" fmla="*/ 216 w 216"/>
                <a:gd name="T75" fmla="*/ 105 h 261"/>
                <a:gd name="T76" fmla="*/ 216 w 216"/>
                <a:gd name="T77" fmla="*/ 77 h 261"/>
                <a:gd name="T78" fmla="*/ 199 w 216"/>
                <a:gd name="T79" fmla="*/ 65 h 261"/>
                <a:gd name="T80" fmla="*/ 201 w 216"/>
                <a:gd name="T81" fmla="*/ 40 h 261"/>
                <a:gd name="T82" fmla="*/ 191 w 216"/>
                <a:gd name="T83" fmla="*/ 28 h 261"/>
                <a:gd name="T84" fmla="*/ 194 w 216"/>
                <a:gd name="T85" fmla="*/ 10 h 261"/>
                <a:gd name="T86" fmla="*/ 179 w 216"/>
                <a:gd name="T87" fmla="*/ 3 h 261"/>
                <a:gd name="T88" fmla="*/ 169 w 216"/>
                <a:gd name="T89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6" h="261">
                  <a:moveTo>
                    <a:pt x="169" y="0"/>
                  </a:moveTo>
                  <a:lnTo>
                    <a:pt x="151" y="5"/>
                  </a:lnTo>
                  <a:lnTo>
                    <a:pt x="146" y="25"/>
                  </a:lnTo>
                  <a:lnTo>
                    <a:pt x="139" y="48"/>
                  </a:lnTo>
                  <a:lnTo>
                    <a:pt x="131" y="67"/>
                  </a:lnTo>
                  <a:lnTo>
                    <a:pt x="122" y="75"/>
                  </a:lnTo>
                  <a:lnTo>
                    <a:pt x="117" y="95"/>
                  </a:lnTo>
                  <a:lnTo>
                    <a:pt x="99" y="97"/>
                  </a:lnTo>
                  <a:lnTo>
                    <a:pt x="82" y="110"/>
                  </a:lnTo>
                  <a:lnTo>
                    <a:pt x="67" y="120"/>
                  </a:lnTo>
                  <a:lnTo>
                    <a:pt x="59" y="140"/>
                  </a:lnTo>
                  <a:lnTo>
                    <a:pt x="7" y="144"/>
                  </a:lnTo>
                  <a:lnTo>
                    <a:pt x="0" y="159"/>
                  </a:lnTo>
                  <a:lnTo>
                    <a:pt x="5" y="179"/>
                  </a:lnTo>
                  <a:lnTo>
                    <a:pt x="20" y="179"/>
                  </a:lnTo>
                  <a:lnTo>
                    <a:pt x="25" y="192"/>
                  </a:lnTo>
                  <a:lnTo>
                    <a:pt x="15" y="204"/>
                  </a:lnTo>
                  <a:lnTo>
                    <a:pt x="0" y="209"/>
                  </a:lnTo>
                  <a:lnTo>
                    <a:pt x="15" y="214"/>
                  </a:lnTo>
                  <a:lnTo>
                    <a:pt x="22" y="229"/>
                  </a:lnTo>
                  <a:lnTo>
                    <a:pt x="52" y="229"/>
                  </a:lnTo>
                  <a:lnTo>
                    <a:pt x="74" y="222"/>
                  </a:lnTo>
                  <a:lnTo>
                    <a:pt x="77" y="236"/>
                  </a:lnTo>
                  <a:lnTo>
                    <a:pt x="97" y="251"/>
                  </a:lnTo>
                  <a:lnTo>
                    <a:pt x="112" y="261"/>
                  </a:lnTo>
                  <a:lnTo>
                    <a:pt x="122" y="251"/>
                  </a:lnTo>
                  <a:lnTo>
                    <a:pt x="156" y="251"/>
                  </a:lnTo>
                  <a:lnTo>
                    <a:pt x="159" y="234"/>
                  </a:lnTo>
                  <a:lnTo>
                    <a:pt x="139" y="209"/>
                  </a:lnTo>
                  <a:lnTo>
                    <a:pt x="124" y="194"/>
                  </a:lnTo>
                  <a:lnTo>
                    <a:pt x="131" y="177"/>
                  </a:lnTo>
                  <a:lnTo>
                    <a:pt x="141" y="167"/>
                  </a:lnTo>
                  <a:lnTo>
                    <a:pt x="171" y="177"/>
                  </a:lnTo>
                  <a:lnTo>
                    <a:pt x="176" y="164"/>
                  </a:lnTo>
                  <a:lnTo>
                    <a:pt x="179" y="152"/>
                  </a:lnTo>
                  <a:lnTo>
                    <a:pt x="199" y="135"/>
                  </a:lnTo>
                  <a:lnTo>
                    <a:pt x="206" y="117"/>
                  </a:lnTo>
                  <a:lnTo>
                    <a:pt x="216" y="105"/>
                  </a:lnTo>
                  <a:lnTo>
                    <a:pt x="216" y="77"/>
                  </a:lnTo>
                  <a:lnTo>
                    <a:pt x="199" y="65"/>
                  </a:lnTo>
                  <a:lnTo>
                    <a:pt x="201" y="40"/>
                  </a:lnTo>
                  <a:lnTo>
                    <a:pt x="191" y="28"/>
                  </a:lnTo>
                  <a:lnTo>
                    <a:pt x="194" y="10"/>
                  </a:lnTo>
                  <a:lnTo>
                    <a:pt x="17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 57">
              <a:extLst>
                <a:ext uri="{FF2B5EF4-FFF2-40B4-BE49-F238E27FC236}">
                  <a16:creationId xmlns:a16="http://schemas.microsoft.com/office/drawing/2014/main" id="{8097CFCB-F761-BFBD-487E-3BE9A815E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4833" y="3196478"/>
              <a:ext cx="96428" cy="153999"/>
            </a:xfrm>
            <a:custGeom>
              <a:avLst/>
              <a:gdLst>
                <a:gd name="T0" fmla="*/ 32 w 67"/>
                <a:gd name="T1" fmla="*/ 0 h 107"/>
                <a:gd name="T2" fmla="*/ 24 w 67"/>
                <a:gd name="T3" fmla="*/ 20 h 107"/>
                <a:gd name="T4" fmla="*/ 0 w 67"/>
                <a:gd name="T5" fmla="*/ 27 h 107"/>
                <a:gd name="T6" fmla="*/ 10 w 67"/>
                <a:gd name="T7" fmla="*/ 42 h 107"/>
                <a:gd name="T8" fmla="*/ 7 w 67"/>
                <a:gd name="T9" fmla="*/ 57 h 107"/>
                <a:gd name="T10" fmla="*/ 24 w 67"/>
                <a:gd name="T11" fmla="*/ 64 h 107"/>
                <a:gd name="T12" fmla="*/ 20 w 67"/>
                <a:gd name="T13" fmla="*/ 99 h 107"/>
                <a:gd name="T14" fmla="*/ 39 w 67"/>
                <a:gd name="T15" fmla="*/ 107 h 107"/>
                <a:gd name="T16" fmla="*/ 67 w 67"/>
                <a:gd name="T17" fmla="*/ 89 h 107"/>
                <a:gd name="T18" fmla="*/ 67 w 67"/>
                <a:gd name="T19" fmla="*/ 47 h 107"/>
                <a:gd name="T20" fmla="*/ 32 w 67"/>
                <a:gd name="T2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107">
                  <a:moveTo>
                    <a:pt x="32" y="0"/>
                  </a:moveTo>
                  <a:lnTo>
                    <a:pt x="24" y="20"/>
                  </a:lnTo>
                  <a:lnTo>
                    <a:pt x="0" y="27"/>
                  </a:lnTo>
                  <a:lnTo>
                    <a:pt x="10" y="42"/>
                  </a:lnTo>
                  <a:lnTo>
                    <a:pt x="7" y="57"/>
                  </a:lnTo>
                  <a:lnTo>
                    <a:pt x="24" y="64"/>
                  </a:lnTo>
                  <a:lnTo>
                    <a:pt x="20" y="99"/>
                  </a:lnTo>
                  <a:lnTo>
                    <a:pt x="39" y="107"/>
                  </a:lnTo>
                  <a:lnTo>
                    <a:pt x="67" y="89"/>
                  </a:lnTo>
                  <a:lnTo>
                    <a:pt x="67" y="47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 58">
              <a:extLst>
                <a:ext uri="{FF2B5EF4-FFF2-40B4-BE49-F238E27FC236}">
                  <a16:creationId xmlns:a16="http://schemas.microsoft.com/office/drawing/2014/main" id="{F99F5DDA-1C34-547C-02DD-607E8455C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6848" y="2669718"/>
              <a:ext cx="92111" cy="189979"/>
            </a:xfrm>
            <a:custGeom>
              <a:avLst/>
              <a:gdLst>
                <a:gd name="T0" fmla="*/ 2 w 64"/>
                <a:gd name="T1" fmla="*/ 10 h 132"/>
                <a:gd name="T2" fmla="*/ 2 w 64"/>
                <a:gd name="T3" fmla="*/ 25 h 132"/>
                <a:gd name="T4" fmla="*/ 7 w 64"/>
                <a:gd name="T5" fmla="*/ 43 h 132"/>
                <a:gd name="T6" fmla="*/ 14 w 64"/>
                <a:gd name="T7" fmla="*/ 62 h 132"/>
                <a:gd name="T8" fmla="*/ 19 w 64"/>
                <a:gd name="T9" fmla="*/ 87 h 132"/>
                <a:gd name="T10" fmla="*/ 32 w 64"/>
                <a:gd name="T11" fmla="*/ 100 h 132"/>
                <a:gd name="T12" fmla="*/ 24 w 64"/>
                <a:gd name="T13" fmla="*/ 117 h 132"/>
                <a:gd name="T14" fmla="*/ 27 w 64"/>
                <a:gd name="T15" fmla="*/ 125 h 132"/>
                <a:gd name="T16" fmla="*/ 34 w 64"/>
                <a:gd name="T17" fmla="*/ 125 h 132"/>
                <a:gd name="T18" fmla="*/ 54 w 64"/>
                <a:gd name="T19" fmla="*/ 132 h 132"/>
                <a:gd name="T20" fmla="*/ 64 w 64"/>
                <a:gd name="T21" fmla="*/ 125 h 132"/>
                <a:gd name="T22" fmla="*/ 57 w 64"/>
                <a:gd name="T23" fmla="*/ 102 h 132"/>
                <a:gd name="T24" fmla="*/ 42 w 64"/>
                <a:gd name="T25" fmla="*/ 67 h 132"/>
                <a:gd name="T26" fmla="*/ 52 w 64"/>
                <a:gd name="T27" fmla="*/ 70 h 132"/>
                <a:gd name="T28" fmla="*/ 37 w 64"/>
                <a:gd name="T29" fmla="*/ 45 h 132"/>
                <a:gd name="T30" fmla="*/ 24 w 64"/>
                <a:gd name="T31" fmla="*/ 28 h 132"/>
                <a:gd name="T32" fmla="*/ 19 w 64"/>
                <a:gd name="T33" fmla="*/ 3 h 132"/>
                <a:gd name="T34" fmla="*/ 0 w 64"/>
                <a:gd name="T35" fmla="*/ 0 h 132"/>
                <a:gd name="T36" fmla="*/ 2 w 64"/>
                <a:gd name="T37" fmla="*/ 1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132">
                  <a:moveTo>
                    <a:pt x="2" y="10"/>
                  </a:moveTo>
                  <a:lnTo>
                    <a:pt x="2" y="25"/>
                  </a:lnTo>
                  <a:lnTo>
                    <a:pt x="7" y="43"/>
                  </a:lnTo>
                  <a:lnTo>
                    <a:pt x="14" y="62"/>
                  </a:lnTo>
                  <a:lnTo>
                    <a:pt x="19" y="87"/>
                  </a:lnTo>
                  <a:lnTo>
                    <a:pt x="32" y="100"/>
                  </a:lnTo>
                  <a:lnTo>
                    <a:pt x="24" y="117"/>
                  </a:lnTo>
                  <a:lnTo>
                    <a:pt x="27" y="125"/>
                  </a:lnTo>
                  <a:lnTo>
                    <a:pt x="34" y="125"/>
                  </a:lnTo>
                  <a:lnTo>
                    <a:pt x="54" y="132"/>
                  </a:lnTo>
                  <a:lnTo>
                    <a:pt x="64" y="125"/>
                  </a:lnTo>
                  <a:lnTo>
                    <a:pt x="57" y="102"/>
                  </a:lnTo>
                  <a:lnTo>
                    <a:pt x="42" y="67"/>
                  </a:lnTo>
                  <a:lnTo>
                    <a:pt x="52" y="70"/>
                  </a:lnTo>
                  <a:lnTo>
                    <a:pt x="37" y="45"/>
                  </a:lnTo>
                  <a:lnTo>
                    <a:pt x="24" y="28"/>
                  </a:lnTo>
                  <a:lnTo>
                    <a:pt x="19" y="3"/>
                  </a:lnTo>
                  <a:lnTo>
                    <a:pt x="0" y="0"/>
                  </a:lnTo>
                  <a:lnTo>
                    <a:pt x="2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 59">
              <a:extLst>
                <a:ext uri="{FF2B5EF4-FFF2-40B4-BE49-F238E27FC236}">
                  <a16:creationId xmlns:a16="http://schemas.microsoft.com/office/drawing/2014/main" id="{6F5E2DE4-20DA-4130-67DB-E7FC558CF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897" y="3385018"/>
              <a:ext cx="722496" cy="751281"/>
            </a:xfrm>
            <a:custGeom>
              <a:avLst/>
              <a:gdLst>
                <a:gd name="T0" fmla="*/ 499 w 502"/>
                <a:gd name="T1" fmla="*/ 130 h 522"/>
                <a:gd name="T2" fmla="*/ 464 w 502"/>
                <a:gd name="T3" fmla="*/ 157 h 522"/>
                <a:gd name="T4" fmla="*/ 440 w 502"/>
                <a:gd name="T5" fmla="*/ 199 h 522"/>
                <a:gd name="T6" fmla="*/ 430 w 502"/>
                <a:gd name="T7" fmla="*/ 224 h 522"/>
                <a:gd name="T8" fmla="*/ 420 w 502"/>
                <a:gd name="T9" fmla="*/ 174 h 522"/>
                <a:gd name="T10" fmla="*/ 380 w 502"/>
                <a:gd name="T11" fmla="*/ 160 h 522"/>
                <a:gd name="T12" fmla="*/ 345 w 502"/>
                <a:gd name="T13" fmla="*/ 182 h 522"/>
                <a:gd name="T14" fmla="*/ 358 w 502"/>
                <a:gd name="T15" fmla="*/ 234 h 522"/>
                <a:gd name="T16" fmla="*/ 333 w 502"/>
                <a:gd name="T17" fmla="*/ 242 h 522"/>
                <a:gd name="T18" fmla="*/ 328 w 502"/>
                <a:gd name="T19" fmla="*/ 271 h 522"/>
                <a:gd name="T20" fmla="*/ 293 w 502"/>
                <a:gd name="T21" fmla="*/ 299 h 522"/>
                <a:gd name="T22" fmla="*/ 263 w 502"/>
                <a:gd name="T23" fmla="*/ 321 h 522"/>
                <a:gd name="T24" fmla="*/ 233 w 502"/>
                <a:gd name="T25" fmla="*/ 358 h 522"/>
                <a:gd name="T26" fmla="*/ 216 w 502"/>
                <a:gd name="T27" fmla="*/ 438 h 522"/>
                <a:gd name="T28" fmla="*/ 216 w 502"/>
                <a:gd name="T29" fmla="*/ 470 h 522"/>
                <a:gd name="T30" fmla="*/ 191 w 502"/>
                <a:gd name="T31" fmla="*/ 513 h 522"/>
                <a:gd name="T32" fmla="*/ 161 w 502"/>
                <a:gd name="T33" fmla="*/ 515 h 522"/>
                <a:gd name="T34" fmla="*/ 136 w 502"/>
                <a:gd name="T35" fmla="*/ 443 h 522"/>
                <a:gd name="T36" fmla="*/ 94 w 502"/>
                <a:gd name="T37" fmla="*/ 356 h 522"/>
                <a:gd name="T38" fmla="*/ 84 w 502"/>
                <a:gd name="T39" fmla="*/ 274 h 522"/>
                <a:gd name="T40" fmla="*/ 72 w 502"/>
                <a:gd name="T41" fmla="*/ 224 h 522"/>
                <a:gd name="T42" fmla="*/ 59 w 502"/>
                <a:gd name="T43" fmla="*/ 254 h 522"/>
                <a:gd name="T44" fmla="*/ 12 w 502"/>
                <a:gd name="T45" fmla="*/ 227 h 522"/>
                <a:gd name="T46" fmla="*/ 10 w 502"/>
                <a:gd name="T47" fmla="*/ 214 h 522"/>
                <a:gd name="T48" fmla="*/ 10 w 502"/>
                <a:gd name="T49" fmla="*/ 189 h 522"/>
                <a:gd name="T50" fmla="*/ 47 w 502"/>
                <a:gd name="T51" fmla="*/ 172 h 522"/>
                <a:gd name="T52" fmla="*/ 12 w 502"/>
                <a:gd name="T53" fmla="*/ 132 h 522"/>
                <a:gd name="T54" fmla="*/ 29 w 502"/>
                <a:gd name="T55" fmla="*/ 105 h 522"/>
                <a:gd name="T56" fmla="*/ 64 w 502"/>
                <a:gd name="T57" fmla="*/ 102 h 522"/>
                <a:gd name="T58" fmla="*/ 87 w 502"/>
                <a:gd name="T59" fmla="*/ 73 h 522"/>
                <a:gd name="T60" fmla="*/ 104 w 502"/>
                <a:gd name="T61" fmla="*/ 43 h 522"/>
                <a:gd name="T62" fmla="*/ 129 w 502"/>
                <a:gd name="T63" fmla="*/ 0 h 522"/>
                <a:gd name="T64" fmla="*/ 161 w 502"/>
                <a:gd name="T65" fmla="*/ 13 h 522"/>
                <a:gd name="T66" fmla="*/ 189 w 502"/>
                <a:gd name="T67" fmla="*/ 50 h 522"/>
                <a:gd name="T68" fmla="*/ 206 w 502"/>
                <a:gd name="T69" fmla="*/ 95 h 522"/>
                <a:gd name="T70" fmla="*/ 243 w 502"/>
                <a:gd name="T71" fmla="*/ 117 h 522"/>
                <a:gd name="T72" fmla="*/ 290 w 502"/>
                <a:gd name="T73" fmla="*/ 132 h 522"/>
                <a:gd name="T74" fmla="*/ 325 w 502"/>
                <a:gd name="T75" fmla="*/ 140 h 522"/>
                <a:gd name="T76" fmla="*/ 353 w 502"/>
                <a:gd name="T77" fmla="*/ 122 h 522"/>
                <a:gd name="T78" fmla="*/ 382 w 502"/>
                <a:gd name="T79" fmla="*/ 115 h 522"/>
                <a:gd name="T80" fmla="*/ 420 w 502"/>
                <a:gd name="T81" fmla="*/ 100 h 522"/>
                <a:gd name="T82" fmla="*/ 469 w 502"/>
                <a:gd name="T83" fmla="*/ 90 h 522"/>
                <a:gd name="T84" fmla="*/ 502 w 502"/>
                <a:gd name="T85" fmla="*/ 117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02" h="522">
                  <a:moveTo>
                    <a:pt x="502" y="117"/>
                  </a:moveTo>
                  <a:lnTo>
                    <a:pt x="499" y="130"/>
                  </a:lnTo>
                  <a:lnTo>
                    <a:pt x="477" y="140"/>
                  </a:lnTo>
                  <a:lnTo>
                    <a:pt x="464" y="157"/>
                  </a:lnTo>
                  <a:lnTo>
                    <a:pt x="457" y="182"/>
                  </a:lnTo>
                  <a:lnTo>
                    <a:pt x="440" y="199"/>
                  </a:lnTo>
                  <a:lnTo>
                    <a:pt x="440" y="234"/>
                  </a:lnTo>
                  <a:lnTo>
                    <a:pt x="430" y="224"/>
                  </a:lnTo>
                  <a:lnTo>
                    <a:pt x="422" y="197"/>
                  </a:lnTo>
                  <a:lnTo>
                    <a:pt x="420" y="174"/>
                  </a:lnTo>
                  <a:lnTo>
                    <a:pt x="397" y="162"/>
                  </a:lnTo>
                  <a:lnTo>
                    <a:pt x="380" y="160"/>
                  </a:lnTo>
                  <a:lnTo>
                    <a:pt x="358" y="145"/>
                  </a:lnTo>
                  <a:lnTo>
                    <a:pt x="345" y="182"/>
                  </a:lnTo>
                  <a:lnTo>
                    <a:pt x="358" y="184"/>
                  </a:lnTo>
                  <a:lnTo>
                    <a:pt x="358" y="234"/>
                  </a:lnTo>
                  <a:lnTo>
                    <a:pt x="348" y="234"/>
                  </a:lnTo>
                  <a:lnTo>
                    <a:pt x="333" y="242"/>
                  </a:lnTo>
                  <a:lnTo>
                    <a:pt x="333" y="266"/>
                  </a:lnTo>
                  <a:lnTo>
                    <a:pt x="328" y="271"/>
                  </a:lnTo>
                  <a:lnTo>
                    <a:pt x="315" y="289"/>
                  </a:lnTo>
                  <a:lnTo>
                    <a:pt x="293" y="299"/>
                  </a:lnTo>
                  <a:lnTo>
                    <a:pt x="281" y="314"/>
                  </a:lnTo>
                  <a:lnTo>
                    <a:pt x="263" y="321"/>
                  </a:lnTo>
                  <a:lnTo>
                    <a:pt x="253" y="346"/>
                  </a:lnTo>
                  <a:lnTo>
                    <a:pt x="233" y="358"/>
                  </a:lnTo>
                  <a:lnTo>
                    <a:pt x="208" y="373"/>
                  </a:lnTo>
                  <a:lnTo>
                    <a:pt x="216" y="438"/>
                  </a:lnTo>
                  <a:lnTo>
                    <a:pt x="208" y="440"/>
                  </a:lnTo>
                  <a:lnTo>
                    <a:pt x="216" y="470"/>
                  </a:lnTo>
                  <a:lnTo>
                    <a:pt x="203" y="490"/>
                  </a:lnTo>
                  <a:lnTo>
                    <a:pt x="191" y="513"/>
                  </a:lnTo>
                  <a:lnTo>
                    <a:pt x="171" y="522"/>
                  </a:lnTo>
                  <a:lnTo>
                    <a:pt x="161" y="515"/>
                  </a:lnTo>
                  <a:lnTo>
                    <a:pt x="159" y="490"/>
                  </a:lnTo>
                  <a:lnTo>
                    <a:pt x="136" y="443"/>
                  </a:lnTo>
                  <a:lnTo>
                    <a:pt x="116" y="388"/>
                  </a:lnTo>
                  <a:lnTo>
                    <a:pt x="94" y="356"/>
                  </a:lnTo>
                  <a:lnTo>
                    <a:pt x="84" y="314"/>
                  </a:lnTo>
                  <a:lnTo>
                    <a:pt x="84" y="274"/>
                  </a:lnTo>
                  <a:lnTo>
                    <a:pt x="82" y="244"/>
                  </a:lnTo>
                  <a:lnTo>
                    <a:pt x="72" y="224"/>
                  </a:lnTo>
                  <a:lnTo>
                    <a:pt x="72" y="242"/>
                  </a:lnTo>
                  <a:lnTo>
                    <a:pt x="59" y="254"/>
                  </a:lnTo>
                  <a:lnTo>
                    <a:pt x="34" y="254"/>
                  </a:lnTo>
                  <a:lnTo>
                    <a:pt x="12" y="227"/>
                  </a:lnTo>
                  <a:lnTo>
                    <a:pt x="24" y="214"/>
                  </a:lnTo>
                  <a:lnTo>
                    <a:pt x="10" y="214"/>
                  </a:lnTo>
                  <a:lnTo>
                    <a:pt x="0" y="199"/>
                  </a:lnTo>
                  <a:lnTo>
                    <a:pt x="10" y="189"/>
                  </a:lnTo>
                  <a:lnTo>
                    <a:pt x="44" y="189"/>
                  </a:lnTo>
                  <a:lnTo>
                    <a:pt x="47" y="172"/>
                  </a:lnTo>
                  <a:lnTo>
                    <a:pt x="27" y="147"/>
                  </a:lnTo>
                  <a:lnTo>
                    <a:pt x="12" y="132"/>
                  </a:lnTo>
                  <a:lnTo>
                    <a:pt x="19" y="115"/>
                  </a:lnTo>
                  <a:lnTo>
                    <a:pt x="29" y="105"/>
                  </a:lnTo>
                  <a:lnTo>
                    <a:pt x="59" y="115"/>
                  </a:lnTo>
                  <a:lnTo>
                    <a:pt x="64" y="102"/>
                  </a:lnTo>
                  <a:lnTo>
                    <a:pt x="67" y="90"/>
                  </a:lnTo>
                  <a:lnTo>
                    <a:pt x="87" y="73"/>
                  </a:lnTo>
                  <a:lnTo>
                    <a:pt x="94" y="55"/>
                  </a:lnTo>
                  <a:lnTo>
                    <a:pt x="104" y="43"/>
                  </a:lnTo>
                  <a:lnTo>
                    <a:pt x="104" y="15"/>
                  </a:lnTo>
                  <a:lnTo>
                    <a:pt x="129" y="0"/>
                  </a:lnTo>
                  <a:lnTo>
                    <a:pt x="149" y="0"/>
                  </a:lnTo>
                  <a:lnTo>
                    <a:pt x="161" y="13"/>
                  </a:lnTo>
                  <a:lnTo>
                    <a:pt x="161" y="45"/>
                  </a:lnTo>
                  <a:lnTo>
                    <a:pt x="189" y="50"/>
                  </a:lnTo>
                  <a:lnTo>
                    <a:pt x="203" y="65"/>
                  </a:lnTo>
                  <a:lnTo>
                    <a:pt x="206" y="95"/>
                  </a:lnTo>
                  <a:lnTo>
                    <a:pt x="221" y="112"/>
                  </a:lnTo>
                  <a:lnTo>
                    <a:pt x="243" y="117"/>
                  </a:lnTo>
                  <a:lnTo>
                    <a:pt x="271" y="130"/>
                  </a:lnTo>
                  <a:lnTo>
                    <a:pt x="290" y="132"/>
                  </a:lnTo>
                  <a:lnTo>
                    <a:pt x="308" y="142"/>
                  </a:lnTo>
                  <a:lnTo>
                    <a:pt x="325" y="140"/>
                  </a:lnTo>
                  <a:lnTo>
                    <a:pt x="343" y="140"/>
                  </a:lnTo>
                  <a:lnTo>
                    <a:pt x="353" y="122"/>
                  </a:lnTo>
                  <a:lnTo>
                    <a:pt x="363" y="105"/>
                  </a:lnTo>
                  <a:lnTo>
                    <a:pt x="382" y="115"/>
                  </a:lnTo>
                  <a:lnTo>
                    <a:pt x="410" y="115"/>
                  </a:lnTo>
                  <a:lnTo>
                    <a:pt x="420" y="100"/>
                  </a:lnTo>
                  <a:lnTo>
                    <a:pt x="442" y="90"/>
                  </a:lnTo>
                  <a:lnTo>
                    <a:pt x="469" y="90"/>
                  </a:lnTo>
                  <a:lnTo>
                    <a:pt x="489" y="100"/>
                  </a:lnTo>
                  <a:lnTo>
                    <a:pt x="502" y="1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 60">
              <a:extLst>
                <a:ext uri="{FF2B5EF4-FFF2-40B4-BE49-F238E27FC236}">
                  <a16:creationId xmlns:a16="http://schemas.microsoft.com/office/drawing/2014/main" id="{E097058D-205A-146B-D500-52606CDB7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2432" y="3593707"/>
              <a:ext cx="136728" cy="149680"/>
            </a:xfrm>
            <a:custGeom>
              <a:avLst/>
              <a:gdLst>
                <a:gd name="T0" fmla="*/ 95 w 95"/>
                <a:gd name="T1" fmla="*/ 89 h 104"/>
                <a:gd name="T2" fmla="*/ 87 w 95"/>
                <a:gd name="T3" fmla="*/ 104 h 104"/>
                <a:gd name="T4" fmla="*/ 77 w 95"/>
                <a:gd name="T5" fmla="*/ 102 h 104"/>
                <a:gd name="T6" fmla="*/ 62 w 95"/>
                <a:gd name="T7" fmla="*/ 82 h 104"/>
                <a:gd name="T8" fmla="*/ 65 w 95"/>
                <a:gd name="T9" fmla="*/ 64 h 104"/>
                <a:gd name="T10" fmla="*/ 55 w 95"/>
                <a:gd name="T11" fmla="*/ 49 h 104"/>
                <a:gd name="T12" fmla="*/ 50 w 95"/>
                <a:gd name="T13" fmla="*/ 64 h 104"/>
                <a:gd name="T14" fmla="*/ 35 w 95"/>
                <a:gd name="T15" fmla="*/ 72 h 104"/>
                <a:gd name="T16" fmla="*/ 35 w 95"/>
                <a:gd name="T17" fmla="*/ 92 h 104"/>
                <a:gd name="T18" fmla="*/ 13 w 95"/>
                <a:gd name="T19" fmla="*/ 89 h 104"/>
                <a:gd name="T20" fmla="*/ 13 w 95"/>
                <a:gd name="T21" fmla="*/ 39 h 104"/>
                <a:gd name="T22" fmla="*/ 0 w 95"/>
                <a:gd name="T23" fmla="*/ 37 h 104"/>
                <a:gd name="T24" fmla="*/ 13 w 95"/>
                <a:gd name="T25" fmla="*/ 0 h 104"/>
                <a:gd name="T26" fmla="*/ 35 w 95"/>
                <a:gd name="T27" fmla="*/ 15 h 104"/>
                <a:gd name="T28" fmla="*/ 52 w 95"/>
                <a:gd name="T29" fmla="*/ 17 h 104"/>
                <a:gd name="T30" fmla="*/ 75 w 95"/>
                <a:gd name="T31" fmla="*/ 29 h 104"/>
                <a:gd name="T32" fmla="*/ 77 w 95"/>
                <a:gd name="T33" fmla="*/ 52 h 104"/>
                <a:gd name="T34" fmla="*/ 85 w 95"/>
                <a:gd name="T35" fmla="*/ 79 h 104"/>
                <a:gd name="T36" fmla="*/ 95 w 95"/>
                <a:gd name="T37" fmla="*/ 8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04">
                  <a:moveTo>
                    <a:pt x="95" y="89"/>
                  </a:moveTo>
                  <a:lnTo>
                    <a:pt x="87" y="104"/>
                  </a:lnTo>
                  <a:lnTo>
                    <a:pt x="77" y="102"/>
                  </a:lnTo>
                  <a:lnTo>
                    <a:pt x="62" y="82"/>
                  </a:lnTo>
                  <a:lnTo>
                    <a:pt x="65" y="64"/>
                  </a:lnTo>
                  <a:lnTo>
                    <a:pt x="55" y="49"/>
                  </a:lnTo>
                  <a:lnTo>
                    <a:pt x="50" y="64"/>
                  </a:lnTo>
                  <a:lnTo>
                    <a:pt x="35" y="72"/>
                  </a:lnTo>
                  <a:lnTo>
                    <a:pt x="35" y="92"/>
                  </a:lnTo>
                  <a:lnTo>
                    <a:pt x="13" y="89"/>
                  </a:lnTo>
                  <a:lnTo>
                    <a:pt x="13" y="39"/>
                  </a:lnTo>
                  <a:lnTo>
                    <a:pt x="0" y="37"/>
                  </a:lnTo>
                  <a:lnTo>
                    <a:pt x="13" y="0"/>
                  </a:lnTo>
                  <a:lnTo>
                    <a:pt x="35" y="15"/>
                  </a:lnTo>
                  <a:lnTo>
                    <a:pt x="52" y="17"/>
                  </a:lnTo>
                  <a:lnTo>
                    <a:pt x="75" y="29"/>
                  </a:lnTo>
                  <a:lnTo>
                    <a:pt x="77" y="52"/>
                  </a:lnTo>
                  <a:lnTo>
                    <a:pt x="85" y="79"/>
                  </a:lnTo>
                  <a:lnTo>
                    <a:pt x="95" y="8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 61">
              <a:extLst>
                <a:ext uri="{FF2B5EF4-FFF2-40B4-BE49-F238E27FC236}">
                  <a16:creationId xmlns:a16="http://schemas.microsoft.com/office/drawing/2014/main" id="{EACC9FD0-3617-BC8C-7A02-6E7C9D354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359" y="3300103"/>
              <a:ext cx="260501" cy="246110"/>
            </a:xfrm>
            <a:custGeom>
              <a:avLst/>
              <a:gdLst>
                <a:gd name="T0" fmla="*/ 147 w 181"/>
                <a:gd name="T1" fmla="*/ 25 h 171"/>
                <a:gd name="T2" fmla="*/ 167 w 181"/>
                <a:gd name="T3" fmla="*/ 20 h 171"/>
                <a:gd name="T4" fmla="*/ 181 w 181"/>
                <a:gd name="T5" fmla="*/ 35 h 171"/>
                <a:gd name="T6" fmla="*/ 171 w 181"/>
                <a:gd name="T7" fmla="*/ 50 h 171"/>
                <a:gd name="T8" fmla="*/ 181 w 181"/>
                <a:gd name="T9" fmla="*/ 57 h 171"/>
                <a:gd name="T10" fmla="*/ 174 w 181"/>
                <a:gd name="T11" fmla="*/ 87 h 171"/>
                <a:gd name="T12" fmla="*/ 154 w 181"/>
                <a:gd name="T13" fmla="*/ 89 h 171"/>
                <a:gd name="T14" fmla="*/ 152 w 181"/>
                <a:gd name="T15" fmla="*/ 102 h 171"/>
                <a:gd name="T16" fmla="*/ 162 w 181"/>
                <a:gd name="T17" fmla="*/ 112 h 171"/>
                <a:gd name="T18" fmla="*/ 139 w 181"/>
                <a:gd name="T19" fmla="*/ 129 h 171"/>
                <a:gd name="T20" fmla="*/ 122 w 181"/>
                <a:gd name="T21" fmla="*/ 146 h 171"/>
                <a:gd name="T22" fmla="*/ 109 w 181"/>
                <a:gd name="T23" fmla="*/ 154 h 171"/>
                <a:gd name="T24" fmla="*/ 97 w 181"/>
                <a:gd name="T25" fmla="*/ 154 h 171"/>
                <a:gd name="T26" fmla="*/ 92 w 181"/>
                <a:gd name="T27" fmla="*/ 161 h 171"/>
                <a:gd name="T28" fmla="*/ 77 w 181"/>
                <a:gd name="T29" fmla="*/ 161 h 171"/>
                <a:gd name="T30" fmla="*/ 77 w 181"/>
                <a:gd name="T31" fmla="*/ 171 h 171"/>
                <a:gd name="T32" fmla="*/ 57 w 181"/>
                <a:gd name="T33" fmla="*/ 171 h 171"/>
                <a:gd name="T34" fmla="*/ 60 w 181"/>
                <a:gd name="T35" fmla="*/ 164 h 171"/>
                <a:gd name="T36" fmla="*/ 47 w 181"/>
                <a:gd name="T37" fmla="*/ 164 h 171"/>
                <a:gd name="T38" fmla="*/ 0 w 181"/>
                <a:gd name="T39" fmla="*/ 164 h 171"/>
                <a:gd name="T40" fmla="*/ 12 w 181"/>
                <a:gd name="T41" fmla="*/ 149 h 171"/>
                <a:gd name="T42" fmla="*/ 22 w 181"/>
                <a:gd name="T43" fmla="*/ 144 h 171"/>
                <a:gd name="T44" fmla="*/ 32 w 181"/>
                <a:gd name="T45" fmla="*/ 134 h 171"/>
                <a:gd name="T46" fmla="*/ 40 w 181"/>
                <a:gd name="T47" fmla="*/ 79 h 171"/>
                <a:gd name="T48" fmla="*/ 45 w 181"/>
                <a:gd name="T49" fmla="*/ 62 h 171"/>
                <a:gd name="T50" fmla="*/ 52 w 181"/>
                <a:gd name="T51" fmla="*/ 64 h 171"/>
                <a:gd name="T52" fmla="*/ 55 w 181"/>
                <a:gd name="T53" fmla="*/ 50 h 171"/>
                <a:gd name="T54" fmla="*/ 84 w 181"/>
                <a:gd name="T55" fmla="*/ 50 h 171"/>
                <a:gd name="T56" fmla="*/ 84 w 181"/>
                <a:gd name="T57" fmla="*/ 35 h 171"/>
                <a:gd name="T58" fmla="*/ 94 w 181"/>
                <a:gd name="T59" fmla="*/ 25 h 171"/>
                <a:gd name="T60" fmla="*/ 102 w 181"/>
                <a:gd name="T61" fmla="*/ 12 h 171"/>
                <a:gd name="T62" fmla="*/ 104 w 181"/>
                <a:gd name="T63" fmla="*/ 0 h 171"/>
                <a:gd name="T64" fmla="*/ 119 w 181"/>
                <a:gd name="T65" fmla="*/ 10 h 171"/>
                <a:gd name="T66" fmla="*/ 134 w 181"/>
                <a:gd name="T67" fmla="*/ 10 h 171"/>
                <a:gd name="T68" fmla="*/ 147 w 181"/>
                <a:gd name="T69" fmla="*/ 2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1" h="171">
                  <a:moveTo>
                    <a:pt x="147" y="25"/>
                  </a:moveTo>
                  <a:lnTo>
                    <a:pt x="167" y="20"/>
                  </a:lnTo>
                  <a:lnTo>
                    <a:pt x="181" y="35"/>
                  </a:lnTo>
                  <a:lnTo>
                    <a:pt x="171" y="50"/>
                  </a:lnTo>
                  <a:lnTo>
                    <a:pt x="181" y="57"/>
                  </a:lnTo>
                  <a:lnTo>
                    <a:pt x="174" y="87"/>
                  </a:lnTo>
                  <a:lnTo>
                    <a:pt x="154" y="89"/>
                  </a:lnTo>
                  <a:lnTo>
                    <a:pt x="152" y="102"/>
                  </a:lnTo>
                  <a:lnTo>
                    <a:pt x="162" y="112"/>
                  </a:lnTo>
                  <a:lnTo>
                    <a:pt x="139" y="129"/>
                  </a:lnTo>
                  <a:lnTo>
                    <a:pt x="122" y="146"/>
                  </a:lnTo>
                  <a:lnTo>
                    <a:pt x="109" y="154"/>
                  </a:lnTo>
                  <a:lnTo>
                    <a:pt x="97" y="154"/>
                  </a:lnTo>
                  <a:lnTo>
                    <a:pt x="92" y="161"/>
                  </a:lnTo>
                  <a:lnTo>
                    <a:pt x="77" y="161"/>
                  </a:lnTo>
                  <a:lnTo>
                    <a:pt x="77" y="171"/>
                  </a:lnTo>
                  <a:lnTo>
                    <a:pt x="57" y="171"/>
                  </a:lnTo>
                  <a:lnTo>
                    <a:pt x="60" y="164"/>
                  </a:lnTo>
                  <a:lnTo>
                    <a:pt x="47" y="164"/>
                  </a:lnTo>
                  <a:lnTo>
                    <a:pt x="0" y="164"/>
                  </a:lnTo>
                  <a:lnTo>
                    <a:pt x="12" y="149"/>
                  </a:lnTo>
                  <a:lnTo>
                    <a:pt x="22" y="144"/>
                  </a:lnTo>
                  <a:lnTo>
                    <a:pt x="32" y="134"/>
                  </a:lnTo>
                  <a:lnTo>
                    <a:pt x="40" y="79"/>
                  </a:lnTo>
                  <a:lnTo>
                    <a:pt x="45" y="62"/>
                  </a:lnTo>
                  <a:lnTo>
                    <a:pt x="52" y="64"/>
                  </a:lnTo>
                  <a:lnTo>
                    <a:pt x="55" y="50"/>
                  </a:lnTo>
                  <a:lnTo>
                    <a:pt x="84" y="50"/>
                  </a:lnTo>
                  <a:lnTo>
                    <a:pt x="84" y="35"/>
                  </a:lnTo>
                  <a:lnTo>
                    <a:pt x="94" y="25"/>
                  </a:lnTo>
                  <a:lnTo>
                    <a:pt x="102" y="12"/>
                  </a:lnTo>
                  <a:lnTo>
                    <a:pt x="104" y="0"/>
                  </a:lnTo>
                  <a:lnTo>
                    <a:pt x="119" y="10"/>
                  </a:lnTo>
                  <a:lnTo>
                    <a:pt x="134" y="10"/>
                  </a:lnTo>
                  <a:lnTo>
                    <a:pt x="147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 62">
              <a:extLst>
                <a:ext uri="{FF2B5EF4-FFF2-40B4-BE49-F238E27FC236}">
                  <a16:creationId xmlns:a16="http://schemas.microsoft.com/office/drawing/2014/main" id="{78402C63-4ED5-2CA1-82C9-CD2FCEAD3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5" y="3256926"/>
              <a:ext cx="500854" cy="568498"/>
            </a:xfrm>
            <a:custGeom>
              <a:avLst/>
              <a:gdLst>
                <a:gd name="T0" fmla="*/ 110 w 348"/>
                <a:gd name="T1" fmla="*/ 50 h 395"/>
                <a:gd name="T2" fmla="*/ 124 w 348"/>
                <a:gd name="T3" fmla="*/ 65 h 395"/>
                <a:gd name="T4" fmla="*/ 114 w 348"/>
                <a:gd name="T5" fmla="*/ 80 h 395"/>
                <a:gd name="T6" fmla="*/ 124 w 348"/>
                <a:gd name="T7" fmla="*/ 87 h 395"/>
                <a:gd name="T8" fmla="*/ 117 w 348"/>
                <a:gd name="T9" fmla="*/ 117 h 395"/>
                <a:gd name="T10" fmla="*/ 97 w 348"/>
                <a:gd name="T11" fmla="*/ 119 h 395"/>
                <a:gd name="T12" fmla="*/ 95 w 348"/>
                <a:gd name="T13" fmla="*/ 132 h 395"/>
                <a:gd name="T14" fmla="*/ 105 w 348"/>
                <a:gd name="T15" fmla="*/ 142 h 395"/>
                <a:gd name="T16" fmla="*/ 82 w 348"/>
                <a:gd name="T17" fmla="*/ 159 h 395"/>
                <a:gd name="T18" fmla="*/ 65 w 348"/>
                <a:gd name="T19" fmla="*/ 176 h 395"/>
                <a:gd name="T20" fmla="*/ 52 w 348"/>
                <a:gd name="T21" fmla="*/ 184 h 395"/>
                <a:gd name="T22" fmla="*/ 40 w 348"/>
                <a:gd name="T23" fmla="*/ 184 h 395"/>
                <a:gd name="T24" fmla="*/ 35 w 348"/>
                <a:gd name="T25" fmla="*/ 191 h 395"/>
                <a:gd name="T26" fmla="*/ 20 w 348"/>
                <a:gd name="T27" fmla="*/ 191 h 395"/>
                <a:gd name="T28" fmla="*/ 20 w 348"/>
                <a:gd name="T29" fmla="*/ 201 h 395"/>
                <a:gd name="T30" fmla="*/ 0 w 348"/>
                <a:gd name="T31" fmla="*/ 201 h 395"/>
                <a:gd name="T32" fmla="*/ 37 w 348"/>
                <a:gd name="T33" fmla="*/ 246 h 395"/>
                <a:gd name="T34" fmla="*/ 57 w 348"/>
                <a:gd name="T35" fmla="*/ 258 h 395"/>
                <a:gd name="T36" fmla="*/ 179 w 348"/>
                <a:gd name="T37" fmla="*/ 358 h 395"/>
                <a:gd name="T38" fmla="*/ 197 w 348"/>
                <a:gd name="T39" fmla="*/ 365 h 395"/>
                <a:gd name="T40" fmla="*/ 201 w 348"/>
                <a:gd name="T41" fmla="*/ 395 h 395"/>
                <a:gd name="T42" fmla="*/ 216 w 348"/>
                <a:gd name="T43" fmla="*/ 390 h 395"/>
                <a:gd name="T44" fmla="*/ 219 w 348"/>
                <a:gd name="T45" fmla="*/ 380 h 395"/>
                <a:gd name="T46" fmla="*/ 246 w 348"/>
                <a:gd name="T47" fmla="*/ 380 h 395"/>
                <a:gd name="T48" fmla="*/ 261 w 348"/>
                <a:gd name="T49" fmla="*/ 365 h 395"/>
                <a:gd name="T50" fmla="*/ 271 w 348"/>
                <a:gd name="T51" fmla="*/ 360 h 395"/>
                <a:gd name="T52" fmla="*/ 274 w 348"/>
                <a:gd name="T53" fmla="*/ 348 h 395"/>
                <a:gd name="T54" fmla="*/ 303 w 348"/>
                <a:gd name="T55" fmla="*/ 338 h 395"/>
                <a:gd name="T56" fmla="*/ 311 w 348"/>
                <a:gd name="T57" fmla="*/ 326 h 395"/>
                <a:gd name="T58" fmla="*/ 326 w 348"/>
                <a:gd name="T59" fmla="*/ 313 h 395"/>
                <a:gd name="T60" fmla="*/ 343 w 348"/>
                <a:gd name="T61" fmla="*/ 306 h 395"/>
                <a:gd name="T62" fmla="*/ 348 w 348"/>
                <a:gd name="T63" fmla="*/ 298 h 395"/>
                <a:gd name="T64" fmla="*/ 346 w 348"/>
                <a:gd name="T65" fmla="*/ 281 h 395"/>
                <a:gd name="T66" fmla="*/ 318 w 348"/>
                <a:gd name="T67" fmla="*/ 276 h 395"/>
                <a:gd name="T68" fmla="*/ 308 w 348"/>
                <a:gd name="T69" fmla="*/ 266 h 395"/>
                <a:gd name="T70" fmla="*/ 308 w 348"/>
                <a:gd name="T71" fmla="*/ 246 h 395"/>
                <a:gd name="T72" fmla="*/ 311 w 348"/>
                <a:gd name="T73" fmla="*/ 127 h 395"/>
                <a:gd name="T74" fmla="*/ 301 w 348"/>
                <a:gd name="T75" fmla="*/ 124 h 395"/>
                <a:gd name="T76" fmla="*/ 298 w 348"/>
                <a:gd name="T77" fmla="*/ 104 h 395"/>
                <a:gd name="T78" fmla="*/ 281 w 348"/>
                <a:gd name="T79" fmla="*/ 99 h 395"/>
                <a:gd name="T80" fmla="*/ 274 w 348"/>
                <a:gd name="T81" fmla="*/ 80 h 395"/>
                <a:gd name="T82" fmla="*/ 279 w 348"/>
                <a:gd name="T83" fmla="*/ 60 h 395"/>
                <a:gd name="T84" fmla="*/ 296 w 348"/>
                <a:gd name="T85" fmla="*/ 55 h 395"/>
                <a:gd name="T86" fmla="*/ 286 w 348"/>
                <a:gd name="T87" fmla="*/ 40 h 395"/>
                <a:gd name="T88" fmla="*/ 288 w 348"/>
                <a:gd name="T89" fmla="*/ 27 h 395"/>
                <a:gd name="T90" fmla="*/ 298 w 348"/>
                <a:gd name="T91" fmla="*/ 27 h 395"/>
                <a:gd name="T92" fmla="*/ 293 w 348"/>
                <a:gd name="T93" fmla="*/ 2 h 395"/>
                <a:gd name="T94" fmla="*/ 241 w 348"/>
                <a:gd name="T95" fmla="*/ 0 h 395"/>
                <a:gd name="T96" fmla="*/ 216 w 348"/>
                <a:gd name="T97" fmla="*/ 2 h 395"/>
                <a:gd name="T98" fmla="*/ 197 w 348"/>
                <a:gd name="T99" fmla="*/ 12 h 395"/>
                <a:gd name="T100" fmla="*/ 159 w 348"/>
                <a:gd name="T101" fmla="*/ 15 h 395"/>
                <a:gd name="T102" fmla="*/ 144 w 348"/>
                <a:gd name="T103" fmla="*/ 27 h 395"/>
                <a:gd name="T104" fmla="*/ 119 w 348"/>
                <a:gd name="T105" fmla="*/ 30 h 395"/>
                <a:gd name="T106" fmla="*/ 110 w 348"/>
                <a:gd name="T107" fmla="*/ 50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48" h="395">
                  <a:moveTo>
                    <a:pt x="110" y="50"/>
                  </a:moveTo>
                  <a:lnTo>
                    <a:pt x="124" y="65"/>
                  </a:lnTo>
                  <a:lnTo>
                    <a:pt x="114" y="80"/>
                  </a:lnTo>
                  <a:lnTo>
                    <a:pt x="124" y="87"/>
                  </a:lnTo>
                  <a:lnTo>
                    <a:pt x="117" y="117"/>
                  </a:lnTo>
                  <a:lnTo>
                    <a:pt x="97" y="119"/>
                  </a:lnTo>
                  <a:lnTo>
                    <a:pt x="95" y="132"/>
                  </a:lnTo>
                  <a:lnTo>
                    <a:pt x="105" y="142"/>
                  </a:lnTo>
                  <a:lnTo>
                    <a:pt x="82" y="159"/>
                  </a:lnTo>
                  <a:lnTo>
                    <a:pt x="65" y="176"/>
                  </a:lnTo>
                  <a:lnTo>
                    <a:pt x="52" y="184"/>
                  </a:lnTo>
                  <a:lnTo>
                    <a:pt x="40" y="184"/>
                  </a:lnTo>
                  <a:lnTo>
                    <a:pt x="35" y="191"/>
                  </a:lnTo>
                  <a:lnTo>
                    <a:pt x="20" y="191"/>
                  </a:lnTo>
                  <a:lnTo>
                    <a:pt x="20" y="201"/>
                  </a:lnTo>
                  <a:lnTo>
                    <a:pt x="0" y="201"/>
                  </a:lnTo>
                  <a:lnTo>
                    <a:pt x="37" y="246"/>
                  </a:lnTo>
                  <a:lnTo>
                    <a:pt x="57" y="258"/>
                  </a:lnTo>
                  <a:lnTo>
                    <a:pt x="179" y="358"/>
                  </a:lnTo>
                  <a:lnTo>
                    <a:pt x="197" y="365"/>
                  </a:lnTo>
                  <a:lnTo>
                    <a:pt x="201" y="395"/>
                  </a:lnTo>
                  <a:lnTo>
                    <a:pt x="216" y="390"/>
                  </a:lnTo>
                  <a:lnTo>
                    <a:pt x="219" y="380"/>
                  </a:lnTo>
                  <a:lnTo>
                    <a:pt x="246" y="380"/>
                  </a:lnTo>
                  <a:lnTo>
                    <a:pt x="261" y="365"/>
                  </a:lnTo>
                  <a:lnTo>
                    <a:pt x="271" y="360"/>
                  </a:lnTo>
                  <a:lnTo>
                    <a:pt x="274" y="348"/>
                  </a:lnTo>
                  <a:lnTo>
                    <a:pt x="303" y="338"/>
                  </a:lnTo>
                  <a:lnTo>
                    <a:pt x="311" y="326"/>
                  </a:lnTo>
                  <a:lnTo>
                    <a:pt x="326" y="313"/>
                  </a:lnTo>
                  <a:lnTo>
                    <a:pt x="343" y="306"/>
                  </a:lnTo>
                  <a:lnTo>
                    <a:pt x="348" y="298"/>
                  </a:lnTo>
                  <a:lnTo>
                    <a:pt x="346" y="281"/>
                  </a:lnTo>
                  <a:lnTo>
                    <a:pt x="318" y="276"/>
                  </a:lnTo>
                  <a:lnTo>
                    <a:pt x="308" y="266"/>
                  </a:lnTo>
                  <a:lnTo>
                    <a:pt x="308" y="246"/>
                  </a:lnTo>
                  <a:lnTo>
                    <a:pt x="311" y="127"/>
                  </a:lnTo>
                  <a:lnTo>
                    <a:pt x="301" y="124"/>
                  </a:lnTo>
                  <a:lnTo>
                    <a:pt x="298" y="104"/>
                  </a:lnTo>
                  <a:lnTo>
                    <a:pt x="281" y="99"/>
                  </a:lnTo>
                  <a:lnTo>
                    <a:pt x="274" y="80"/>
                  </a:lnTo>
                  <a:lnTo>
                    <a:pt x="279" y="60"/>
                  </a:lnTo>
                  <a:lnTo>
                    <a:pt x="296" y="55"/>
                  </a:lnTo>
                  <a:lnTo>
                    <a:pt x="286" y="40"/>
                  </a:lnTo>
                  <a:lnTo>
                    <a:pt x="288" y="27"/>
                  </a:lnTo>
                  <a:lnTo>
                    <a:pt x="298" y="27"/>
                  </a:lnTo>
                  <a:lnTo>
                    <a:pt x="293" y="2"/>
                  </a:lnTo>
                  <a:lnTo>
                    <a:pt x="241" y="0"/>
                  </a:lnTo>
                  <a:lnTo>
                    <a:pt x="216" y="2"/>
                  </a:lnTo>
                  <a:lnTo>
                    <a:pt x="197" y="12"/>
                  </a:lnTo>
                  <a:lnTo>
                    <a:pt x="159" y="15"/>
                  </a:lnTo>
                  <a:lnTo>
                    <a:pt x="144" y="27"/>
                  </a:lnTo>
                  <a:lnTo>
                    <a:pt x="119" y="30"/>
                  </a:lnTo>
                  <a:lnTo>
                    <a:pt x="110" y="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 63">
              <a:extLst>
                <a:ext uri="{FF2B5EF4-FFF2-40B4-BE49-F238E27FC236}">
                  <a16:creationId xmlns:a16="http://schemas.microsoft.com/office/drawing/2014/main" id="{D2813605-FCFE-3707-C514-D607E88C3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5511" y="4716311"/>
              <a:ext cx="200053" cy="415939"/>
            </a:xfrm>
            <a:custGeom>
              <a:avLst/>
              <a:gdLst>
                <a:gd name="T0" fmla="*/ 107 w 139"/>
                <a:gd name="T1" fmla="*/ 3 h 289"/>
                <a:gd name="T2" fmla="*/ 104 w 139"/>
                <a:gd name="T3" fmla="*/ 28 h 289"/>
                <a:gd name="T4" fmla="*/ 100 w 139"/>
                <a:gd name="T5" fmla="*/ 32 h 289"/>
                <a:gd name="T6" fmla="*/ 97 w 139"/>
                <a:gd name="T7" fmla="*/ 50 h 289"/>
                <a:gd name="T8" fmla="*/ 85 w 139"/>
                <a:gd name="T9" fmla="*/ 50 h 289"/>
                <a:gd name="T10" fmla="*/ 80 w 139"/>
                <a:gd name="T11" fmla="*/ 57 h 289"/>
                <a:gd name="T12" fmla="*/ 77 w 139"/>
                <a:gd name="T13" fmla="*/ 67 h 289"/>
                <a:gd name="T14" fmla="*/ 67 w 139"/>
                <a:gd name="T15" fmla="*/ 75 h 289"/>
                <a:gd name="T16" fmla="*/ 65 w 139"/>
                <a:gd name="T17" fmla="*/ 85 h 289"/>
                <a:gd name="T18" fmla="*/ 57 w 139"/>
                <a:gd name="T19" fmla="*/ 85 h 289"/>
                <a:gd name="T20" fmla="*/ 55 w 139"/>
                <a:gd name="T21" fmla="*/ 75 h 289"/>
                <a:gd name="T22" fmla="*/ 45 w 139"/>
                <a:gd name="T23" fmla="*/ 75 h 289"/>
                <a:gd name="T24" fmla="*/ 42 w 139"/>
                <a:gd name="T25" fmla="*/ 82 h 289"/>
                <a:gd name="T26" fmla="*/ 30 w 139"/>
                <a:gd name="T27" fmla="*/ 87 h 289"/>
                <a:gd name="T28" fmla="*/ 27 w 139"/>
                <a:gd name="T29" fmla="*/ 102 h 289"/>
                <a:gd name="T30" fmla="*/ 20 w 139"/>
                <a:gd name="T31" fmla="*/ 105 h 289"/>
                <a:gd name="T32" fmla="*/ 22 w 139"/>
                <a:gd name="T33" fmla="*/ 154 h 289"/>
                <a:gd name="T34" fmla="*/ 27 w 139"/>
                <a:gd name="T35" fmla="*/ 157 h 289"/>
                <a:gd name="T36" fmla="*/ 30 w 139"/>
                <a:gd name="T37" fmla="*/ 169 h 289"/>
                <a:gd name="T38" fmla="*/ 25 w 139"/>
                <a:gd name="T39" fmla="*/ 174 h 289"/>
                <a:gd name="T40" fmla="*/ 20 w 139"/>
                <a:gd name="T41" fmla="*/ 192 h 289"/>
                <a:gd name="T42" fmla="*/ 13 w 139"/>
                <a:gd name="T43" fmla="*/ 197 h 289"/>
                <a:gd name="T44" fmla="*/ 10 w 139"/>
                <a:gd name="T45" fmla="*/ 204 h 289"/>
                <a:gd name="T46" fmla="*/ 0 w 139"/>
                <a:gd name="T47" fmla="*/ 206 h 289"/>
                <a:gd name="T48" fmla="*/ 0 w 139"/>
                <a:gd name="T49" fmla="*/ 231 h 289"/>
                <a:gd name="T50" fmla="*/ 13 w 139"/>
                <a:gd name="T51" fmla="*/ 231 h 289"/>
                <a:gd name="T52" fmla="*/ 13 w 139"/>
                <a:gd name="T53" fmla="*/ 279 h 289"/>
                <a:gd name="T54" fmla="*/ 25 w 139"/>
                <a:gd name="T55" fmla="*/ 279 h 289"/>
                <a:gd name="T56" fmla="*/ 30 w 139"/>
                <a:gd name="T57" fmla="*/ 286 h 289"/>
                <a:gd name="T58" fmla="*/ 40 w 139"/>
                <a:gd name="T59" fmla="*/ 289 h 289"/>
                <a:gd name="T60" fmla="*/ 50 w 139"/>
                <a:gd name="T61" fmla="*/ 279 h 289"/>
                <a:gd name="T62" fmla="*/ 62 w 139"/>
                <a:gd name="T63" fmla="*/ 276 h 289"/>
                <a:gd name="T64" fmla="*/ 70 w 139"/>
                <a:gd name="T65" fmla="*/ 271 h 289"/>
                <a:gd name="T66" fmla="*/ 80 w 139"/>
                <a:gd name="T67" fmla="*/ 266 h 289"/>
                <a:gd name="T68" fmla="*/ 85 w 139"/>
                <a:gd name="T69" fmla="*/ 241 h 289"/>
                <a:gd name="T70" fmla="*/ 95 w 139"/>
                <a:gd name="T71" fmla="*/ 239 h 289"/>
                <a:gd name="T72" fmla="*/ 95 w 139"/>
                <a:gd name="T73" fmla="*/ 206 h 289"/>
                <a:gd name="T74" fmla="*/ 100 w 139"/>
                <a:gd name="T75" fmla="*/ 204 h 289"/>
                <a:gd name="T76" fmla="*/ 100 w 139"/>
                <a:gd name="T77" fmla="*/ 162 h 289"/>
                <a:gd name="T78" fmla="*/ 112 w 139"/>
                <a:gd name="T79" fmla="*/ 154 h 289"/>
                <a:gd name="T80" fmla="*/ 119 w 139"/>
                <a:gd name="T81" fmla="*/ 147 h 289"/>
                <a:gd name="T82" fmla="*/ 119 w 139"/>
                <a:gd name="T83" fmla="*/ 112 h 289"/>
                <a:gd name="T84" fmla="*/ 129 w 139"/>
                <a:gd name="T85" fmla="*/ 105 h 289"/>
                <a:gd name="T86" fmla="*/ 132 w 139"/>
                <a:gd name="T87" fmla="*/ 77 h 289"/>
                <a:gd name="T88" fmla="*/ 139 w 139"/>
                <a:gd name="T89" fmla="*/ 77 h 289"/>
                <a:gd name="T90" fmla="*/ 139 w 139"/>
                <a:gd name="T91" fmla="*/ 35 h 289"/>
                <a:gd name="T92" fmla="*/ 129 w 139"/>
                <a:gd name="T93" fmla="*/ 28 h 289"/>
                <a:gd name="T94" fmla="*/ 127 w 139"/>
                <a:gd name="T95" fmla="*/ 8 h 289"/>
                <a:gd name="T96" fmla="*/ 117 w 139"/>
                <a:gd name="T97" fmla="*/ 0 h 289"/>
                <a:gd name="T98" fmla="*/ 107 w 139"/>
                <a:gd name="T99" fmla="*/ 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9" h="289">
                  <a:moveTo>
                    <a:pt x="107" y="3"/>
                  </a:moveTo>
                  <a:lnTo>
                    <a:pt x="104" y="28"/>
                  </a:lnTo>
                  <a:lnTo>
                    <a:pt x="100" y="32"/>
                  </a:lnTo>
                  <a:lnTo>
                    <a:pt x="97" y="50"/>
                  </a:lnTo>
                  <a:lnTo>
                    <a:pt x="85" y="50"/>
                  </a:lnTo>
                  <a:lnTo>
                    <a:pt x="80" y="57"/>
                  </a:lnTo>
                  <a:lnTo>
                    <a:pt x="77" y="67"/>
                  </a:lnTo>
                  <a:lnTo>
                    <a:pt x="67" y="75"/>
                  </a:lnTo>
                  <a:lnTo>
                    <a:pt x="65" y="85"/>
                  </a:lnTo>
                  <a:lnTo>
                    <a:pt x="57" y="85"/>
                  </a:lnTo>
                  <a:lnTo>
                    <a:pt x="55" y="75"/>
                  </a:lnTo>
                  <a:lnTo>
                    <a:pt x="45" y="75"/>
                  </a:lnTo>
                  <a:lnTo>
                    <a:pt x="42" y="82"/>
                  </a:lnTo>
                  <a:lnTo>
                    <a:pt x="30" y="87"/>
                  </a:lnTo>
                  <a:lnTo>
                    <a:pt x="27" y="102"/>
                  </a:lnTo>
                  <a:lnTo>
                    <a:pt x="20" y="105"/>
                  </a:lnTo>
                  <a:lnTo>
                    <a:pt x="22" y="154"/>
                  </a:lnTo>
                  <a:lnTo>
                    <a:pt x="27" y="157"/>
                  </a:lnTo>
                  <a:lnTo>
                    <a:pt x="30" y="169"/>
                  </a:lnTo>
                  <a:lnTo>
                    <a:pt x="25" y="174"/>
                  </a:lnTo>
                  <a:lnTo>
                    <a:pt x="20" y="192"/>
                  </a:lnTo>
                  <a:lnTo>
                    <a:pt x="13" y="197"/>
                  </a:lnTo>
                  <a:lnTo>
                    <a:pt x="10" y="204"/>
                  </a:lnTo>
                  <a:lnTo>
                    <a:pt x="0" y="206"/>
                  </a:lnTo>
                  <a:lnTo>
                    <a:pt x="0" y="231"/>
                  </a:lnTo>
                  <a:lnTo>
                    <a:pt x="13" y="231"/>
                  </a:lnTo>
                  <a:lnTo>
                    <a:pt x="13" y="279"/>
                  </a:lnTo>
                  <a:lnTo>
                    <a:pt x="25" y="279"/>
                  </a:lnTo>
                  <a:lnTo>
                    <a:pt x="30" y="286"/>
                  </a:lnTo>
                  <a:lnTo>
                    <a:pt x="40" y="289"/>
                  </a:lnTo>
                  <a:lnTo>
                    <a:pt x="50" y="279"/>
                  </a:lnTo>
                  <a:lnTo>
                    <a:pt x="62" y="276"/>
                  </a:lnTo>
                  <a:lnTo>
                    <a:pt x="70" y="271"/>
                  </a:lnTo>
                  <a:lnTo>
                    <a:pt x="80" y="266"/>
                  </a:lnTo>
                  <a:lnTo>
                    <a:pt x="85" y="241"/>
                  </a:lnTo>
                  <a:lnTo>
                    <a:pt x="95" y="239"/>
                  </a:lnTo>
                  <a:lnTo>
                    <a:pt x="95" y="206"/>
                  </a:lnTo>
                  <a:lnTo>
                    <a:pt x="100" y="204"/>
                  </a:lnTo>
                  <a:lnTo>
                    <a:pt x="100" y="162"/>
                  </a:lnTo>
                  <a:lnTo>
                    <a:pt x="112" y="154"/>
                  </a:lnTo>
                  <a:lnTo>
                    <a:pt x="119" y="147"/>
                  </a:lnTo>
                  <a:lnTo>
                    <a:pt x="119" y="112"/>
                  </a:lnTo>
                  <a:lnTo>
                    <a:pt x="129" y="105"/>
                  </a:lnTo>
                  <a:lnTo>
                    <a:pt x="132" y="77"/>
                  </a:lnTo>
                  <a:lnTo>
                    <a:pt x="139" y="77"/>
                  </a:lnTo>
                  <a:lnTo>
                    <a:pt x="139" y="35"/>
                  </a:lnTo>
                  <a:lnTo>
                    <a:pt x="129" y="28"/>
                  </a:lnTo>
                  <a:lnTo>
                    <a:pt x="127" y="8"/>
                  </a:lnTo>
                  <a:lnTo>
                    <a:pt x="117" y="0"/>
                  </a:lnTo>
                  <a:lnTo>
                    <a:pt x="107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 64">
              <a:extLst>
                <a:ext uri="{FF2B5EF4-FFF2-40B4-BE49-F238E27FC236}">
                  <a16:creationId xmlns:a16="http://schemas.microsoft.com/office/drawing/2014/main" id="{E4EFE405-52D4-9F2D-F1D1-93840A5E1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232" y="3972226"/>
              <a:ext cx="240353" cy="368444"/>
            </a:xfrm>
            <a:custGeom>
              <a:avLst/>
              <a:gdLst>
                <a:gd name="T0" fmla="*/ 0 w 167"/>
                <a:gd name="T1" fmla="*/ 194 h 256"/>
                <a:gd name="T2" fmla="*/ 32 w 167"/>
                <a:gd name="T3" fmla="*/ 167 h 256"/>
                <a:gd name="T4" fmla="*/ 42 w 167"/>
                <a:gd name="T5" fmla="*/ 152 h 256"/>
                <a:gd name="T6" fmla="*/ 57 w 167"/>
                <a:gd name="T7" fmla="*/ 139 h 256"/>
                <a:gd name="T8" fmla="*/ 77 w 167"/>
                <a:gd name="T9" fmla="*/ 124 h 256"/>
                <a:gd name="T10" fmla="*/ 87 w 167"/>
                <a:gd name="T11" fmla="*/ 105 h 256"/>
                <a:gd name="T12" fmla="*/ 97 w 167"/>
                <a:gd name="T13" fmla="*/ 70 h 256"/>
                <a:gd name="T14" fmla="*/ 102 w 167"/>
                <a:gd name="T15" fmla="*/ 62 h 256"/>
                <a:gd name="T16" fmla="*/ 112 w 167"/>
                <a:gd name="T17" fmla="*/ 55 h 256"/>
                <a:gd name="T18" fmla="*/ 114 w 167"/>
                <a:gd name="T19" fmla="*/ 30 h 256"/>
                <a:gd name="T20" fmla="*/ 112 w 167"/>
                <a:gd name="T21" fmla="*/ 0 h 256"/>
                <a:gd name="T22" fmla="*/ 119 w 167"/>
                <a:gd name="T23" fmla="*/ 0 h 256"/>
                <a:gd name="T24" fmla="*/ 122 w 167"/>
                <a:gd name="T25" fmla="*/ 13 h 256"/>
                <a:gd name="T26" fmla="*/ 127 w 167"/>
                <a:gd name="T27" fmla="*/ 23 h 256"/>
                <a:gd name="T28" fmla="*/ 134 w 167"/>
                <a:gd name="T29" fmla="*/ 37 h 256"/>
                <a:gd name="T30" fmla="*/ 134 w 167"/>
                <a:gd name="T31" fmla="*/ 47 h 256"/>
                <a:gd name="T32" fmla="*/ 127 w 167"/>
                <a:gd name="T33" fmla="*/ 52 h 256"/>
                <a:gd name="T34" fmla="*/ 132 w 167"/>
                <a:gd name="T35" fmla="*/ 55 h 256"/>
                <a:gd name="T36" fmla="*/ 134 w 167"/>
                <a:gd name="T37" fmla="*/ 67 h 256"/>
                <a:gd name="T38" fmla="*/ 142 w 167"/>
                <a:gd name="T39" fmla="*/ 75 h 256"/>
                <a:gd name="T40" fmla="*/ 139 w 167"/>
                <a:gd name="T41" fmla="*/ 85 h 256"/>
                <a:gd name="T42" fmla="*/ 132 w 167"/>
                <a:gd name="T43" fmla="*/ 90 h 256"/>
                <a:gd name="T44" fmla="*/ 132 w 167"/>
                <a:gd name="T45" fmla="*/ 100 h 256"/>
                <a:gd name="T46" fmla="*/ 147 w 167"/>
                <a:gd name="T47" fmla="*/ 117 h 256"/>
                <a:gd name="T48" fmla="*/ 157 w 167"/>
                <a:gd name="T49" fmla="*/ 137 h 256"/>
                <a:gd name="T50" fmla="*/ 147 w 167"/>
                <a:gd name="T51" fmla="*/ 147 h 256"/>
                <a:gd name="T52" fmla="*/ 139 w 167"/>
                <a:gd name="T53" fmla="*/ 172 h 256"/>
                <a:gd name="T54" fmla="*/ 152 w 167"/>
                <a:gd name="T55" fmla="*/ 192 h 256"/>
                <a:gd name="T56" fmla="*/ 162 w 167"/>
                <a:gd name="T57" fmla="*/ 216 h 256"/>
                <a:gd name="T58" fmla="*/ 167 w 167"/>
                <a:gd name="T59" fmla="*/ 226 h 256"/>
                <a:gd name="T60" fmla="*/ 112 w 167"/>
                <a:gd name="T61" fmla="*/ 234 h 256"/>
                <a:gd name="T62" fmla="*/ 85 w 167"/>
                <a:gd name="T63" fmla="*/ 236 h 256"/>
                <a:gd name="T64" fmla="*/ 75 w 167"/>
                <a:gd name="T65" fmla="*/ 246 h 256"/>
                <a:gd name="T66" fmla="*/ 75 w 167"/>
                <a:gd name="T67" fmla="*/ 254 h 256"/>
                <a:gd name="T68" fmla="*/ 47 w 167"/>
                <a:gd name="T69" fmla="*/ 256 h 256"/>
                <a:gd name="T70" fmla="*/ 45 w 167"/>
                <a:gd name="T71" fmla="*/ 239 h 256"/>
                <a:gd name="T72" fmla="*/ 55 w 167"/>
                <a:gd name="T73" fmla="*/ 219 h 256"/>
                <a:gd name="T74" fmla="*/ 45 w 167"/>
                <a:gd name="T75" fmla="*/ 209 h 256"/>
                <a:gd name="T76" fmla="*/ 27 w 167"/>
                <a:gd name="T77" fmla="*/ 201 h 256"/>
                <a:gd name="T78" fmla="*/ 0 w 167"/>
                <a:gd name="T79" fmla="*/ 19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7" h="256">
                  <a:moveTo>
                    <a:pt x="0" y="194"/>
                  </a:moveTo>
                  <a:lnTo>
                    <a:pt x="32" y="167"/>
                  </a:lnTo>
                  <a:lnTo>
                    <a:pt x="42" y="152"/>
                  </a:lnTo>
                  <a:lnTo>
                    <a:pt x="57" y="139"/>
                  </a:lnTo>
                  <a:lnTo>
                    <a:pt x="77" y="124"/>
                  </a:lnTo>
                  <a:lnTo>
                    <a:pt x="87" y="105"/>
                  </a:lnTo>
                  <a:lnTo>
                    <a:pt x="97" y="70"/>
                  </a:lnTo>
                  <a:lnTo>
                    <a:pt x="102" y="62"/>
                  </a:lnTo>
                  <a:lnTo>
                    <a:pt x="112" y="55"/>
                  </a:lnTo>
                  <a:lnTo>
                    <a:pt x="114" y="30"/>
                  </a:lnTo>
                  <a:lnTo>
                    <a:pt x="112" y="0"/>
                  </a:lnTo>
                  <a:lnTo>
                    <a:pt x="119" y="0"/>
                  </a:lnTo>
                  <a:lnTo>
                    <a:pt x="122" y="13"/>
                  </a:lnTo>
                  <a:lnTo>
                    <a:pt x="127" y="23"/>
                  </a:lnTo>
                  <a:lnTo>
                    <a:pt x="134" y="37"/>
                  </a:lnTo>
                  <a:lnTo>
                    <a:pt x="134" y="47"/>
                  </a:lnTo>
                  <a:lnTo>
                    <a:pt x="127" y="52"/>
                  </a:lnTo>
                  <a:lnTo>
                    <a:pt x="132" y="55"/>
                  </a:lnTo>
                  <a:lnTo>
                    <a:pt x="134" y="67"/>
                  </a:lnTo>
                  <a:lnTo>
                    <a:pt x="142" y="75"/>
                  </a:lnTo>
                  <a:lnTo>
                    <a:pt x="139" y="85"/>
                  </a:lnTo>
                  <a:lnTo>
                    <a:pt x="132" y="90"/>
                  </a:lnTo>
                  <a:lnTo>
                    <a:pt x="132" y="100"/>
                  </a:lnTo>
                  <a:lnTo>
                    <a:pt x="147" y="117"/>
                  </a:lnTo>
                  <a:lnTo>
                    <a:pt x="157" y="137"/>
                  </a:lnTo>
                  <a:lnTo>
                    <a:pt x="147" y="147"/>
                  </a:lnTo>
                  <a:lnTo>
                    <a:pt x="139" y="172"/>
                  </a:lnTo>
                  <a:lnTo>
                    <a:pt x="152" y="192"/>
                  </a:lnTo>
                  <a:lnTo>
                    <a:pt x="162" y="216"/>
                  </a:lnTo>
                  <a:lnTo>
                    <a:pt x="167" y="226"/>
                  </a:lnTo>
                  <a:lnTo>
                    <a:pt x="112" y="234"/>
                  </a:lnTo>
                  <a:lnTo>
                    <a:pt x="85" y="236"/>
                  </a:lnTo>
                  <a:lnTo>
                    <a:pt x="75" y="246"/>
                  </a:lnTo>
                  <a:lnTo>
                    <a:pt x="75" y="254"/>
                  </a:lnTo>
                  <a:lnTo>
                    <a:pt x="47" y="256"/>
                  </a:lnTo>
                  <a:lnTo>
                    <a:pt x="45" y="239"/>
                  </a:lnTo>
                  <a:lnTo>
                    <a:pt x="55" y="219"/>
                  </a:lnTo>
                  <a:lnTo>
                    <a:pt x="45" y="209"/>
                  </a:lnTo>
                  <a:lnTo>
                    <a:pt x="27" y="201"/>
                  </a:lnTo>
                  <a:lnTo>
                    <a:pt x="0" y="19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 65">
              <a:extLst>
                <a:ext uri="{FF2B5EF4-FFF2-40B4-BE49-F238E27FC236}">
                  <a16:creationId xmlns:a16="http://schemas.microsoft.com/office/drawing/2014/main" id="{94089458-30C4-233E-CCFF-F5C19C14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743" y="4025478"/>
              <a:ext cx="292165" cy="437528"/>
            </a:xfrm>
            <a:custGeom>
              <a:avLst/>
              <a:gdLst>
                <a:gd name="T0" fmla="*/ 29 w 203"/>
                <a:gd name="T1" fmla="*/ 117 h 304"/>
                <a:gd name="T2" fmla="*/ 32 w 203"/>
                <a:gd name="T3" fmla="*/ 77 h 304"/>
                <a:gd name="T4" fmla="*/ 49 w 203"/>
                <a:gd name="T5" fmla="*/ 92 h 304"/>
                <a:gd name="T6" fmla="*/ 52 w 203"/>
                <a:gd name="T7" fmla="*/ 65 h 304"/>
                <a:gd name="T8" fmla="*/ 69 w 203"/>
                <a:gd name="T9" fmla="*/ 58 h 304"/>
                <a:gd name="T10" fmla="*/ 72 w 203"/>
                <a:gd name="T11" fmla="*/ 38 h 304"/>
                <a:gd name="T12" fmla="*/ 92 w 203"/>
                <a:gd name="T13" fmla="*/ 23 h 304"/>
                <a:gd name="T14" fmla="*/ 111 w 203"/>
                <a:gd name="T15" fmla="*/ 23 h 304"/>
                <a:gd name="T16" fmla="*/ 116 w 203"/>
                <a:gd name="T17" fmla="*/ 5 h 304"/>
                <a:gd name="T18" fmla="*/ 131 w 203"/>
                <a:gd name="T19" fmla="*/ 0 h 304"/>
                <a:gd name="T20" fmla="*/ 139 w 203"/>
                <a:gd name="T21" fmla="*/ 5 h 304"/>
                <a:gd name="T22" fmla="*/ 126 w 203"/>
                <a:gd name="T23" fmla="*/ 23 h 304"/>
                <a:gd name="T24" fmla="*/ 116 w 203"/>
                <a:gd name="T25" fmla="*/ 53 h 304"/>
                <a:gd name="T26" fmla="*/ 107 w 203"/>
                <a:gd name="T27" fmla="*/ 60 h 304"/>
                <a:gd name="T28" fmla="*/ 121 w 203"/>
                <a:gd name="T29" fmla="*/ 82 h 304"/>
                <a:gd name="T30" fmla="*/ 116 w 203"/>
                <a:gd name="T31" fmla="*/ 102 h 304"/>
                <a:gd name="T32" fmla="*/ 149 w 203"/>
                <a:gd name="T33" fmla="*/ 105 h 304"/>
                <a:gd name="T34" fmla="*/ 149 w 203"/>
                <a:gd name="T35" fmla="*/ 117 h 304"/>
                <a:gd name="T36" fmla="*/ 176 w 203"/>
                <a:gd name="T37" fmla="*/ 130 h 304"/>
                <a:gd name="T38" fmla="*/ 203 w 203"/>
                <a:gd name="T39" fmla="*/ 140 h 304"/>
                <a:gd name="T40" fmla="*/ 203 w 203"/>
                <a:gd name="T41" fmla="*/ 174 h 304"/>
                <a:gd name="T42" fmla="*/ 198 w 203"/>
                <a:gd name="T43" fmla="*/ 194 h 304"/>
                <a:gd name="T44" fmla="*/ 201 w 203"/>
                <a:gd name="T45" fmla="*/ 212 h 304"/>
                <a:gd name="T46" fmla="*/ 171 w 203"/>
                <a:gd name="T47" fmla="*/ 222 h 304"/>
                <a:gd name="T48" fmla="*/ 164 w 203"/>
                <a:gd name="T49" fmla="*/ 234 h 304"/>
                <a:gd name="T50" fmla="*/ 171 w 203"/>
                <a:gd name="T51" fmla="*/ 244 h 304"/>
                <a:gd name="T52" fmla="*/ 164 w 203"/>
                <a:gd name="T53" fmla="*/ 251 h 304"/>
                <a:gd name="T54" fmla="*/ 166 w 203"/>
                <a:gd name="T55" fmla="*/ 286 h 304"/>
                <a:gd name="T56" fmla="*/ 166 w 203"/>
                <a:gd name="T57" fmla="*/ 301 h 304"/>
                <a:gd name="T58" fmla="*/ 149 w 203"/>
                <a:gd name="T59" fmla="*/ 304 h 304"/>
                <a:gd name="T60" fmla="*/ 134 w 203"/>
                <a:gd name="T61" fmla="*/ 291 h 304"/>
                <a:gd name="T62" fmla="*/ 102 w 203"/>
                <a:gd name="T63" fmla="*/ 289 h 304"/>
                <a:gd name="T64" fmla="*/ 87 w 203"/>
                <a:gd name="T65" fmla="*/ 269 h 304"/>
                <a:gd name="T66" fmla="*/ 69 w 203"/>
                <a:gd name="T67" fmla="*/ 256 h 304"/>
                <a:gd name="T68" fmla="*/ 54 w 203"/>
                <a:gd name="T69" fmla="*/ 244 h 304"/>
                <a:gd name="T70" fmla="*/ 27 w 203"/>
                <a:gd name="T71" fmla="*/ 247 h 304"/>
                <a:gd name="T72" fmla="*/ 0 w 203"/>
                <a:gd name="T73" fmla="*/ 232 h 304"/>
                <a:gd name="T74" fmla="*/ 15 w 203"/>
                <a:gd name="T75" fmla="*/ 212 h 304"/>
                <a:gd name="T76" fmla="*/ 17 w 203"/>
                <a:gd name="T77" fmla="*/ 199 h 304"/>
                <a:gd name="T78" fmla="*/ 34 w 203"/>
                <a:gd name="T79" fmla="*/ 197 h 304"/>
                <a:gd name="T80" fmla="*/ 29 w 203"/>
                <a:gd name="T81" fmla="*/ 117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304">
                  <a:moveTo>
                    <a:pt x="29" y="117"/>
                  </a:moveTo>
                  <a:lnTo>
                    <a:pt x="32" y="77"/>
                  </a:lnTo>
                  <a:lnTo>
                    <a:pt x="49" y="92"/>
                  </a:lnTo>
                  <a:lnTo>
                    <a:pt x="52" y="65"/>
                  </a:lnTo>
                  <a:lnTo>
                    <a:pt x="69" y="58"/>
                  </a:lnTo>
                  <a:lnTo>
                    <a:pt x="72" y="38"/>
                  </a:lnTo>
                  <a:lnTo>
                    <a:pt x="92" y="23"/>
                  </a:lnTo>
                  <a:lnTo>
                    <a:pt x="111" y="23"/>
                  </a:lnTo>
                  <a:lnTo>
                    <a:pt x="116" y="5"/>
                  </a:lnTo>
                  <a:lnTo>
                    <a:pt x="131" y="0"/>
                  </a:lnTo>
                  <a:lnTo>
                    <a:pt x="139" y="5"/>
                  </a:lnTo>
                  <a:lnTo>
                    <a:pt x="126" y="23"/>
                  </a:lnTo>
                  <a:lnTo>
                    <a:pt x="116" y="53"/>
                  </a:lnTo>
                  <a:lnTo>
                    <a:pt x="107" y="60"/>
                  </a:lnTo>
                  <a:lnTo>
                    <a:pt x="121" y="82"/>
                  </a:lnTo>
                  <a:lnTo>
                    <a:pt x="116" y="102"/>
                  </a:lnTo>
                  <a:lnTo>
                    <a:pt x="149" y="105"/>
                  </a:lnTo>
                  <a:lnTo>
                    <a:pt x="149" y="117"/>
                  </a:lnTo>
                  <a:lnTo>
                    <a:pt x="176" y="130"/>
                  </a:lnTo>
                  <a:lnTo>
                    <a:pt x="203" y="140"/>
                  </a:lnTo>
                  <a:lnTo>
                    <a:pt x="203" y="174"/>
                  </a:lnTo>
                  <a:lnTo>
                    <a:pt x="198" y="194"/>
                  </a:lnTo>
                  <a:lnTo>
                    <a:pt x="201" y="212"/>
                  </a:lnTo>
                  <a:lnTo>
                    <a:pt x="171" y="222"/>
                  </a:lnTo>
                  <a:lnTo>
                    <a:pt x="164" y="234"/>
                  </a:lnTo>
                  <a:lnTo>
                    <a:pt x="171" y="244"/>
                  </a:lnTo>
                  <a:lnTo>
                    <a:pt x="164" y="251"/>
                  </a:lnTo>
                  <a:lnTo>
                    <a:pt x="166" y="286"/>
                  </a:lnTo>
                  <a:lnTo>
                    <a:pt x="166" y="301"/>
                  </a:lnTo>
                  <a:lnTo>
                    <a:pt x="149" y="304"/>
                  </a:lnTo>
                  <a:lnTo>
                    <a:pt x="134" y="291"/>
                  </a:lnTo>
                  <a:lnTo>
                    <a:pt x="102" y="289"/>
                  </a:lnTo>
                  <a:lnTo>
                    <a:pt x="87" y="269"/>
                  </a:lnTo>
                  <a:lnTo>
                    <a:pt x="69" y="256"/>
                  </a:lnTo>
                  <a:lnTo>
                    <a:pt x="54" y="244"/>
                  </a:lnTo>
                  <a:lnTo>
                    <a:pt x="27" y="247"/>
                  </a:lnTo>
                  <a:lnTo>
                    <a:pt x="0" y="232"/>
                  </a:lnTo>
                  <a:lnTo>
                    <a:pt x="15" y="212"/>
                  </a:lnTo>
                  <a:lnTo>
                    <a:pt x="17" y="199"/>
                  </a:lnTo>
                  <a:lnTo>
                    <a:pt x="34" y="197"/>
                  </a:lnTo>
                  <a:lnTo>
                    <a:pt x="29" y="1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 66">
              <a:extLst>
                <a:ext uri="{FF2B5EF4-FFF2-40B4-BE49-F238E27FC236}">
                  <a16:creationId xmlns:a16="http://schemas.microsoft.com/office/drawing/2014/main" id="{89B2EE02-33C6-4FA0-5CE8-A4BB6EC77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3454" y="2676915"/>
              <a:ext cx="936943" cy="476386"/>
            </a:xfrm>
            <a:custGeom>
              <a:avLst/>
              <a:gdLst>
                <a:gd name="T0" fmla="*/ 636 w 651"/>
                <a:gd name="T1" fmla="*/ 95 h 331"/>
                <a:gd name="T2" fmla="*/ 596 w 651"/>
                <a:gd name="T3" fmla="*/ 70 h 331"/>
                <a:gd name="T4" fmla="*/ 554 w 651"/>
                <a:gd name="T5" fmla="*/ 20 h 331"/>
                <a:gd name="T6" fmla="*/ 502 w 651"/>
                <a:gd name="T7" fmla="*/ 30 h 331"/>
                <a:gd name="T8" fmla="*/ 482 w 651"/>
                <a:gd name="T9" fmla="*/ 13 h 331"/>
                <a:gd name="T10" fmla="*/ 432 w 651"/>
                <a:gd name="T11" fmla="*/ 5 h 331"/>
                <a:gd name="T12" fmla="*/ 363 w 651"/>
                <a:gd name="T13" fmla="*/ 8 h 331"/>
                <a:gd name="T14" fmla="*/ 325 w 651"/>
                <a:gd name="T15" fmla="*/ 5 h 331"/>
                <a:gd name="T16" fmla="*/ 310 w 651"/>
                <a:gd name="T17" fmla="*/ 40 h 331"/>
                <a:gd name="T18" fmla="*/ 293 w 651"/>
                <a:gd name="T19" fmla="*/ 48 h 331"/>
                <a:gd name="T20" fmla="*/ 293 w 651"/>
                <a:gd name="T21" fmla="*/ 52 h 331"/>
                <a:gd name="T22" fmla="*/ 300 w 651"/>
                <a:gd name="T23" fmla="*/ 72 h 331"/>
                <a:gd name="T24" fmla="*/ 273 w 651"/>
                <a:gd name="T25" fmla="*/ 77 h 331"/>
                <a:gd name="T26" fmla="*/ 218 w 651"/>
                <a:gd name="T27" fmla="*/ 60 h 331"/>
                <a:gd name="T28" fmla="*/ 204 w 651"/>
                <a:gd name="T29" fmla="*/ 43 h 331"/>
                <a:gd name="T30" fmla="*/ 131 w 651"/>
                <a:gd name="T31" fmla="*/ 13 h 331"/>
                <a:gd name="T32" fmla="*/ 82 w 651"/>
                <a:gd name="T33" fmla="*/ 15 h 331"/>
                <a:gd name="T34" fmla="*/ 54 w 651"/>
                <a:gd name="T35" fmla="*/ 8 h 331"/>
                <a:gd name="T36" fmla="*/ 0 w 651"/>
                <a:gd name="T37" fmla="*/ 70 h 331"/>
                <a:gd name="T38" fmla="*/ 29 w 651"/>
                <a:gd name="T39" fmla="*/ 105 h 331"/>
                <a:gd name="T40" fmla="*/ 15 w 651"/>
                <a:gd name="T41" fmla="*/ 147 h 331"/>
                <a:gd name="T42" fmla="*/ 29 w 651"/>
                <a:gd name="T43" fmla="*/ 172 h 331"/>
                <a:gd name="T44" fmla="*/ 59 w 651"/>
                <a:gd name="T45" fmla="*/ 169 h 331"/>
                <a:gd name="T46" fmla="*/ 67 w 651"/>
                <a:gd name="T47" fmla="*/ 199 h 331"/>
                <a:gd name="T48" fmla="*/ 47 w 651"/>
                <a:gd name="T49" fmla="*/ 209 h 331"/>
                <a:gd name="T50" fmla="*/ 37 w 651"/>
                <a:gd name="T51" fmla="*/ 234 h 331"/>
                <a:gd name="T52" fmla="*/ 25 w 651"/>
                <a:gd name="T53" fmla="*/ 246 h 331"/>
                <a:gd name="T54" fmla="*/ 59 w 651"/>
                <a:gd name="T55" fmla="*/ 264 h 331"/>
                <a:gd name="T56" fmla="*/ 72 w 651"/>
                <a:gd name="T57" fmla="*/ 279 h 331"/>
                <a:gd name="T58" fmla="*/ 99 w 651"/>
                <a:gd name="T59" fmla="*/ 306 h 331"/>
                <a:gd name="T60" fmla="*/ 129 w 651"/>
                <a:gd name="T61" fmla="*/ 304 h 331"/>
                <a:gd name="T62" fmla="*/ 146 w 651"/>
                <a:gd name="T63" fmla="*/ 321 h 331"/>
                <a:gd name="T64" fmla="*/ 196 w 651"/>
                <a:gd name="T65" fmla="*/ 202 h 331"/>
                <a:gd name="T66" fmla="*/ 213 w 651"/>
                <a:gd name="T67" fmla="*/ 177 h 331"/>
                <a:gd name="T68" fmla="*/ 248 w 651"/>
                <a:gd name="T69" fmla="*/ 207 h 331"/>
                <a:gd name="T70" fmla="*/ 251 w 651"/>
                <a:gd name="T71" fmla="*/ 226 h 331"/>
                <a:gd name="T72" fmla="*/ 268 w 651"/>
                <a:gd name="T73" fmla="*/ 264 h 331"/>
                <a:gd name="T74" fmla="*/ 310 w 651"/>
                <a:gd name="T75" fmla="*/ 261 h 331"/>
                <a:gd name="T76" fmla="*/ 333 w 651"/>
                <a:gd name="T77" fmla="*/ 296 h 331"/>
                <a:gd name="T78" fmla="*/ 363 w 651"/>
                <a:gd name="T79" fmla="*/ 323 h 331"/>
                <a:gd name="T80" fmla="*/ 392 w 651"/>
                <a:gd name="T81" fmla="*/ 316 h 331"/>
                <a:gd name="T82" fmla="*/ 442 w 651"/>
                <a:gd name="T83" fmla="*/ 291 h 331"/>
                <a:gd name="T84" fmla="*/ 412 w 651"/>
                <a:gd name="T85" fmla="*/ 281 h 331"/>
                <a:gd name="T86" fmla="*/ 405 w 651"/>
                <a:gd name="T87" fmla="*/ 256 h 331"/>
                <a:gd name="T88" fmla="*/ 402 w 651"/>
                <a:gd name="T89" fmla="*/ 239 h 331"/>
                <a:gd name="T90" fmla="*/ 432 w 651"/>
                <a:gd name="T91" fmla="*/ 246 h 331"/>
                <a:gd name="T92" fmla="*/ 462 w 651"/>
                <a:gd name="T93" fmla="*/ 226 h 331"/>
                <a:gd name="T94" fmla="*/ 514 w 651"/>
                <a:gd name="T95" fmla="*/ 231 h 331"/>
                <a:gd name="T96" fmla="*/ 557 w 651"/>
                <a:gd name="T97" fmla="*/ 249 h 331"/>
                <a:gd name="T98" fmla="*/ 564 w 651"/>
                <a:gd name="T99" fmla="*/ 217 h 331"/>
                <a:gd name="T100" fmla="*/ 606 w 651"/>
                <a:gd name="T101" fmla="*/ 212 h 331"/>
                <a:gd name="T102" fmla="*/ 621 w 651"/>
                <a:gd name="T103" fmla="*/ 164 h 331"/>
                <a:gd name="T104" fmla="*/ 641 w 651"/>
                <a:gd name="T105" fmla="*/ 14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1" h="331">
                  <a:moveTo>
                    <a:pt x="651" y="139"/>
                  </a:moveTo>
                  <a:lnTo>
                    <a:pt x="636" y="95"/>
                  </a:lnTo>
                  <a:lnTo>
                    <a:pt x="606" y="85"/>
                  </a:lnTo>
                  <a:lnTo>
                    <a:pt x="596" y="70"/>
                  </a:lnTo>
                  <a:lnTo>
                    <a:pt x="579" y="70"/>
                  </a:lnTo>
                  <a:lnTo>
                    <a:pt x="554" y="20"/>
                  </a:lnTo>
                  <a:lnTo>
                    <a:pt x="529" y="20"/>
                  </a:lnTo>
                  <a:lnTo>
                    <a:pt x="502" y="30"/>
                  </a:lnTo>
                  <a:lnTo>
                    <a:pt x="482" y="28"/>
                  </a:lnTo>
                  <a:lnTo>
                    <a:pt x="482" y="13"/>
                  </a:lnTo>
                  <a:lnTo>
                    <a:pt x="465" y="0"/>
                  </a:lnTo>
                  <a:lnTo>
                    <a:pt x="432" y="5"/>
                  </a:lnTo>
                  <a:lnTo>
                    <a:pt x="405" y="13"/>
                  </a:lnTo>
                  <a:lnTo>
                    <a:pt x="363" y="8"/>
                  </a:lnTo>
                  <a:lnTo>
                    <a:pt x="338" y="3"/>
                  </a:lnTo>
                  <a:lnTo>
                    <a:pt x="325" y="5"/>
                  </a:lnTo>
                  <a:lnTo>
                    <a:pt x="330" y="30"/>
                  </a:lnTo>
                  <a:lnTo>
                    <a:pt x="310" y="40"/>
                  </a:lnTo>
                  <a:lnTo>
                    <a:pt x="303" y="45"/>
                  </a:lnTo>
                  <a:lnTo>
                    <a:pt x="293" y="48"/>
                  </a:lnTo>
                  <a:lnTo>
                    <a:pt x="291" y="50"/>
                  </a:lnTo>
                  <a:lnTo>
                    <a:pt x="293" y="52"/>
                  </a:lnTo>
                  <a:lnTo>
                    <a:pt x="295" y="60"/>
                  </a:lnTo>
                  <a:lnTo>
                    <a:pt x="300" y="72"/>
                  </a:lnTo>
                  <a:lnTo>
                    <a:pt x="291" y="82"/>
                  </a:lnTo>
                  <a:lnTo>
                    <a:pt x="273" y="77"/>
                  </a:lnTo>
                  <a:lnTo>
                    <a:pt x="241" y="57"/>
                  </a:lnTo>
                  <a:lnTo>
                    <a:pt x="218" y="60"/>
                  </a:lnTo>
                  <a:lnTo>
                    <a:pt x="201" y="55"/>
                  </a:lnTo>
                  <a:lnTo>
                    <a:pt x="204" y="43"/>
                  </a:lnTo>
                  <a:lnTo>
                    <a:pt x="159" y="15"/>
                  </a:lnTo>
                  <a:lnTo>
                    <a:pt x="131" y="13"/>
                  </a:lnTo>
                  <a:lnTo>
                    <a:pt x="104" y="8"/>
                  </a:lnTo>
                  <a:lnTo>
                    <a:pt x="82" y="15"/>
                  </a:lnTo>
                  <a:lnTo>
                    <a:pt x="74" y="30"/>
                  </a:lnTo>
                  <a:lnTo>
                    <a:pt x="54" y="8"/>
                  </a:lnTo>
                  <a:lnTo>
                    <a:pt x="25" y="43"/>
                  </a:lnTo>
                  <a:lnTo>
                    <a:pt x="0" y="70"/>
                  </a:lnTo>
                  <a:lnTo>
                    <a:pt x="7" y="92"/>
                  </a:lnTo>
                  <a:lnTo>
                    <a:pt x="29" y="105"/>
                  </a:lnTo>
                  <a:lnTo>
                    <a:pt x="32" y="127"/>
                  </a:lnTo>
                  <a:lnTo>
                    <a:pt x="15" y="147"/>
                  </a:lnTo>
                  <a:lnTo>
                    <a:pt x="7" y="177"/>
                  </a:lnTo>
                  <a:lnTo>
                    <a:pt x="29" y="172"/>
                  </a:lnTo>
                  <a:lnTo>
                    <a:pt x="54" y="179"/>
                  </a:lnTo>
                  <a:lnTo>
                    <a:pt x="59" y="169"/>
                  </a:lnTo>
                  <a:lnTo>
                    <a:pt x="72" y="177"/>
                  </a:lnTo>
                  <a:lnTo>
                    <a:pt x="67" y="199"/>
                  </a:lnTo>
                  <a:lnTo>
                    <a:pt x="72" y="209"/>
                  </a:lnTo>
                  <a:lnTo>
                    <a:pt x="47" y="209"/>
                  </a:lnTo>
                  <a:lnTo>
                    <a:pt x="37" y="219"/>
                  </a:lnTo>
                  <a:lnTo>
                    <a:pt x="37" y="234"/>
                  </a:lnTo>
                  <a:lnTo>
                    <a:pt x="22" y="234"/>
                  </a:lnTo>
                  <a:lnTo>
                    <a:pt x="25" y="246"/>
                  </a:lnTo>
                  <a:lnTo>
                    <a:pt x="32" y="264"/>
                  </a:lnTo>
                  <a:lnTo>
                    <a:pt x="59" y="264"/>
                  </a:lnTo>
                  <a:lnTo>
                    <a:pt x="67" y="296"/>
                  </a:lnTo>
                  <a:lnTo>
                    <a:pt x="72" y="279"/>
                  </a:lnTo>
                  <a:lnTo>
                    <a:pt x="94" y="281"/>
                  </a:lnTo>
                  <a:lnTo>
                    <a:pt x="99" y="306"/>
                  </a:lnTo>
                  <a:lnTo>
                    <a:pt x="114" y="299"/>
                  </a:lnTo>
                  <a:lnTo>
                    <a:pt x="129" y="304"/>
                  </a:lnTo>
                  <a:lnTo>
                    <a:pt x="129" y="316"/>
                  </a:lnTo>
                  <a:lnTo>
                    <a:pt x="146" y="321"/>
                  </a:lnTo>
                  <a:lnTo>
                    <a:pt x="159" y="231"/>
                  </a:lnTo>
                  <a:lnTo>
                    <a:pt x="196" y="202"/>
                  </a:lnTo>
                  <a:lnTo>
                    <a:pt x="213" y="199"/>
                  </a:lnTo>
                  <a:lnTo>
                    <a:pt x="213" y="177"/>
                  </a:lnTo>
                  <a:lnTo>
                    <a:pt x="248" y="177"/>
                  </a:lnTo>
                  <a:lnTo>
                    <a:pt x="248" y="207"/>
                  </a:lnTo>
                  <a:lnTo>
                    <a:pt x="258" y="219"/>
                  </a:lnTo>
                  <a:lnTo>
                    <a:pt x="251" y="226"/>
                  </a:lnTo>
                  <a:lnTo>
                    <a:pt x="263" y="249"/>
                  </a:lnTo>
                  <a:lnTo>
                    <a:pt x="268" y="264"/>
                  </a:lnTo>
                  <a:lnTo>
                    <a:pt x="291" y="256"/>
                  </a:lnTo>
                  <a:lnTo>
                    <a:pt x="310" y="261"/>
                  </a:lnTo>
                  <a:lnTo>
                    <a:pt x="330" y="269"/>
                  </a:lnTo>
                  <a:lnTo>
                    <a:pt x="333" y="296"/>
                  </a:lnTo>
                  <a:lnTo>
                    <a:pt x="338" y="311"/>
                  </a:lnTo>
                  <a:lnTo>
                    <a:pt x="363" y="323"/>
                  </a:lnTo>
                  <a:lnTo>
                    <a:pt x="373" y="331"/>
                  </a:lnTo>
                  <a:lnTo>
                    <a:pt x="392" y="316"/>
                  </a:lnTo>
                  <a:lnTo>
                    <a:pt x="435" y="301"/>
                  </a:lnTo>
                  <a:lnTo>
                    <a:pt x="442" y="291"/>
                  </a:lnTo>
                  <a:lnTo>
                    <a:pt x="427" y="279"/>
                  </a:lnTo>
                  <a:lnTo>
                    <a:pt x="412" y="281"/>
                  </a:lnTo>
                  <a:lnTo>
                    <a:pt x="397" y="269"/>
                  </a:lnTo>
                  <a:lnTo>
                    <a:pt x="405" y="256"/>
                  </a:lnTo>
                  <a:lnTo>
                    <a:pt x="402" y="244"/>
                  </a:lnTo>
                  <a:lnTo>
                    <a:pt x="402" y="239"/>
                  </a:lnTo>
                  <a:lnTo>
                    <a:pt x="415" y="229"/>
                  </a:lnTo>
                  <a:lnTo>
                    <a:pt x="432" y="246"/>
                  </a:lnTo>
                  <a:lnTo>
                    <a:pt x="440" y="231"/>
                  </a:lnTo>
                  <a:lnTo>
                    <a:pt x="462" y="226"/>
                  </a:lnTo>
                  <a:lnTo>
                    <a:pt x="474" y="239"/>
                  </a:lnTo>
                  <a:lnTo>
                    <a:pt x="514" y="231"/>
                  </a:lnTo>
                  <a:lnTo>
                    <a:pt x="537" y="234"/>
                  </a:lnTo>
                  <a:lnTo>
                    <a:pt x="557" y="249"/>
                  </a:lnTo>
                  <a:lnTo>
                    <a:pt x="564" y="241"/>
                  </a:lnTo>
                  <a:lnTo>
                    <a:pt x="564" y="217"/>
                  </a:lnTo>
                  <a:lnTo>
                    <a:pt x="584" y="207"/>
                  </a:lnTo>
                  <a:lnTo>
                    <a:pt x="606" y="212"/>
                  </a:lnTo>
                  <a:lnTo>
                    <a:pt x="614" y="172"/>
                  </a:lnTo>
                  <a:lnTo>
                    <a:pt x="621" y="164"/>
                  </a:lnTo>
                  <a:lnTo>
                    <a:pt x="636" y="159"/>
                  </a:lnTo>
                  <a:lnTo>
                    <a:pt x="641" y="147"/>
                  </a:lnTo>
                  <a:lnTo>
                    <a:pt x="651" y="13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 67">
              <a:extLst>
                <a:ext uri="{FF2B5EF4-FFF2-40B4-BE49-F238E27FC236}">
                  <a16:creationId xmlns:a16="http://schemas.microsoft.com/office/drawing/2014/main" id="{774ABC89-80E6-CBD1-862A-75AE05643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0289" y="3002182"/>
              <a:ext cx="264819" cy="201493"/>
            </a:xfrm>
            <a:custGeom>
              <a:avLst/>
              <a:gdLst>
                <a:gd name="T0" fmla="*/ 144 w 184"/>
                <a:gd name="T1" fmla="*/ 40 h 140"/>
                <a:gd name="T2" fmla="*/ 156 w 184"/>
                <a:gd name="T3" fmla="*/ 48 h 140"/>
                <a:gd name="T4" fmla="*/ 156 w 184"/>
                <a:gd name="T5" fmla="*/ 95 h 140"/>
                <a:gd name="T6" fmla="*/ 141 w 184"/>
                <a:gd name="T7" fmla="*/ 102 h 140"/>
                <a:gd name="T8" fmla="*/ 134 w 184"/>
                <a:gd name="T9" fmla="*/ 112 h 140"/>
                <a:gd name="T10" fmla="*/ 104 w 184"/>
                <a:gd name="T11" fmla="*/ 120 h 140"/>
                <a:gd name="T12" fmla="*/ 106 w 184"/>
                <a:gd name="T13" fmla="*/ 130 h 140"/>
                <a:gd name="T14" fmla="*/ 99 w 184"/>
                <a:gd name="T15" fmla="*/ 140 h 140"/>
                <a:gd name="T16" fmla="*/ 82 w 184"/>
                <a:gd name="T17" fmla="*/ 95 h 140"/>
                <a:gd name="T18" fmla="*/ 62 w 184"/>
                <a:gd name="T19" fmla="*/ 110 h 140"/>
                <a:gd name="T20" fmla="*/ 42 w 184"/>
                <a:gd name="T21" fmla="*/ 112 h 140"/>
                <a:gd name="T22" fmla="*/ 0 w 184"/>
                <a:gd name="T23" fmla="*/ 105 h 140"/>
                <a:gd name="T24" fmla="*/ 19 w 184"/>
                <a:gd name="T25" fmla="*/ 90 h 140"/>
                <a:gd name="T26" fmla="*/ 62 w 184"/>
                <a:gd name="T27" fmla="*/ 75 h 140"/>
                <a:gd name="T28" fmla="*/ 69 w 184"/>
                <a:gd name="T29" fmla="*/ 65 h 140"/>
                <a:gd name="T30" fmla="*/ 54 w 184"/>
                <a:gd name="T31" fmla="*/ 53 h 140"/>
                <a:gd name="T32" fmla="*/ 39 w 184"/>
                <a:gd name="T33" fmla="*/ 55 h 140"/>
                <a:gd name="T34" fmla="*/ 24 w 184"/>
                <a:gd name="T35" fmla="*/ 43 h 140"/>
                <a:gd name="T36" fmla="*/ 32 w 184"/>
                <a:gd name="T37" fmla="*/ 30 h 140"/>
                <a:gd name="T38" fmla="*/ 29 w 184"/>
                <a:gd name="T39" fmla="*/ 13 h 140"/>
                <a:gd name="T40" fmla="*/ 42 w 184"/>
                <a:gd name="T41" fmla="*/ 3 h 140"/>
                <a:gd name="T42" fmla="*/ 59 w 184"/>
                <a:gd name="T43" fmla="*/ 20 h 140"/>
                <a:gd name="T44" fmla="*/ 67 w 184"/>
                <a:gd name="T45" fmla="*/ 5 h 140"/>
                <a:gd name="T46" fmla="*/ 89 w 184"/>
                <a:gd name="T47" fmla="*/ 0 h 140"/>
                <a:gd name="T48" fmla="*/ 101 w 184"/>
                <a:gd name="T49" fmla="*/ 13 h 140"/>
                <a:gd name="T50" fmla="*/ 141 w 184"/>
                <a:gd name="T51" fmla="*/ 5 h 140"/>
                <a:gd name="T52" fmla="*/ 164 w 184"/>
                <a:gd name="T53" fmla="*/ 8 h 140"/>
                <a:gd name="T54" fmla="*/ 184 w 184"/>
                <a:gd name="T55" fmla="*/ 23 h 140"/>
                <a:gd name="T56" fmla="*/ 144 w 184"/>
                <a:gd name="T57" fmla="*/ 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4" h="140">
                  <a:moveTo>
                    <a:pt x="144" y="40"/>
                  </a:moveTo>
                  <a:lnTo>
                    <a:pt x="156" y="48"/>
                  </a:lnTo>
                  <a:lnTo>
                    <a:pt x="156" y="95"/>
                  </a:lnTo>
                  <a:lnTo>
                    <a:pt x="141" y="102"/>
                  </a:lnTo>
                  <a:lnTo>
                    <a:pt x="134" y="112"/>
                  </a:lnTo>
                  <a:lnTo>
                    <a:pt x="104" y="120"/>
                  </a:lnTo>
                  <a:lnTo>
                    <a:pt x="106" y="130"/>
                  </a:lnTo>
                  <a:lnTo>
                    <a:pt x="99" y="140"/>
                  </a:lnTo>
                  <a:lnTo>
                    <a:pt x="82" y="95"/>
                  </a:lnTo>
                  <a:lnTo>
                    <a:pt x="62" y="110"/>
                  </a:lnTo>
                  <a:lnTo>
                    <a:pt x="42" y="112"/>
                  </a:lnTo>
                  <a:lnTo>
                    <a:pt x="0" y="105"/>
                  </a:lnTo>
                  <a:lnTo>
                    <a:pt x="19" y="90"/>
                  </a:lnTo>
                  <a:lnTo>
                    <a:pt x="62" y="75"/>
                  </a:lnTo>
                  <a:lnTo>
                    <a:pt x="69" y="65"/>
                  </a:lnTo>
                  <a:lnTo>
                    <a:pt x="54" y="53"/>
                  </a:lnTo>
                  <a:lnTo>
                    <a:pt x="39" y="55"/>
                  </a:lnTo>
                  <a:lnTo>
                    <a:pt x="24" y="43"/>
                  </a:lnTo>
                  <a:lnTo>
                    <a:pt x="32" y="30"/>
                  </a:lnTo>
                  <a:lnTo>
                    <a:pt x="29" y="13"/>
                  </a:lnTo>
                  <a:lnTo>
                    <a:pt x="42" y="3"/>
                  </a:lnTo>
                  <a:lnTo>
                    <a:pt x="59" y="20"/>
                  </a:lnTo>
                  <a:lnTo>
                    <a:pt x="67" y="5"/>
                  </a:lnTo>
                  <a:lnTo>
                    <a:pt x="89" y="0"/>
                  </a:lnTo>
                  <a:lnTo>
                    <a:pt x="101" y="13"/>
                  </a:lnTo>
                  <a:lnTo>
                    <a:pt x="141" y="5"/>
                  </a:lnTo>
                  <a:lnTo>
                    <a:pt x="164" y="8"/>
                  </a:lnTo>
                  <a:lnTo>
                    <a:pt x="184" y="23"/>
                  </a:lnTo>
                  <a:lnTo>
                    <a:pt x="144" y="4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Freeform 70">
              <a:extLst>
                <a:ext uri="{FF2B5EF4-FFF2-40B4-BE49-F238E27FC236}">
                  <a16:creationId xmlns:a16="http://schemas.microsoft.com/office/drawing/2014/main" id="{C6667D7C-A318-0517-266A-81A31E89E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3027" y="2992107"/>
              <a:ext cx="153999" cy="115139"/>
            </a:xfrm>
            <a:custGeom>
              <a:avLst/>
              <a:gdLst>
                <a:gd name="T0" fmla="*/ 0 w 107"/>
                <a:gd name="T1" fmla="*/ 22 h 80"/>
                <a:gd name="T2" fmla="*/ 37 w 107"/>
                <a:gd name="T3" fmla="*/ 0 h 80"/>
                <a:gd name="T4" fmla="*/ 59 w 107"/>
                <a:gd name="T5" fmla="*/ 12 h 80"/>
                <a:gd name="T6" fmla="*/ 74 w 107"/>
                <a:gd name="T7" fmla="*/ 12 h 80"/>
                <a:gd name="T8" fmla="*/ 89 w 107"/>
                <a:gd name="T9" fmla="*/ 27 h 80"/>
                <a:gd name="T10" fmla="*/ 107 w 107"/>
                <a:gd name="T11" fmla="*/ 47 h 80"/>
                <a:gd name="T12" fmla="*/ 97 w 107"/>
                <a:gd name="T13" fmla="*/ 70 h 80"/>
                <a:gd name="T14" fmla="*/ 77 w 107"/>
                <a:gd name="T15" fmla="*/ 77 h 80"/>
                <a:gd name="T16" fmla="*/ 54 w 107"/>
                <a:gd name="T17" fmla="*/ 80 h 80"/>
                <a:gd name="T18" fmla="*/ 49 w 107"/>
                <a:gd name="T19" fmla="*/ 62 h 80"/>
                <a:gd name="T20" fmla="*/ 42 w 107"/>
                <a:gd name="T21" fmla="*/ 47 h 80"/>
                <a:gd name="T22" fmla="*/ 17 w 107"/>
                <a:gd name="T23" fmla="*/ 40 h 80"/>
                <a:gd name="T24" fmla="*/ 0 w 107"/>
                <a:gd name="T25" fmla="*/ 2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7" h="80">
                  <a:moveTo>
                    <a:pt x="0" y="22"/>
                  </a:moveTo>
                  <a:lnTo>
                    <a:pt x="37" y="0"/>
                  </a:lnTo>
                  <a:lnTo>
                    <a:pt x="59" y="12"/>
                  </a:lnTo>
                  <a:lnTo>
                    <a:pt x="74" y="12"/>
                  </a:lnTo>
                  <a:lnTo>
                    <a:pt x="89" y="27"/>
                  </a:lnTo>
                  <a:lnTo>
                    <a:pt x="107" y="47"/>
                  </a:lnTo>
                  <a:lnTo>
                    <a:pt x="97" y="70"/>
                  </a:lnTo>
                  <a:lnTo>
                    <a:pt x="77" y="77"/>
                  </a:lnTo>
                  <a:lnTo>
                    <a:pt x="54" y="80"/>
                  </a:lnTo>
                  <a:lnTo>
                    <a:pt x="49" y="62"/>
                  </a:lnTo>
                  <a:lnTo>
                    <a:pt x="42" y="47"/>
                  </a:lnTo>
                  <a:lnTo>
                    <a:pt x="17" y="40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Freeform 71">
              <a:extLst>
                <a:ext uri="{FF2B5EF4-FFF2-40B4-BE49-F238E27FC236}">
                  <a16:creationId xmlns:a16="http://schemas.microsoft.com/office/drawing/2014/main" id="{189FBE6B-E35B-CF0E-2AE2-4B7E5F12F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155" y="2069557"/>
              <a:ext cx="27346" cy="14392"/>
            </a:xfrm>
            <a:custGeom>
              <a:avLst/>
              <a:gdLst>
                <a:gd name="T0" fmla="*/ 7 w 19"/>
                <a:gd name="T1" fmla="*/ 0 h 10"/>
                <a:gd name="T2" fmla="*/ 0 w 19"/>
                <a:gd name="T3" fmla="*/ 10 h 10"/>
                <a:gd name="T4" fmla="*/ 14 w 19"/>
                <a:gd name="T5" fmla="*/ 10 h 10"/>
                <a:gd name="T6" fmla="*/ 19 w 19"/>
                <a:gd name="T7" fmla="*/ 0 h 10"/>
                <a:gd name="T8" fmla="*/ 7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7" y="0"/>
                  </a:moveTo>
                  <a:lnTo>
                    <a:pt x="0" y="10"/>
                  </a:lnTo>
                  <a:lnTo>
                    <a:pt x="14" y="10"/>
                  </a:lnTo>
                  <a:lnTo>
                    <a:pt x="19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Freeform 72">
              <a:extLst>
                <a:ext uri="{FF2B5EF4-FFF2-40B4-BE49-F238E27FC236}">
                  <a16:creationId xmlns:a16="http://schemas.microsoft.com/office/drawing/2014/main" id="{6040270C-AD36-CB59-95D8-C63B37CF6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089" y="2043651"/>
              <a:ext cx="28785" cy="57569"/>
            </a:xfrm>
            <a:custGeom>
              <a:avLst/>
              <a:gdLst>
                <a:gd name="T0" fmla="*/ 0 w 20"/>
                <a:gd name="T1" fmla="*/ 0 h 40"/>
                <a:gd name="T2" fmla="*/ 3 w 20"/>
                <a:gd name="T3" fmla="*/ 18 h 40"/>
                <a:gd name="T4" fmla="*/ 13 w 20"/>
                <a:gd name="T5" fmla="*/ 20 h 40"/>
                <a:gd name="T6" fmla="*/ 15 w 20"/>
                <a:gd name="T7" fmla="*/ 40 h 40"/>
                <a:gd name="T8" fmla="*/ 20 w 20"/>
                <a:gd name="T9" fmla="*/ 28 h 40"/>
                <a:gd name="T10" fmla="*/ 20 w 20"/>
                <a:gd name="T11" fmla="*/ 15 h 40"/>
                <a:gd name="T12" fmla="*/ 18 w 20"/>
                <a:gd name="T13" fmla="*/ 0 h 40"/>
                <a:gd name="T14" fmla="*/ 0 w 2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40">
                  <a:moveTo>
                    <a:pt x="0" y="0"/>
                  </a:moveTo>
                  <a:lnTo>
                    <a:pt x="3" y="18"/>
                  </a:lnTo>
                  <a:lnTo>
                    <a:pt x="13" y="20"/>
                  </a:lnTo>
                  <a:lnTo>
                    <a:pt x="15" y="40"/>
                  </a:lnTo>
                  <a:lnTo>
                    <a:pt x="20" y="28"/>
                  </a:lnTo>
                  <a:lnTo>
                    <a:pt x="20" y="15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Freeform 73">
              <a:extLst>
                <a:ext uri="{FF2B5EF4-FFF2-40B4-BE49-F238E27FC236}">
                  <a16:creationId xmlns:a16="http://schemas.microsoft.com/office/drawing/2014/main" id="{5453FE0C-9241-90D7-D22D-39FF56561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266" y="2047968"/>
              <a:ext cx="21589" cy="21589"/>
            </a:xfrm>
            <a:custGeom>
              <a:avLst/>
              <a:gdLst>
                <a:gd name="T0" fmla="*/ 0 w 15"/>
                <a:gd name="T1" fmla="*/ 5 h 15"/>
                <a:gd name="T2" fmla="*/ 8 w 15"/>
                <a:gd name="T3" fmla="*/ 15 h 15"/>
                <a:gd name="T4" fmla="*/ 15 w 15"/>
                <a:gd name="T5" fmla="*/ 0 h 15"/>
                <a:gd name="T6" fmla="*/ 0 w 15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5">
                  <a:moveTo>
                    <a:pt x="0" y="5"/>
                  </a:moveTo>
                  <a:lnTo>
                    <a:pt x="8" y="15"/>
                  </a:lnTo>
                  <a:lnTo>
                    <a:pt x="15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Freeform 74">
              <a:extLst>
                <a:ext uri="{FF2B5EF4-FFF2-40B4-BE49-F238E27FC236}">
                  <a16:creationId xmlns:a16="http://schemas.microsoft.com/office/drawing/2014/main" id="{29D5D070-FA1E-D018-F515-A1D1535CB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018" y="4072973"/>
              <a:ext cx="125213" cy="246109"/>
            </a:xfrm>
            <a:custGeom>
              <a:avLst/>
              <a:gdLst>
                <a:gd name="T0" fmla="*/ 55 w 87"/>
                <a:gd name="T1" fmla="*/ 57 h 171"/>
                <a:gd name="T2" fmla="*/ 30 w 87"/>
                <a:gd name="T3" fmla="*/ 44 h 171"/>
                <a:gd name="T4" fmla="*/ 15 w 87"/>
                <a:gd name="T5" fmla="*/ 0 h 171"/>
                <a:gd name="T6" fmla="*/ 0 w 87"/>
                <a:gd name="T7" fmla="*/ 17 h 171"/>
                <a:gd name="T8" fmla="*/ 2 w 87"/>
                <a:gd name="T9" fmla="*/ 44 h 171"/>
                <a:gd name="T10" fmla="*/ 10 w 87"/>
                <a:gd name="T11" fmla="*/ 114 h 171"/>
                <a:gd name="T12" fmla="*/ 32 w 87"/>
                <a:gd name="T13" fmla="*/ 144 h 171"/>
                <a:gd name="T14" fmla="*/ 50 w 87"/>
                <a:gd name="T15" fmla="*/ 164 h 171"/>
                <a:gd name="T16" fmla="*/ 87 w 87"/>
                <a:gd name="T17" fmla="*/ 171 h 171"/>
                <a:gd name="T18" fmla="*/ 87 w 87"/>
                <a:gd name="T19" fmla="*/ 156 h 171"/>
                <a:gd name="T20" fmla="*/ 82 w 87"/>
                <a:gd name="T21" fmla="*/ 97 h 171"/>
                <a:gd name="T22" fmla="*/ 55 w 87"/>
                <a:gd name="T23" fmla="*/ 5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7" h="171">
                  <a:moveTo>
                    <a:pt x="55" y="57"/>
                  </a:moveTo>
                  <a:lnTo>
                    <a:pt x="30" y="44"/>
                  </a:lnTo>
                  <a:lnTo>
                    <a:pt x="15" y="0"/>
                  </a:lnTo>
                  <a:lnTo>
                    <a:pt x="0" y="17"/>
                  </a:lnTo>
                  <a:lnTo>
                    <a:pt x="2" y="44"/>
                  </a:lnTo>
                  <a:lnTo>
                    <a:pt x="10" y="114"/>
                  </a:lnTo>
                  <a:lnTo>
                    <a:pt x="32" y="144"/>
                  </a:lnTo>
                  <a:lnTo>
                    <a:pt x="50" y="164"/>
                  </a:lnTo>
                  <a:lnTo>
                    <a:pt x="87" y="171"/>
                  </a:lnTo>
                  <a:lnTo>
                    <a:pt x="87" y="156"/>
                  </a:lnTo>
                  <a:lnTo>
                    <a:pt x="82" y="97"/>
                  </a:lnTo>
                  <a:lnTo>
                    <a:pt x="55" y="5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Freeform 75">
              <a:extLst>
                <a:ext uri="{FF2B5EF4-FFF2-40B4-BE49-F238E27FC236}">
                  <a16:creationId xmlns:a16="http://schemas.microsoft.com/office/drawing/2014/main" id="{18F0FB64-5D68-17C7-2B42-5B4944E7D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499" y="4891897"/>
              <a:ext cx="240353" cy="279212"/>
            </a:xfrm>
            <a:custGeom>
              <a:avLst/>
              <a:gdLst>
                <a:gd name="T0" fmla="*/ 58 w 167"/>
                <a:gd name="T1" fmla="*/ 2 h 194"/>
                <a:gd name="T2" fmla="*/ 105 w 167"/>
                <a:gd name="T3" fmla="*/ 5 h 194"/>
                <a:gd name="T4" fmla="*/ 112 w 167"/>
                <a:gd name="T5" fmla="*/ 32 h 194"/>
                <a:gd name="T6" fmla="*/ 112 w 167"/>
                <a:gd name="T7" fmla="*/ 45 h 194"/>
                <a:gd name="T8" fmla="*/ 122 w 167"/>
                <a:gd name="T9" fmla="*/ 50 h 194"/>
                <a:gd name="T10" fmla="*/ 127 w 167"/>
                <a:gd name="T11" fmla="*/ 65 h 194"/>
                <a:gd name="T12" fmla="*/ 137 w 167"/>
                <a:gd name="T13" fmla="*/ 67 h 194"/>
                <a:gd name="T14" fmla="*/ 142 w 167"/>
                <a:gd name="T15" fmla="*/ 84 h 194"/>
                <a:gd name="T16" fmla="*/ 150 w 167"/>
                <a:gd name="T17" fmla="*/ 87 h 194"/>
                <a:gd name="T18" fmla="*/ 167 w 167"/>
                <a:gd name="T19" fmla="*/ 94 h 194"/>
                <a:gd name="T20" fmla="*/ 164 w 167"/>
                <a:gd name="T21" fmla="*/ 104 h 194"/>
                <a:gd name="T22" fmla="*/ 152 w 167"/>
                <a:gd name="T23" fmla="*/ 114 h 194"/>
                <a:gd name="T24" fmla="*/ 142 w 167"/>
                <a:gd name="T25" fmla="*/ 124 h 194"/>
                <a:gd name="T26" fmla="*/ 130 w 167"/>
                <a:gd name="T27" fmla="*/ 132 h 194"/>
                <a:gd name="T28" fmla="*/ 125 w 167"/>
                <a:gd name="T29" fmla="*/ 149 h 194"/>
                <a:gd name="T30" fmla="*/ 112 w 167"/>
                <a:gd name="T31" fmla="*/ 152 h 194"/>
                <a:gd name="T32" fmla="*/ 105 w 167"/>
                <a:gd name="T33" fmla="*/ 162 h 194"/>
                <a:gd name="T34" fmla="*/ 95 w 167"/>
                <a:gd name="T35" fmla="*/ 174 h 194"/>
                <a:gd name="T36" fmla="*/ 77 w 167"/>
                <a:gd name="T37" fmla="*/ 174 h 194"/>
                <a:gd name="T38" fmla="*/ 65 w 167"/>
                <a:gd name="T39" fmla="*/ 167 h 194"/>
                <a:gd name="T40" fmla="*/ 55 w 167"/>
                <a:gd name="T41" fmla="*/ 167 h 194"/>
                <a:gd name="T42" fmla="*/ 50 w 167"/>
                <a:gd name="T43" fmla="*/ 176 h 194"/>
                <a:gd name="T44" fmla="*/ 45 w 167"/>
                <a:gd name="T45" fmla="*/ 186 h 194"/>
                <a:gd name="T46" fmla="*/ 35 w 167"/>
                <a:gd name="T47" fmla="*/ 194 h 194"/>
                <a:gd name="T48" fmla="*/ 13 w 167"/>
                <a:gd name="T49" fmla="*/ 189 h 194"/>
                <a:gd name="T50" fmla="*/ 8 w 167"/>
                <a:gd name="T51" fmla="*/ 169 h 194"/>
                <a:gd name="T52" fmla="*/ 0 w 167"/>
                <a:gd name="T53" fmla="*/ 162 h 194"/>
                <a:gd name="T54" fmla="*/ 0 w 167"/>
                <a:gd name="T55" fmla="*/ 99 h 194"/>
                <a:gd name="T56" fmla="*/ 8 w 167"/>
                <a:gd name="T57" fmla="*/ 94 h 194"/>
                <a:gd name="T58" fmla="*/ 18 w 167"/>
                <a:gd name="T59" fmla="*/ 87 h 194"/>
                <a:gd name="T60" fmla="*/ 18 w 167"/>
                <a:gd name="T61" fmla="*/ 25 h 194"/>
                <a:gd name="T62" fmla="*/ 28 w 167"/>
                <a:gd name="T63" fmla="*/ 7 h 194"/>
                <a:gd name="T64" fmla="*/ 48 w 167"/>
                <a:gd name="T65" fmla="*/ 0 h 194"/>
                <a:gd name="T66" fmla="*/ 58 w 167"/>
                <a:gd name="T67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194">
                  <a:moveTo>
                    <a:pt x="58" y="2"/>
                  </a:moveTo>
                  <a:lnTo>
                    <a:pt x="105" y="5"/>
                  </a:lnTo>
                  <a:lnTo>
                    <a:pt x="112" y="32"/>
                  </a:lnTo>
                  <a:lnTo>
                    <a:pt x="112" y="45"/>
                  </a:lnTo>
                  <a:lnTo>
                    <a:pt x="122" y="50"/>
                  </a:lnTo>
                  <a:lnTo>
                    <a:pt x="127" y="65"/>
                  </a:lnTo>
                  <a:lnTo>
                    <a:pt x="137" y="67"/>
                  </a:lnTo>
                  <a:lnTo>
                    <a:pt x="142" y="84"/>
                  </a:lnTo>
                  <a:lnTo>
                    <a:pt x="150" y="87"/>
                  </a:lnTo>
                  <a:lnTo>
                    <a:pt x="167" y="94"/>
                  </a:lnTo>
                  <a:lnTo>
                    <a:pt x="164" y="104"/>
                  </a:lnTo>
                  <a:lnTo>
                    <a:pt x="152" y="114"/>
                  </a:lnTo>
                  <a:lnTo>
                    <a:pt x="142" y="124"/>
                  </a:lnTo>
                  <a:lnTo>
                    <a:pt x="130" y="132"/>
                  </a:lnTo>
                  <a:lnTo>
                    <a:pt x="125" y="149"/>
                  </a:lnTo>
                  <a:lnTo>
                    <a:pt x="112" y="152"/>
                  </a:lnTo>
                  <a:lnTo>
                    <a:pt x="105" y="162"/>
                  </a:lnTo>
                  <a:lnTo>
                    <a:pt x="95" y="174"/>
                  </a:lnTo>
                  <a:lnTo>
                    <a:pt x="77" y="174"/>
                  </a:lnTo>
                  <a:lnTo>
                    <a:pt x="65" y="167"/>
                  </a:lnTo>
                  <a:lnTo>
                    <a:pt x="55" y="167"/>
                  </a:lnTo>
                  <a:lnTo>
                    <a:pt x="50" y="176"/>
                  </a:lnTo>
                  <a:lnTo>
                    <a:pt x="45" y="186"/>
                  </a:lnTo>
                  <a:lnTo>
                    <a:pt x="35" y="194"/>
                  </a:lnTo>
                  <a:lnTo>
                    <a:pt x="13" y="189"/>
                  </a:lnTo>
                  <a:lnTo>
                    <a:pt x="8" y="169"/>
                  </a:lnTo>
                  <a:lnTo>
                    <a:pt x="0" y="162"/>
                  </a:lnTo>
                  <a:lnTo>
                    <a:pt x="0" y="99"/>
                  </a:lnTo>
                  <a:lnTo>
                    <a:pt x="8" y="94"/>
                  </a:lnTo>
                  <a:lnTo>
                    <a:pt x="18" y="87"/>
                  </a:lnTo>
                  <a:lnTo>
                    <a:pt x="18" y="25"/>
                  </a:lnTo>
                  <a:lnTo>
                    <a:pt x="28" y="7"/>
                  </a:lnTo>
                  <a:lnTo>
                    <a:pt x="48" y="0"/>
                  </a:lnTo>
                  <a:lnTo>
                    <a:pt x="58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Freeform 76">
              <a:extLst>
                <a:ext uri="{FF2B5EF4-FFF2-40B4-BE49-F238E27FC236}">
                  <a16:creationId xmlns:a16="http://schemas.microsoft.com/office/drawing/2014/main" id="{F3F7750A-C0F1-817E-AE85-348507574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2817" y="4670255"/>
              <a:ext cx="1016100" cy="869298"/>
            </a:xfrm>
            <a:custGeom>
              <a:avLst/>
              <a:gdLst>
                <a:gd name="T0" fmla="*/ 365 w 706"/>
                <a:gd name="T1" fmla="*/ 40 h 604"/>
                <a:gd name="T2" fmla="*/ 318 w 706"/>
                <a:gd name="T3" fmla="*/ 62 h 604"/>
                <a:gd name="T4" fmla="*/ 313 w 706"/>
                <a:gd name="T5" fmla="*/ 89 h 604"/>
                <a:gd name="T6" fmla="*/ 283 w 706"/>
                <a:gd name="T7" fmla="*/ 79 h 604"/>
                <a:gd name="T8" fmla="*/ 246 w 706"/>
                <a:gd name="T9" fmla="*/ 74 h 604"/>
                <a:gd name="T10" fmla="*/ 226 w 706"/>
                <a:gd name="T11" fmla="*/ 104 h 604"/>
                <a:gd name="T12" fmla="*/ 201 w 706"/>
                <a:gd name="T13" fmla="*/ 124 h 604"/>
                <a:gd name="T14" fmla="*/ 194 w 706"/>
                <a:gd name="T15" fmla="*/ 139 h 604"/>
                <a:gd name="T16" fmla="*/ 179 w 706"/>
                <a:gd name="T17" fmla="*/ 156 h 604"/>
                <a:gd name="T18" fmla="*/ 129 w 706"/>
                <a:gd name="T19" fmla="*/ 199 h 604"/>
                <a:gd name="T20" fmla="*/ 37 w 706"/>
                <a:gd name="T21" fmla="*/ 243 h 604"/>
                <a:gd name="T22" fmla="*/ 12 w 706"/>
                <a:gd name="T23" fmla="*/ 306 h 604"/>
                <a:gd name="T24" fmla="*/ 22 w 706"/>
                <a:gd name="T25" fmla="*/ 325 h 604"/>
                <a:gd name="T26" fmla="*/ 0 w 706"/>
                <a:gd name="T27" fmla="*/ 333 h 604"/>
                <a:gd name="T28" fmla="*/ 22 w 706"/>
                <a:gd name="T29" fmla="*/ 385 h 604"/>
                <a:gd name="T30" fmla="*/ 22 w 706"/>
                <a:gd name="T31" fmla="*/ 425 h 604"/>
                <a:gd name="T32" fmla="*/ 32 w 706"/>
                <a:gd name="T33" fmla="*/ 465 h 604"/>
                <a:gd name="T34" fmla="*/ 15 w 706"/>
                <a:gd name="T35" fmla="*/ 480 h 604"/>
                <a:gd name="T36" fmla="*/ 44 w 706"/>
                <a:gd name="T37" fmla="*/ 522 h 604"/>
                <a:gd name="T38" fmla="*/ 67 w 706"/>
                <a:gd name="T39" fmla="*/ 517 h 604"/>
                <a:gd name="T40" fmla="*/ 102 w 706"/>
                <a:gd name="T41" fmla="*/ 507 h 604"/>
                <a:gd name="T42" fmla="*/ 176 w 706"/>
                <a:gd name="T43" fmla="*/ 482 h 604"/>
                <a:gd name="T44" fmla="*/ 251 w 706"/>
                <a:gd name="T45" fmla="*/ 462 h 604"/>
                <a:gd name="T46" fmla="*/ 286 w 706"/>
                <a:gd name="T47" fmla="*/ 450 h 604"/>
                <a:gd name="T48" fmla="*/ 303 w 706"/>
                <a:gd name="T49" fmla="*/ 455 h 604"/>
                <a:gd name="T50" fmla="*/ 343 w 706"/>
                <a:gd name="T51" fmla="*/ 470 h 604"/>
                <a:gd name="T52" fmla="*/ 358 w 706"/>
                <a:gd name="T53" fmla="*/ 514 h 604"/>
                <a:gd name="T54" fmla="*/ 383 w 706"/>
                <a:gd name="T55" fmla="*/ 504 h 604"/>
                <a:gd name="T56" fmla="*/ 407 w 706"/>
                <a:gd name="T57" fmla="*/ 470 h 604"/>
                <a:gd name="T58" fmla="*/ 402 w 706"/>
                <a:gd name="T59" fmla="*/ 502 h 604"/>
                <a:gd name="T60" fmla="*/ 405 w 706"/>
                <a:gd name="T61" fmla="*/ 519 h 604"/>
                <a:gd name="T62" fmla="*/ 415 w 706"/>
                <a:gd name="T63" fmla="*/ 499 h 604"/>
                <a:gd name="T64" fmla="*/ 417 w 706"/>
                <a:gd name="T65" fmla="*/ 519 h 604"/>
                <a:gd name="T66" fmla="*/ 430 w 706"/>
                <a:gd name="T67" fmla="*/ 544 h 604"/>
                <a:gd name="T68" fmla="*/ 440 w 706"/>
                <a:gd name="T69" fmla="*/ 579 h 604"/>
                <a:gd name="T70" fmla="*/ 524 w 706"/>
                <a:gd name="T71" fmla="*/ 604 h 604"/>
                <a:gd name="T72" fmla="*/ 604 w 706"/>
                <a:gd name="T73" fmla="*/ 567 h 604"/>
                <a:gd name="T74" fmla="*/ 641 w 706"/>
                <a:gd name="T75" fmla="*/ 509 h 604"/>
                <a:gd name="T76" fmla="*/ 686 w 706"/>
                <a:gd name="T77" fmla="*/ 450 h 604"/>
                <a:gd name="T78" fmla="*/ 696 w 706"/>
                <a:gd name="T79" fmla="*/ 388 h 604"/>
                <a:gd name="T80" fmla="*/ 706 w 706"/>
                <a:gd name="T81" fmla="*/ 308 h 604"/>
                <a:gd name="T82" fmla="*/ 673 w 706"/>
                <a:gd name="T83" fmla="*/ 246 h 604"/>
                <a:gd name="T84" fmla="*/ 644 w 706"/>
                <a:gd name="T85" fmla="*/ 204 h 604"/>
                <a:gd name="T86" fmla="*/ 606 w 706"/>
                <a:gd name="T87" fmla="*/ 144 h 604"/>
                <a:gd name="T88" fmla="*/ 571 w 706"/>
                <a:gd name="T89" fmla="*/ 74 h 604"/>
                <a:gd name="T90" fmla="*/ 569 w 706"/>
                <a:gd name="T91" fmla="*/ 22 h 604"/>
                <a:gd name="T92" fmla="*/ 539 w 706"/>
                <a:gd name="T93" fmla="*/ 22 h 604"/>
                <a:gd name="T94" fmla="*/ 529 w 706"/>
                <a:gd name="T95" fmla="*/ 109 h 604"/>
                <a:gd name="T96" fmla="*/ 512 w 706"/>
                <a:gd name="T97" fmla="*/ 139 h 604"/>
                <a:gd name="T98" fmla="*/ 472 w 706"/>
                <a:gd name="T99" fmla="*/ 122 h 604"/>
                <a:gd name="T100" fmla="*/ 435 w 706"/>
                <a:gd name="T101" fmla="*/ 99 h 604"/>
                <a:gd name="T102" fmla="*/ 427 w 706"/>
                <a:gd name="T103" fmla="*/ 74 h 604"/>
                <a:gd name="T104" fmla="*/ 445 w 706"/>
                <a:gd name="T105" fmla="*/ 55 h 604"/>
                <a:gd name="T106" fmla="*/ 427 w 706"/>
                <a:gd name="T107" fmla="*/ 30 h 604"/>
                <a:gd name="T108" fmla="*/ 378 w 706"/>
                <a:gd name="T109" fmla="*/ 15 h 604"/>
                <a:gd name="T110" fmla="*/ 348 w 706"/>
                <a:gd name="T111" fmla="*/ 17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06" h="604">
                  <a:moveTo>
                    <a:pt x="360" y="25"/>
                  </a:moveTo>
                  <a:lnTo>
                    <a:pt x="365" y="40"/>
                  </a:lnTo>
                  <a:lnTo>
                    <a:pt x="330" y="45"/>
                  </a:lnTo>
                  <a:lnTo>
                    <a:pt x="318" y="62"/>
                  </a:lnTo>
                  <a:lnTo>
                    <a:pt x="315" y="72"/>
                  </a:lnTo>
                  <a:lnTo>
                    <a:pt x="313" y="89"/>
                  </a:lnTo>
                  <a:lnTo>
                    <a:pt x="291" y="94"/>
                  </a:lnTo>
                  <a:lnTo>
                    <a:pt x="283" y="79"/>
                  </a:lnTo>
                  <a:lnTo>
                    <a:pt x="273" y="67"/>
                  </a:lnTo>
                  <a:lnTo>
                    <a:pt x="246" y="74"/>
                  </a:lnTo>
                  <a:lnTo>
                    <a:pt x="241" y="89"/>
                  </a:lnTo>
                  <a:lnTo>
                    <a:pt x="226" y="104"/>
                  </a:lnTo>
                  <a:lnTo>
                    <a:pt x="211" y="112"/>
                  </a:lnTo>
                  <a:lnTo>
                    <a:pt x="201" y="124"/>
                  </a:lnTo>
                  <a:lnTo>
                    <a:pt x="201" y="139"/>
                  </a:lnTo>
                  <a:lnTo>
                    <a:pt x="194" y="139"/>
                  </a:lnTo>
                  <a:lnTo>
                    <a:pt x="184" y="124"/>
                  </a:lnTo>
                  <a:lnTo>
                    <a:pt x="179" y="156"/>
                  </a:lnTo>
                  <a:lnTo>
                    <a:pt x="154" y="189"/>
                  </a:lnTo>
                  <a:lnTo>
                    <a:pt x="129" y="199"/>
                  </a:lnTo>
                  <a:lnTo>
                    <a:pt x="67" y="216"/>
                  </a:lnTo>
                  <a:lnTo>
                    <a:pt x="37" y="243"/>
                  </a:lnTo>
                  <a:lnTo>
                    <a:pt x="7" y="246"/>
                  </a:lnTo>
                  <a:lnTo>
                    <a:pt x="12" y="306"/>
                  </a:lnTo>
                  <a:lnTo>
                    <a:pt x="25" y="313"/>
                  </a:lnTo>
                  <a:lnTo>
                    <a:pt x="22" y="325"/>
                  </a:lnTo>
                  <a:lnTo>
                    <a:pt x="2" y="313"/>
                  </a:lnTo>
                  <a:lnTo>
                    <a:pt x="0" y="333"/>
                  </a:lnTo>
                  <a:lnTo>
                    <a:pt x="10" y="365"/>
                  </a:lnTo>
                  <a:lnTo>
                    <a:pt x="22" y="385"/>
                  </a:lnTo>
                  <a:lnTo>
                    <a:pt x="22" y="408"/>
                  </a:lnTo>
                  <a:lnTo>
                    <a:pt x="22" y="425"/>
                  </a:lnTo>
                  <a:lnTo>
                    <a:pt x="30" y="430"/>
                  </a:lnTo>
                  <a:lnTo>
                    <a:pt x="32" y="465"/>
                  </a:lnTo>
                  <a:lnTo>
                    <a:pt x="22" y="465"/>
                  </a:lnTo>
                  <a:lnTo>
                    <a:pt x="15" y="480"/>
                  </a:lnTo>
                  <a:lnTo>
                    <a:pt x="7" y="490"/>
                  </a:lnTo>
                  <a:lnTo>
                    <a:pt x="44" y="522"/>
                  </a:lnTo>
                  <a:lnTo>
                    <a:pt x="59" y="527"/>
                  </a:lnTo>
                  <a:lnTo>
                    <a:pt x="67" y="517"/>
                  </a:lnTo>
                  <a:lnTo>
                    <a:pt x="74" y="504"/>
                  </a:lnTo>
                  <a:lnTo>
                    <a:pt x="102" y="507"/>
                  </a:lnTo>
                  <a:lnTo>
                    <a:pt x="164" y="497"/>
                  </a:lnTo>
                  <a:lnTo>
                    <a:pt x="176" y="482"/>
                  </a:lnTo>
                  <a:lnTo>
                    <a:pt x="194" y="467"/>
                  </a:lnTo>
                  <a:lnTo>
                    <a:pt x="251" y="462"/>
                  </a:lnTo>
                  <a:lnTo>
                    <a:pt x="263" y="450"/>
                  </a:lnTo>
                  <a:lnTo>
                    <a:pt x="286" y="450"/>
                  </a:lnTo>
                  <a:lnTo>
                    <a:pt x="300" y="445"/>
                  </a:lnTo>
                  <a:lnTo>
                    <a:pt x="303" y="455"/>
                  </a:lnTo>
                  <a:lnTo>
                    <a:pt x="328" y="457"/>
                  </a:lnTo>
                  <a:lnTo>
                    <a:pt x="343" y="470"/>
                  </a:lnTo>
                  <a:lnTo>
                    <a:pt x="355" y="492"/>
                  </a:lnTo>
                  <a:lnTo>
                    <a:pt x="358" y="514"/>
                  </a:lnTo>
                  <a:lnTo>
                    <a:pt x="368" y="512"/>
                  </a:lnTo>
                  <a:lnTo>
                    <a:pt x="383" y="504"/>
                  </a:lnTo>
                  <a:lnTo>
                    <a:pt x="397" y="490"/>
                  </a:lnTo>
                  <a:lnTo>
                    <a:pt x="407" y="470"/>
                  </a:lnTo>
                  <a:lnTo>
                    <a:pt x="407" y="487"/>
                  </a:lnTo>
                  <a:lnTo>
                    <a:pt x="402" y="502"/>
                  </a:lnTo>
                  <a:lnTo>
                    <a:pt x="390" y="517"/>
                  </a:lnTo>
                  <a:lnTo>
                    <a:pt x="405" y="519"/>
                  </a:lnTo>
                  <a:lnTo>
                    <a:pt x="407" y="507"/>
                  </a:lnTo>
                  <a:lnTo>
                    <a:pt x="415" y="499"/>
                  </a:lnTo>
                  <a:lnTo>
                    <a:pt x="415" y="507"/>
                  </a:lnTo>
                  <a:lnTo>
                    <a:pt x="417" y="519"/>
                  </a:lnTo>
                  <a:lnTo>
                    <a:pt x="427" y="529"/>
                  </a:lnTo>
                  <a:lnTo>
                    <a:pt x="430" y="544"/>
                  </a:lnTo>
                  <a:lnTo>
                    <a:pt x="422" y="562"/>
                  </a:lnTo>
                  <a:lnTo>
                    <a:pt x="440" y="579"/>
                  </a:lnTo>
                  <a:lnTo>
                    <a:pt x="479" y="594"/>
                  </a:lnTo>
                  <a:lnTo>
                    <a:pt x="524" y="604"/>
                  </a:lnTo>
                  <a:lnTo>
                    <a:pt x="554" y="591"/>
                  </a:lnTo>
                  <a:lnTo>
                    <a:pt x="604" y="567"/>
                  </a:lnTo>
                  <a:lnTo>
                    <a:pt x="619" y="529"/>
                  </a:lnTo>
                  <a:lnTo>
                    <a:pt x="641" y="509"/>
                  </a:lnTo>
                  <a:lnTo>
                    <a:pt x="656" y="480"/>
                  </a:lnTo>
                  <a:lnTo>
                    <a:pt x="686" y="450"/>
                  </a:lnTo>
                  <a:lnTo>
                    <a:pt x="696" y="437"/>
                  </a:lnTo>
                  <a:lnTo>
                    <a:pt x="696" y="388"/>
                  </a:lnTo>
                  <a:lnTo>
                    <a:pt x="706" y="323"/>
                  </a:lnTo>
                  <a:lnTo>
                    <a:pt x="706" y="308"/>
                  </a:lnTo>
                  <a:lnTo>
                    <a:pt x="683" y="281"/>
                  </a:lnTo>
                  <a:lnTo>
                    <a:pt x="673" y="246"/>
                  </a:lnTo>
                  <a:lnTo>
                    <a:pt x="649" y="236"/>
                  </a:lnTo>
                  <a:lnTo>
                    <a:pt x="644" y="204"/>
                  </a:lnTo>
                  <a:lnTo>
                    <a:pt x="609" y="184"/>
                  </a:lnTo>
                  <a:lnTo>
                    <a:pt x="606" y="144"/>
                  </a:lnTo>
                  <a:lnTo>
                    <a:pt x="594" y="99"/>
                  </a:lnTo>
                  <a:lnTo>
                    <a:pt x="571" y="74"/>
                  </a:lnTo>
                  <a:lnTo>
                    <a:pt x="562" y="40"/>
                  </a:lnTo>
                  <a:lnTo>
                    <a:pt x="569" y="22"/>
                  </a:lnTo>
                  <a:lnTo>
                    <a:pt x="552" y="0"/>
                  </a:lnTo>
                  <a:lnTo>
                    <a:pt x="539" y="22"/>
                  </a:lnTo>
                  <a:lnTo>
                    <a:pt x="529" y="35"/>
                  </a:lnTo>
                  <a:lnTo>
                    <a:pt x="529" y="109"/>
                  </a:lnTo>
                  <a:lnTo>
                    <a:pt x="519" y="127"/>
                  </a:lnTo>
                  <a:lnTo>
                    <a:pt x="512" y="139"/>
                  </a:lnTo>
                  <a:lnTo>
                    <a:pt x="492" y="139"/>
                  </a:lnTo>
                  <a:lnTo>
                    <a:pt x="472" y="122"/>
                  </a:lnTo>
                  <a:lnTo>
                    <a:pt x="450" y="114"/>
                  </a:lnTo>
                  <a:lnTo>
                    <a:pt x="435" y="99"/>
                  </a:lnTo>
                  <a:lnTo>
                    <a:pt x="420" y="94"/>
                  </a:lnTo>
                  <a:lnTo>
                    <a:pt x="427" y="74"/>
                  </a:lnTo>
                  <a:lnTo>
                    <a:pt x="432" y="60"/>
                  </a:lnTo>
                  <a:lnTo>
                    <a:pt x="445" y="55"/>
                  </a:lnTo>
                  <a:lnTo>
                    <a:pt x="452" y="35"/>
                  </a:lnTo>
                  <a:lnTo>
                    <a:pt x="427" y="30"/>
                  </a:lnTo>
                  <a:lnTo>
                    <a:pt x="405" y="27"/>
                  </a:lnTo>
                  <a:lnTo>
                    <a:pt x="378" y="15"/>
                  </a:lnTo>
                  <a:lnTo>
                    <a:pt x="350" y="10"/>
                  </a:lnTo>
                  <a:lnTo>
                    <a:pt x="348" y="17"/>
                  </a:lnTo>
                  <a:lnTo>
                    <a:pt x="360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Freeform 77">
              <a:extLst>
                <a:ext uri="{FF2B5EF4-FFF2-40B4-BE49-F238E27FC236}">
                  <a16:creationId xmlns:a16="http://schemas.microsoft.com/office/drawing/2014/main" id="{47BED67B-176D-CB15-6200-567DE1CFD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8118" y="5611515"/>
              <a:ext cx="86354" cy="89233"/>
            </a:xfrm>
            <a:custGeom>
              <a:avLst/>
              <a:gdLst>
                <a:gd name="T0" fmla="*/ 2 w 60"/>
                <a:gd name="T1" fmla="*/ 0 h 62"/>
                <a:gd name="T2" fmla="*/ 27 w 60"/>
                <a:gd name="T3" fmla="*/ 5 h 62"/>
                <a:gd name="T4" fmla="*/ 60 w 60"/>
                <a:gd name="T5" fmla="*/ 5 h 62"/>
                <a:gd name="T6" fmla="*/ 60 w 60"/>
                <a:gd name="T7" fmla="*/ 24 h 62"/>
                <a:gd name="T8" fmla="*/ 47 w 60"/>
                <a:gd name="T9" fmla="*/ 39 h 62"/>
                <a:gd name="T10" fmla="*/ 45 w 60"/>
                <a:gd name="T11" fmla="*/ 54 h 62"/>
                <a:gd name="T12" fmla="*/ 27 w 60"/>
                <a:gd name="T13" fmla="*/ 59 h 62"/>
                <a:gd name="T14" fmla="*/ 12 w 60"/>
                <a:gd name="T15" fmla="*/ 62 h 62"/>
                <a:gd name="T16" fmla="*/ 0 w 60"/>
                <a:gd name="T17" fmla="*/ 54 h 62"/>
                <a:gd name="T18" fmla="*/ 2 w 60"/>
                <a:gd name="T1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2">
                  <a:moveTo>
                    <a:pt x="2" y="0"/>
                  </a:moveTo>
                  <a:lnTo>
                    <a:pt x="27" y="5"/>
                  </a:lnTo>
                  <a:lnTo>
                    <a:pt x="60" y="5"/>
                  </a:lnTo>
                  <a:lnTo>
                    <a:pt x="60" y="24"/>
                  </a:lnTo>
                  <a:lnTo>
                    <a:pt x="47" y="39"/>
                  </a:lnTo>
                  <a:lnTo>
                    <a:pt x="45" y="54"/>
                  </a:lnTo>
                  <a:lnTo>
                    <a:pt x="27" y="59"/>
                  </a:lnTo>
                  <a:lnTo>
                    <a:pt x="12" y="62"/>
                  </a:lnTo>
                  <a:lnTo>
                    <a:pt x="0" y="5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Freeform 78">
              <a:extLst>
                <a:ext uri="{FF2B5EF4-FFF2-40B4-BE49-F238E27FC236}">
                  <a16:creationId xmlns:a16="http://schemas.microsoft.com/office/drawing/2014/main" id="{864BCFB2-E0B7-DE1A-99F1-EDD9CA04C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7885" y="5402826"/>
              <a:ext cx="119456" cy="233156"/>
            </a:xfrm>
            <a:custGeom>
              <a:avLst/>
              <a:gdLst>
                <a:gd name="T0" fmla="*/ 8 w 83"/>
                <a:gd name="T1" fmla="*/ 0 h 162"/>
                <a:gd name="T2" fmla="*/ 8 w 83"/>
                <a:gd name="T3" fmla="*/ 20 h 162"/>
                <a:gd name="T4" fmla="*/ 15 w 83"/>
                <a:gd name="T5" fmla="*/ 43 h 162"/>
                <a:gd name="T6" fmla="*/ 25 w 83"/>
                <a:gd name="T7" fmla="*/ 60 h 162"/>
                <a:gd name="T8" fmla="*/ 18 w 83"/>
                <a:gd name="T9" fmla="*/ 82 h 162"/>
                <a:gd name="T10" fmla="*/ 0 w 83"/>
                <a:gd name="T11" fmla="*/ 102 h 162"/>
                <a:gd name="T12" fmla="*/ 3 w 83"/>
                <a:gd name="T13" fmla="*/ 117 h 162"/>
                <a:gd name="T14" fmla="*/ 8 w 83"/>
                <a:gd name="T15" fmla="*/ 155 h 162"/>
                <a:gd name="T16" fmla="*/ 25 w 83"/>
                <a:gd name="T17" fmla="*/ 162 h 162"/>
                <a:gd name="T18" fmla="*/ 30 w 83"/>
                <a:gd name="T19" fmla="*/ 137 h 162"/>
                <a:gd name="T20" fmla="*/ 48 w 83"/>
                <a:gd name="T21" fmla="*/ 120 h 162"/>
                <a:gd name="T22" fmla="*/ 75 w 83"/>
                <a:gd name="T23" fmla="*/ 105 h 162"/>
                <a:gd name="T24" fmla="*/ 83 w 83"/>
                <a:gd name="T25" fmla="*/ 85 h 162"/>
                <a:gd name="T26" fmla="*/ 80 w 83"/>
                <a:gd name="T27" fmla="*/ 70 h 162"/>
                <a:gd name="T28" fmla="*/ 50 w 83"/>
                <a:gd name="T29" fmla="*/ 70 h 162"/>
                <a:gd name="T30" fmla="*/ 48 w 83"/>
                <a:gd name="T31" fmla="*/ 45 h 162"/>
                <a:gd name="T32" fmla="*/ 40 w 83"/>
                <a:gd name="T33" fmla="*/ 45 h 162"/>
                <a:gd name="T34" fmla="*/ 28 w 83"/>
                <a:gd name="T35" fmla="*/ 40 h 162"/>
                <a:gd name="T36" fmla="*/ 30 w 83"/>
                <a:gd name="T37" fmla="*/ 18 h 162"/>
                <a:gd name="T38" fmla="*/ 23 w 83"/>
                <a:gd name="T39" fmla="*/ 3 h 162"/>
                <a:gd name="T40" fmla="*/ 8 w 83"/>
                <a:gd name="T41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" h="162">
                  <a:moveTo>
                    <a:pt x="8" y="0"/>
                  </a:moveTo>
                  <a:lnTo>
                    <a:pt x="8" y="20"/>
                  </a:lnTo>
                  <a:lnTo>
                    <a:pt x="15" y="43"/>
                  </a:lnTo>
                  <a:lnTo>
                    <a:pt x="25" y="60"/>
                  </a:lnTo>
                  <a:lnTo>
                    <a:pt x="18" y="82"/>
                  </a:lnTo>
                  <a:lnTo>
                    <a:pt x="0" y="102"/>
                  </a:lnTo>
                  <a:lnTo>
                    <a:pt x="3" y="117"/>
                  </a:lnTo>
                  <a:lnTo>
                    <a:pt x="8" y="155"/>
                  </a:lnTo>
                  <a:lnTo>
                    <a:pt x="25" y="162"/>
                  </a:lnTo>
                  <a:lnTo>
                    <a:pt x="30" y="137"/>
                  </a:lnTo>
                  <a:lnTo>
                    <a:pt x="48" y="120"/>
                  </a:lnTo>
                  <a:lnTo>
                    <a:pt x="75" y="105"/>
                  </a:lnTo>
                  <a:lnTo>
                    <a:pt x="83" y="85"/>
                  </a:lnTo>
                  <a:lnTo>
                    <a:pt x="80" y="70"/>
                  </a:lnTo>
                  <a:lnTo>
                    <a:pt x="50" y="70"/>
                  </a:lnTo>
                  <a:lnTo>
                    <a:pt x="48" y="45"/>
                  </a:lnTo>
                  <a:lnTo>
                    <a:pt x="40" y="45"/>
                  </a:lnTo>
                  <a:lnTo>
                    <a:pt x="28" y="40"/>
                  </a:lnTo>
                  <a:lnTo>
                    <a:pt x="30" y="18"/>
                  </a:lnTo>
                  <a:lnTo>
                    <a:pt x="23" y="3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Freeform 79">
              <a:extLst>
                <a:ext uri="{FF2B5EF4-FFF2-40B4-BE49-F238E27FC236}">
                  <a16:creationId xmlns:a16="http://schemas.microsoft.com/office/drawing/2014/main" id="{0CCE6F01-DE9E-1765-341E-6F0EC3D73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1850" y="5597123"/>
              <a:ext cx="223081" cy="221642"/>
            </a:xfrm>
            <a:custGeom>
              <a:avLst/>
              <a:gdLst>
                <a:gd name="T0" fmla="*/ 122 w 155"/>
                <a:gd name="T1" fmla="*/ 0 h 154"/>
                <a:gd name="T2" fmla="*/ 117 w 155"/>
                <a:gd name="T3" fmla="*/ 25 h 154"/>
                <a:gd name="T4" fmla="*/ 92 w 155"/>
                <a:gd name="T5" fmla="*/ 37 h 154"/>
                <a:gd name="T6" fmla="*/ 75 w 155"/>
                <a:gd name="T7" fmla="*/ 62 h 154"/>
                <a:gd name="T8" fmla="*/ 30 w 155"/>
                <a:gd name="T9" fmla="*/ 82 h 154"/>
                <a:gd name="T10" fmla="*/ 0 w 155"/>
                <a:gd name="T11" fmla="*/ 109 h 154"/>
                <a:gd name="T12" fmla="*/ 8 w 155"/>
                <a:gd name="T13" fmla="*/ 126 h 154"/>
                <a:gd name="T14" fmla="*/ 33 w 155"/>
                <a:gd name="T15" fmla="*/ 154 h 154"/>
                <a:gd name="T16" fmla="*/ 68 w 155"/>
                <a:gd name="T17" fmla="*/ 124 h 154"/>
                <a:gd name="T18" fmla="*/ 77 w 155"/>
                <a:gd name="T19" fmla="*/ 99 h 154"/>
                <a:gd name="T20" fmla="*/ 102 w 155"/>
                <a:gd name="T21" fmla="*/ 79 h 154"/>
                <a:gd name="T22" fmla="*/ 115 w 155"/>
                <a:gd name="T23" fmla="*/ 79 h 154"/>
                <a:gd name="T24" fmla="*/ 125 w 155"/>
                <a:gd name="T25" fmla="*/ 59 h 154"/>
                <a:gd name="T26" fmla="*/ 140 w 155"/>
                <a:gd name="T27" fmla="*/ 39 h 154"/>
                <a:gd name="T28" fmla="*/ 155 w 155"/>
                <a:gd name="T29" fmla="*/ 25 h 154"/>
                <a:gd name="T30" fmla="*/ 147 w 155"/>
                <a:gd name="T31" fmla="*/ 5 h 154"/>
                <a:gd name="T32" fmla="*/ 140 w 155"/>
                <a:gd name="T33" fmla="*/ 15 h 154"/>
                <a:gd name="T34" fmla="*/ 137 w 155"/>
                <a:gd name="T35" fmla="*/ 0 h 154"/>
                <a:gd name="T36" fmla="*/ 122 w 155"/>
                <a:gd name="T3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154">
                  <a:moveTo>
                    <a:pt x="122" y="0"/>
                  </a:moveTo>
                  <a:lnTo>
                    <a:pt x="117" y="25"/>
                  </a:lnTo>
                  <a:lnTo>
                    <a:pt x="92" y="37"/>
                  </a:lnTo>
                  <a:lnTo>
                    <a:pt x="75" y="62"/>
                  </a:lnTo>
                  <a:lnTo>
                    <a:pt x="30" y="82"/>
                  </a:lnTo>
                  <a:lnTo>
                    <a:pt x="0" y="109"/>
                  </a:lnTo>
                  <a:lnTo>
                    <a:pt x="8" y="126"/>
                  </a:lnTo>
                  <a:lnTo>
                    <a:pt x="33" y="154"/>
                  </a:lnTo>
                  <a:lnTo>
                    <a:pt x="68" y="124"/>
                  </a:lnTo>
                  <a:lnTo>
                    <a:pt x="77" y="99"/>
                  </a:lnTo>
                  <a:lnTo>
                    <a:pt x="102" y="79"/>
                  </a:lnTo>
                  <a:lnTo>
                    <a:pt x="115" y="79"/>
                  </a:lnTo>
                  <a:lnTo>
                    <a:pt x="125" y="59"/>
                  </a:lnTo>
                  <a:lnTo>
                    <a:pt x="140" y="39"/>
                  </a:lnTo>
                  <a:lnTo>
                    <a:pt x="155" y="25"/>
                  </a:lnTo>
                  <a:lnTo>
                    <a:pt x="147" y="5"/>
                  </a:lnTo>
                  <a:lnTo>
                    <a:pt x="140" y="15"/>
                  </a:lnTo>
                  <a:lnTo>
                    <a:pt x="137" y="0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Freeform 80">
              <a:extLst>
                <a:ext uri="{FF2B5EF4-FFF2-40B4-BE49-F238E27FC236}">
                  <a16:creationId xmlns:a16="http://schemas.microsoft.com/office/drawing/2014/main" id="{3C0E033B-7009-FC92-F5C6-F11F94E3B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587" y="2938855"/>
              <a:ext cx="122335" cy="156876"/>
            </a:xfrm>
            <a:custGeom>
              <a:avLst/>
              <a:gdLst>
                <a:gd name="T0" fmla="*/ 13 w 85"/>
                <a:gd name="T1" fmla="*/ 10 h 109"/>
                <a:gd name="T2" fmla="*/ 18 w 85"/>
                <a:gd name="T3" fmla="*/ 35 h 109"/>
                <a:gd name="T4" fmla="*/ 20 w 85"/>
                <a:gd name="T5" fmla="*/ 54 h 109"/>
                <a:gd name="T6" fmla="*/ 8 w 85"/>
                <a:gd name="T7" fmla="*/ 74 h 109"/>
                <a:gd name="T8" fmla="*/ 0 w 85"/>
                <a:gd name="T9" fmla="*/ 92 h 109"/>
                <a:gd name="T10" fmla="*/ 10 w 85"/>
                <a:gd name="T11" fmla="*/ 99 h 109"/>
                <a:gd name="T12" fmla="*/ 30 w 85"/>
                <a:gd name="T13" fmla="*/ 92 h 109"/>
                <a:gd name="T14" fmla="*/ 50 w 85"/>
                <a:gd name="T15" fmla="*/ 97 h 109"/>
                <a:gd name="T16" fmla="*/ 55 w 85"/>
                <a:gd name="T17" fmla="*/ 104 h 109"/>
                <a:gd name="T18" fmla="*/ 58 w 85"/>
                <a:gd name="T19" fmla="*/ 109 h 109"/>
                <a:gd name="T20" fmla="*/ 60 w 85"/>
                <a:gd name="T21" fmla="*/ 109 h 109"/>
                <a:gd name="T22" fmla="*/ 65 w 85"/>
                <a:gd name="T23" fmla="*/ 94 h 109"/>
                <a:gd name="T24" fmla="*/ 72 w 85"/>
                <a:gd name="T25" fmla="*/ 84 h 109"/>
                <a:gd name="T26" fmla="*/ 85 w 85"/>
                <a:gd name="T27" fmla="*/ 77 h 109"/>
                <a:gd name="T28" fmla="*/ 80 w 85"/>
                <a:gd name="T29" fmla="*/ 54 h 109"/>
                <a:gd name="T30" fmla="*/ 63 w 85"/>
                <a:gd name="T31" fmla="*/ 47 h 109"/>
                <a:gd name="T32" fmla="*/ 38 w 85"/>
                <a:gd name="T33" fmla="*/ 37 h 109"/>
                <a:gd name="T34" fmla="*/ 30 w 85"/>
                <a:gd name="T35" fmla="*/ 17 h 109"/>
                <a:gd name="T36" fmla="*/ 20 w 85"/>
                <a:gd name="T37" fmla="*/ 0 h 109"/>
                <a:gd name="T38" fmla="*/ 13 w 85"/>
                <a:gd name="T39" fmla="*/ 1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" h="109">
                  <a:moveTo>
                    <a:pt x="13" y="10"/>
                  </a:moveTo>
                  <a:lnTo>
                    <a:pt x="18" y="35"/>
                  </a:lnTo>
                  <a:lnTo>
                    <a:pt x="20" y="54"/>
                  </a:lnTo>
                  <a:lnTo>
                    <a:pt x="8" y="74"/>
                  </a:lnTo>
                  <a:lnTo>
                    <a:pt x="0" y="92"/>
                  </a:lnTo>
                  <a:lnTo>
                    <a:pt x="10" y="99"/>
                  </a:lnTo>
                  <a:lnTo>
                    <a:pt x="30" y="92"/>
                  </a:lnTo>
                  <a:lnTo>
                    <a:pt x="50" y="97"/>
                  </a:lnTo>
                  <a:lnTo>
                    <a:pt x="55" y="104"/>
                  </a:lnTo>
                  <a:lnTo>
                    <a:pt x="58" y="109"/>
                  </a:lnTo>
                  <a:lnTo>
                    <a:pt x="60" y="109"/>
                  </a:lnTo>
                  <a:lnTo>
                    <a:pt x="65" y="94"/>
                  </a:lnTo>
                  <a:lnTo>
                    <a:pt x="72" y="84"/>
                  </a:lnTo>
                  <a:lnTo>
                    <a:pt x="85" y="77"/>
                  </a:lnTo>
                  <a:lnTo>
                    <a:pt x="80" y="54"/>
                  </a:lnTo>
                  <a:lnTo>
                    <a:pt x="63" y="47"/>
                  </a:lnTo>
                  <a:lnTo>
                    <a:pt x="38" y="37"/>
                  </a:lnTo>
                  <a:lnTo>
                    <a:pt x="30" y="17"/>
                  </a:lnTo>
                  <a:lnTo>
                    <a:pt x="20" y="0"/>
                  </a:lnTo>
                  <a:lnTo>
                    <a:pt x="13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Freeform 81">
              <a:extLst>
                <a:ext uri="{FF2B5EF4-FFF2-40B4-BE49-F238E27FC236}">
                  <a16:creationId xmlns:a16="http://schemas.microsoft.com/office/drawing/2014/main" id="{4E987A04-C76D-42B6-BF73-70D3A6F9F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1785" y="3110124"/>
              <a:ext cx="240352" cy="250427"/>
            </a:xfrm>
            <a:custGeom>
              <a:avLst/>
              <a:gdLst>
                <a:gd name="T0" fmla="*/ 122 w 167"/>
                <a:gd name="T1" fmla="*/ 0 h 174"/>
                <a:gd name="T2" fmla="*/ 140 w 167"/>
                <a:gd name="T3" fmla="*/ 0 h 174"/>
                <a:gd name="T4" fmla="*/ 147 w 167"/>
                <a:gd name="T5" fmla="*/ 30 h 174"/>
                <a:gd name="T6" fmla="*/ 152 w 167"/>
                <a:gd name="T7" fmla="*/ 42 h 174"/>
                <a:gd name="T8" fmla="*/ 167 w 167"/>
                <a:gd name="T9" fmla="*/ 55 h 174"/>
                <a:gd name="T10" fmla="*/ 145 w 167"/>
                <a:gd name="T11" fmla="*/ 75 h 174"/>
                <a:gd name="T12" fmla="*/ 155 w 167"/>
                <a:gd name="T13" fmla="*/ 107 h 174"/>
                <a:gd name="T14" fmla="*/ 150 w 167"/>
                <a:gd name="T15" fmla="*/ 127 h 174"/>
                <a:gd name="T16" fmla="*/ 140 w 167"/>
                <a:gd name="T17" fmla="*/ 137 h 174"/>
                <a:gd name="T18" fmla="*/ 132 w 167"/>
                <a:gd name="T19" fmla="*/ 139 h 174"/>
                <a:gd name="T20" fmla="*/ 125 w 167"/>
                <a:gd name="T21" fmla="*/ 157 h 174"/>
                <a:gd name="T22" fmla="*/ 112 w 167"/>
                <a:gd name="T23" fmla="*/ 142 h 174"/>
                <a:gd name="T24" fmla="*/ 107 w 167"/>
                <a:gd name="T25" fmla="*/ 149 h 174"/>
                <a:gd name="T26" fmla="*/ 82 w 167"/>
                <a:gd name="T27" fmla="*/ 152 h 174"/>
                <a:gd name="T28" fmla="*/ 78 w 167"/>
                <a:gd name="T29" fmla="*/ 139 h 174"/>
                <a:gd name="T30" fmla="*/ 70 w 167"/>
                <a:gd name="T31" fmla="*/ 144 h 174"/>
                <a:gd name="T32" fmla="*/ 70 w 167"/>
                <a:gd name="T33" fmla="*/ 172 h 174"/>
                <a:gd name="T34" fmla="*/ 58 w 167"/>
                <a:gd name="T35" fmla="*/ 164 h 174"/>
                <a:gd name="T36" fmla="*/ 50 w 167"/>
                <a:gd name="T37" fmla="*/ 154 h 174"/>
                <a:gd name="T38" fmla="*/ 45 w 167"/>
                <a:gd name="T39" fmla="*/ 172 h 174"/>
                <a:gd name="T40" fmla="*/ 33 w 167"/>
                <a:gd name="T41" fmla="*/ 174 h 174"/>
                <a:gd name="T42" fmla="*/ 23 w 167"/>
                <a:gd name="T43" fmla="*/ 162 h 174"/>
                <a:gd name="T44" fmla="*/ 8 w 167"/>
                <a:gd name="T45" fmla="*/ 159 h 174"/>
                <a:gd name="T46" fmla="*/ 0 w 167"/>
                <a:gd name="T47" fmla="*/ 152 h 174"/>
                <a:gd name="T48" fmla="*/ 15 w 167"/>
                <a:gd name="T49" fmla="*/ 137 h 174"/>
                <a:gd name="T50" fmla="*/ 30 w 167"/>
                <a:gd name="T51" fmla="*/ 129 h 174"/>
                <a:gd name="T52" fmla="*/ 40 w 167"/>
                <a:gd name="T53" fmla="*/ 119 h 174"/>
                <a:gd name="T54" fmla="*/ 68 w 167"/>
                <a:gd name="T55" fmla="*/ 122 h 174"/>
                <a:gd name="T56" fmla="*/ 70 w 167"/>
                <a:gd name="T57" fmla="*/ 104 h 174"/>
                <a:gd name="T58" fmla="*/ 75 w 167"/>
                <a:gd name="T59" fmla="*/ 90 h 174"/>
                <a:gd name="T60" fmla="*/ 85 w 167"/>
                <a:gd name="T61" fmla="*/ 92 h 174"/>
                <a:gd name="T62" fmla="*/ 110 w 167"/>
                <a:gd name="T63" fmla="*/ 90 h 174"/>
                <a:gd name="T64" fmla="*/ 112 w 167"/>
                <a:gd name="T65" fmla="*/ 77 h 174"/>
                <a:gd name="T66" fmla="*/ 112 w 167"/>
                <a:gd name="T67" fmla="*/ 55 h 174"/>
                <a:gd name="T68" fmla="*/ 120 w 167"/>
                <a:gd name="T69" fmla="*/ 42 h 174"/>
                <a:gd name="T70" fmla="*/ 115 w 167"/>
                <a:gd name="T71" fmla="*/ 12 h 174"/>
                <a:gd name="T72" fmla="*/ 122 w 167"/>
                <a:gd name="T7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7" h="174">
                  <a:moveTo>
                    <a:pt x="122" y="0"/>
                  </a:moveTo>
                  <a:lnTo>
                    <a:pt x="140" y="0"/>
                  </a:lnTo>
                  <a:lnTo>
                    <a:pt x="147" y="30"/>
                  </a:lnTo>
                  <a:lnTo>
                    <a:pt x="152" y="42"/>
                  </a:lnTo>
                  <a:lnTo>
                    <a:pt x="167" y="55"/>
                  </a:lnTo>
                  <a:lnTo>
                    <a:pt x="145" y="75"/>
                  </a:lnTo>
                  <a:lnTo>
                    <a:pt x="155" y="107"/>
                  </a:lnTo>
                  <a:lnTo>
                    <a:pt x="150" y="127"/>
                  </a:lnTo>
                  <a:lnTo>
                    <a:pt x="140" y="137"/>
                  </a:lnTo>
                  <a:lnTo>
                    <a:pt x="132" y="139"/>
                  </a:lnTo>
                  <a:lnTo>
                    <a:pt x="125" y="157"/>
                  </a:lnTo>
                  <a:lnTo>
                    <a:pt x="112" y="142"/>
                  </a:lnTo>
                  <a:lnTo>
                    <a:pt x="107" y="149"/>
                  </a:lnTo>
                  <a:lnTo>
                    <a:pt x="82" y="152"/>
                  </a:lnTo>
                  <a:lnTo>
                    <a:pt x="78" y="139"/>
                  </a:lnTo>
                  <a:lnTo>
                    <a:pt x="70" y="144"/>
                  </a:lnTo>
                  <a:lnTo>
                    <a:pt x="70" y="172"/>
                  </a:lnTo>
                  <a:lnTo>
                    <a:pt x="58" y="164"/>
                  </a:lnTo>
                  <a:lnTo>
                    <a:pt x="50" y="154"/>
                  </a:lnTo>
                  <a:lnTo>
                    <a:pt x="45" y="172"/>
                  </a:lnTo>
                  <a:lnTo>
                    <a:pt x="33" y="174"/>
                  </a:lnTo>
                  <a:lnTo>
                    <a:pt x="23" y="162"/>
                  </a:lnTo>
                  <a:lnTo>
                    <a:pt x="8" y="159"/>
                  </a:lnTo>
                  <a:lnTo>
                    <a:pt x="0" y="152"/>
                  </a:lnTo>
                  <a:lnTo>
                    <a:pt x="15" y="137"/>
                  </a:lnTo>
                  <a:lnTo>
                    <a:pt x="30" y="129"/>
                  </a:lnTo>
                  <a:lnTo>
                    <a:pt x="40" y="119"/>
                  </a:lnTo>
                  <a:lnTo>
                    <a:pt x="68" y="122"/>
                  </a:lnTo>
                  <a:lnTo>
                    <a:pt x="70" y="104"/>
                  </a:lnTo>
                  <a:lnTo>
                    <a:pt x="75" y="90"/>
                  </a:lnTo>
                  <a:lnTo>
                    <a:pt x="85" y="92"/>
                  </a:lnTo>
                  <a:lnTo>
                    <a:pt x="110" y="90"/>
                  </a:lnTo>
                  <a:lnTo>
                    <a:pt x="112" y="77"/>
                  </a:lnTo>
                  <a:lnTo>
                    <a:pt x="112" y="55"/>
                  </a:lnTo>
                  <a:lnTo>
                    <a:pt x="120" y="42"/>
                  </a:lnTo>
                  <a:lnTo>
                    <a:pt x="115" y="12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E7D2FCB0-9D16-AB52-1353-33C256B0C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691" y="3372065"/>
              <a:ext cx="28785" cy="27346"/>
            </a:xfrm>
            <a:custGeom>
              <a:avLst/>
              <a:gdLst>
                <a:gd name="T0" fmla="*/ 0 w 20"/>
                <a:gd name="T1" fmla="*/ 7 h 19"/>
                <a:gd name="T2" fmla="*/ 0 w 20"/>
                <a:gd name="T3" fmla="*/ 19 h 19"/>
                <a:gd name="T4" fmla="*/ 10 w 20"/>
                <a:gd name="T5" fmla="*/ 19 h 19"/>
                <a:gd name="T6" fmla="*/ 20 w 20"/>
                <a:gd name="T7" fmla="*/ 7 h 19"/>
                <a:gd name="T8" fmla="*/ 7 w 20"/>
                <a:gd name="T9" fmla="*/ 0 h 19"/>
                <a:gd name="T10" fmla="*/ 0 w 20"/>
                <a:gd name="T11" fmla="*/ 2 h 19"/>
                <a:gd name="T12" fmla="*/ 0 w 20"/>
                <a:gd name="T13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0" y="7"/>
                  </a:moveTo>
                  <a:lnTo>
                    <a:pt x="0" y="19"/>
                  </a:lnTo>
                  <a:lnTo>
                    <a:pt x="10" y="19"/>
                  </a:lnTo>
                  <a:lnTo>
                    <a:pt x="20" y="7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Freeform 83">
              <a:extLst>
                <a:ext uri="{FF2B5EF4-FFF2-40B4-BE49-F238E27FC236}">
                  <a16:creationId xmlns:a16="http://schemas.microsoft.com/office/drawing/2014/main" id="{8D6E0EC7-AE3E-F1F8-7B8E-8188C459B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691" y="3372065"/>
              <a:ext cx="28785" cy="27346"/>
            </a:xfrm>
            <a:custGeom>
              <a:avLst/>
              <a:gdLst>
                <a:gd name="T0" fmla="*/ 0 w 20"/>
                <a:gd name="T1" fmla="*/ 7 h 19"/>
                <a:gd name="T2" fmla="*/ 0 w 20"/>
                <a:gd name="T3" fmla="*/ 19 h 19"/>
                <a:gd name="T4" fmla="*/ 10 w 20"/>
                <a:gd name="T5" fmla="*/ 19 h 19"/>
                <a:gd name="T6" fmla="*/ 20 w 20"/>
                <a:gd name="T7" fmla="*/ 7 h 19"/>
                <a:gd name="T8" fmla="*/ 7 w 20"/>
                <a:gd name="T9" fmla="*/ 0 h 19"/>
                <a:gd name="T10" fmla="*/ 0 w 20"/>
                <a:gd name="T11" fmla="*/ 2 h 19"/>
                <a:gd name="T12" fmla="*/ 0 w 20"/>
                <a:gd name="T13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0" y="7"/>
                  </a:moveTo>
                  <a:lnTo>
                    <a:pt x="0" y="19"/>
                  </a:lnTo>
                  <a:lnTo>
                    <a:pt x="10" y="19"/>
                  </a:lnTo>
                  <a:lnTo>
                    <a:pt x="20" y="7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Freeform 84">
              <a:extLst>
                <a:ext uri="{FF2B5EF4-FFF2-40B4-BE49-F238E27FC236}">
                  <a16:creationId xmlns:a16="http://schemas.microsoft.com/office/drawing/2014/main" id="{C3B0469A-FB15-C0E2-FED2-1E80BE85F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691" y="3372065"/>
              <a:ext cx="28785" cy="27346"/>
            </a:xfrm>
            <a:custGeom>
              <a:avLst/>
              <a:gdLst>
                <a:gd name="T0" fmla="*/ 0 w 20"/>
                <a:gd name="T1" fmla="*/ 7 h 19"/>
                <a:gd name="T2" fmla="*/ 0 w 20"/>
                <a:gd name="T3" fmla="*/ 19 h 19"/>
                <a:gd name="T4" fmla="*/ 10 w 20"/>
                <a:gd name="T5" fmla="*/ 19 h 19"/>
                <a:gd name="T6" fmla="*/ 20 w 20"/>
                <a:gd name="T7" fmla="*/ 7 h 19"/>
                <a:gd name="T8" fmla="*/ 7 w 20"/>
                <a:gd name="T9" fmla="*/ 0 h 19"/>
                <a:gd name="T10" fmla="*/ 0 w 20"/>
                <a:gd name="T11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0" y="7"/>
                  </a:moveTo>
                  <a:lnTo>
                    <a:pt x="0" y="19"/>
                  </a:lnTo>
                  <a:lnTo>
                    <a:pt x="10" y="19"/>
                  </a:lnTo>
                  <a:lnTo>
                    <a:pt x="20" y="7"/>
                  </a:lnTo>
                  <a:lnTo>
                    <a:pt x="7" y="0"/>
                  </a:lnTo>
                  <a:lnTo>
                    <a:pt x="0" y="2"/>
                  </a:lnTo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FDA9B22F-8B53-951D-1A6B-6AED6178F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5654" y="3350477"/>
              <a:ext cx="56131" cy="92111"/>
            </a:xfrm>
            <a:custGeom>
              <a:avLst/>
              <a:gdLst>
                <a:gd name="T0" fmla="*/ 17 w 39"/>
                <a:gd name="T1" fmla="*/ 5 h 64"/>
                <a:gd name="T2" fmla="*/ 10 w 39"/>
                <a:gd name="T3" fmla="*/ 17 h 64"/>
                <a:gd name="T4" fmla="*/ 0 w 39"/>
                <a:gd name="T5" fmla="*/ 24 h 64"/>
                <a:gd name="T6" fmla="*/ 7 w 39"/>
                <a:gd name="T7" fmla="*/ 42 h 64"/>
                <a:gd name="T8" fmla="*/ 17 w 39"/>
                <a:gd name="T9" fmla="*/ 34 h 64"/>
                <a:gd name="T10" fmla="*/ 25 w 39"/>
                <a:gd name="T11" fmla="*/ 37 h 64"/>
                <a:gd name="T12" fmla="*/ 22 w 39"/>
                <a:gd name="T13" fmla="*/ 49 h 64"/>
                <a:gd name="T14" fmla="*/ 30 w 39"/>
                <a:gd name="T15" fmla="*/ 64 h 64"/>
                <a:gd name="T16" fmla="*/ 39 w 39"/>
                <a:gd name="T17" fmla="*/ 57 h 64"/>
                <a:gd name="T18" fmla="*/ 39 w 39"/>
                <a:gd name="T19" fmla="*/ 37 h 64"/>
                <a:gd name="T20" fmla="*/ 37 w 39"/>
                <a:gd name="T21" fmla="*/ 10 h 64"/>
                <a:gd name="T22" fmla="*/ 32 w 39"/>
                <a:gd name="T23" fmla="*/ 0 h 64"/>
                <a:gd name="T24" fmla="*/ 17 w 39"/>
                <a:gd name="T25" fmla="*/ 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64">
                  <a:moveTo>
                    <a:pt x="17" y="5"/>
                  </a:moveTo>
                  <a:lnTo>
                    <a:pt x="10" y="17"/>
                  </a:lnTo>
                  <a:lnTo>
                    <a:pt x="0" y="24"/>
                  </a:lnTo>
                  <a:lnTo>
                    <a:pt x="7" y="42"/>
                  </a:lnTo>
                  <a:lnTo>
                    <a:pt x="17" y="34"/>
                  </a:lnTo>
                  <a:lnTo>
                    <a:pt x="25" y="37"/>
                  </a:lnTo>
                  <a:lnTo>
                    <a:pt x="22" y="49"/>
                  </a:lnTo>
                  <a:lnTo>
                    <a:pt x="30" y="64"/>
                  </a:lnTo>
                  <a:lnTo>
                    <a:pt x="39" y="57"/>
                  </a:lnTo>
                  <a:lnTo>
                    <a:pt x="39" y="37"/>
                  </a:lnTo>
                  <a:lnTo>
                    <a:pt x="37" y="10"/>
                  </a:lnTo>
                  <a:lnTo>
                    <a:pt x="32" y="0"/>
                  </a:lnTo>
                  <a:lnTo>
                    <a:pt x="17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Freeform 86">
              <a:extLst>
                <a:ext uri="{FF2B5EF4-FFF2-40B4-BE49-F238E27FC236}">
                  <a16:creationId xmlns:a16="http://schemas.microsoft.com/office/drawing/2014/main" id="{B5F4361A-9C54-5D22-32FC-0DF7AA84B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9718" y="4971056"/>
              <a:ext cx="63326" cy="48934"/>
            </a:xfrm>
            <a:custGeom>
              <a:avLst/>
              <a:gdLst>
                <a:gd name="T0" fmla="*/ 12 w 44"/>
                <a:gd name="T1" fmla="*/ 0 h 34"/>
                <a:gd name="T2" fmla="*/ 0 w 44"/>
                <a:gd name="T3" fmla="*/ 7 h 34"/>
                <a:gd name="T4" fmla="*/ 7 w 44"/>
                <a:gd name="T5" fmla="*/ 17 h 34"/>
                <a:gd name="T6" fmla="*/ 22 w 44"/>
                <a:gd name="T7" fmla="*/ 27 h 34"/>
                <a:gd name="T8" fmla="*/ 39 w 44"/>
                <a:gd name="T9" fmla="*/ 34 h 34"/>
                <a:gd name="T10" fmla="*/ 44 w 44"/>
                <a:gd name="T11" fmla="*/ 25 h 34"/>
                <a:gd name="T12" fmla="*/ 32 w 44"/>
                <a:gd name="T13" fmla="*/ 7 h 34"/>
                <a:gd name="T14" fmla="*/ 12 w 44"/>
                <a:gd name="T1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4">
                  <a:moveTo>
                    <a:pt x="12" y="0"/>
                  </a:moveTo>
                  <a:lnTo>
                    <a:pt x="0" y="7"/>
                  </a:lnTo>
                  <a:lnTo>
                    <a:pt x="7" y="17"/>
                  </a:lnTo>
                  <a:lnTo>
                    <a:pt x="22" y="27"/>
                  </a:lnTo>
                  <a:lnTo>
                    <a:pt x="39" y="34"/>
                  </a:lnTo>
                  <a:lnTo>
                    <a:pt x="44" y="25"/>
                  </a:lnTo>
                  <a:lnTo>
                    <a:pt x="32" y="7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Freeform 87">
              <a:extLst>
                <a:ext uri="{FF2B5EF4-FFF2-40B4-BE49-F238E27FC236}">
                  <a16:creationId xmlns:a16="http://schemas.microsoft.com/office/drawing/2014/main" id="{9E382548-922F-0926-4A35-9A908DCC8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606" y="1561507"/>
              <a:ext cx="289286" cy="175587"/>
            </a:xfrm>
            <a:custGeom>
              <a:avLst/>
              <a:gdLst>
                <a:gd name="T0" fmla="*/ 79 w 201"/>
                <a:gd name="T1" fmla="*/ 5 h 122"/>
                <a:gd name="T2" fmla="*/ 75 w 201"/>
                <a:gd name="T3" fmla="*/ 30 h 122"/>
                <a:gd name="T4" fmla="*/ 52 w 201"/>
                <a:gd name="T5" fmla="*/ 15 h 122"/>
                <a:gd name="T6" fmla="*/ 35 w 201"/>
                <a:gd name="T7" fmla="*/ 25 h 122"/>
                <a:gd name="T8" fmla="*/ 25 w 201"/>
                <a:gd name="T9" fmla="*/ 5 h 122"/>
                <a:gd name="T10" fmla="*/ 0 w 201"/>
                <a:gd name="T11" fmla="*/ 22 h 122"/>
                <a:gd name="T12" fmla="*/ 5 w 201"/>
                <a:gd name="T13" fmla="*/ 35 h 122"/>
                <a:gd name="T14" fmla="*/ 10 w 201"/>
                <a:gd name="T15" fmla="*/ 57 h 122"/>
                <a:gd name="T16" fmla="*/ 37 w 201"/>
                <a:gd name="T17" fmla="*/ 59 h 122"/>
                <a:gd name="T18" fmla="*/ 52 w 201"/>
                <a:gd name="T19" fmla="*/ 44 h 122"/>
                <a:gd name="T20" fmla="*/ 65 w 201"/>
                <a:gd name="T21" fmla="*/ 47 h 122"/>
                <a:gd name="T22" fmla="*/ 57 w 201"/>
                <a:gd name="T23" fmla="*/ 64 h 122"/>
                <a:gd name="T24" fmla="*/ 55 w 201"/>
                <a:gd name="T25" fmla="*/ 79 h 122"/>
                <a:gd name="T26" fmla="*/ 70 w 201"/>
                <a:gd name="T27" fmla="*/ 94 h 122"/>
                <a:gd name="T28" fmla="*/ 82 w 201"/>
                <a:gd name="T29" fmla="*/ 114 h 122"/>
                <a:gd name="T30" fmla="*/ 99 w 201"/>
                <a:gd name="T31" fmla="*/ 122 h 122"/>
                <a:gd name="T32" fmla="*/ 107 w 201"/>
                <a:gd name="T33" fmla="*/ 89 h 122"/>
                <a:gd name="T34" fmla="*/ 132 w 201"/>
                <a:gd name="T35" fmla="*/ 62 h 122"/>
                <a:gd name="T36" fmla="*/ 147 w 201"/>
                <a:gd name="T37" fmla="*/ 72 h 122"/>
                <a:gd name="T38" fmla="*/ 147 w 201"/>
                <a:gd name="T39" fmla="*/ 94 h 122"/>
                <a:gd name="T40" fmla="*/ 176 w 201"/>
                <a:gd name="T41" fmla="*/ 89 h 122"/>
                <a:gd name="T42" fmla="*/ 191 w 201"/>
                <a:gd name="T43" fmla="*/ 97 h 122"/>
                <a:gd name="T44" fmla="*/ 201 w 201"/>
                <a:gd name="T45" fmla="*/ 74 h 122"/>
                <a:gd name="T46" fmla="*/ 132 w 201"/>
                <a:gd name="T47" fmla="*/ 37 h 122"/>
                <a:gd name="T48" fmla="*/ 109 w 201"/>
                <a:gd name="T49" fmla="*/ 0 h 122"/>
                <a:gd name="T50" fmla="*/ 79 w 201"/>
                <a:gd name="T51" fmla="*/ 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1" h="122">
                  <a:moveTo>
                    <a:pt x="79" y="5"/>
                  </a:moveTo>
                  <a:lnTo>
                    <a:pt x="75" y="30"/>
                  </a:lnTo>
                  <a:lnTo>
                    <a:pt x="52" y="15"/>
                  </a:lnTo>
                  <a:lnTo>
                    <a:pt x="35" y="25"/>
                  </a:lnTo>
                  <a:lnTo>
                    <a:pt x="25" y="5"/>
                  </a:lnTo>
                  <a:lnTo>
                    <a:pt x="0" y="22"/>
                  </a:lnTo>
                  <a:lnTo>
                    <a:pt x="5" y="35"/>
                  </a:lnTo>
                  <a:lnTo>
                    <a:pt x="10" y="57"/>
                  </a:lnTo>
                  <a:lnTo>
                    <a:pt x="37" y="59"/>
                  </a:lnTo>
                  <a:lnTo>
                    <a:pt x="52" y="44"/>
                  </a:lnTo>
                  <a:lnTo>
                    <a:pt x="65" y="47"/>
                  </a:lnTo>
                  <a:lnTo>
                    <a:pt x="57" y="64"/>
                  </a:lnTo>
                  <a:lnTo>
                    <a:pt x="55" y="79"/>
                  </a:lnTo>
                  <a:lnTo>
                    <a:pt x="70" y="94"/>
                  </a:lnTo>
                  <a:lnTo>
                    <a:pt x="82" y="114"/>
                  </a:lnTo>
                  <a:lnTo>
                    <a:pt x="99" y="122"/>
                  </a:lnTo>
                  <a:lnTo>
                    <a:pt x="107" y="89"/>
                  </a:lnTo>
                  <a:lnTo>
                    <a:pt x="132" y="62"/>
                  </a:lnTo>
                  <a:lnTo>
                    <a:pt x="147" y="72"/>
                  </a:lnTo>
                  <a:lnTo>
                    <a:pt x="147" y="94"/>
                  </a:lnTo>
                  <a:lnTo>
                    <a:pt x="176" y="89"/>
                  </a:lnTo>
                  <a:lnTo>
                    <a:pt x="191" y="97"/>
                  </a:lnTo>
                  <a:lnTo>
                    <a:pt x="201" y="74"/>
                  </a:lnTo>
                  <a:lnTo>
                    <a:pt x="132" y="37"/>
                  </a:lnTo>
                  <a:lnTo>
                    <a:pt x="109" y="0"/>
                  </a:lnTo>
                  <a:lnTo>
                    <a:pt x="79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Freeform 88">
              <a:extLst>
                <a:ext uri="{FF2B5EF4-FFF2-40B4-BE49-F238E27FC236}">
                  <a16:creationId xmlns:a16="http://schemas.microsoft.com/office/drawing/2014/main" id="{39A9AB2D-50B6-CD80-5027-5944527C1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463" y="1539919"/>
              <a:ext cx="165512" cy="67644"/>
            </a:xfrm>
            <a:custGeom>
              <a:avLst/>
              <a:gdLst>
                <a:gd name="T0" fmla="*/ 0 w 115"/>
                <a:gd name="T1" fmla="*/ 5 h 47"/>
                <a:gd name="T2" fmla="*/ 8 w 115"/>
                <a:gd name="T3" fmla="*/ 35 h 47"/>
                <a:gd name="T4" fmla="*/ 52 w 115"/>
                <a:gd name="T5" fmla="*/ 47 h 47"/>
                <a:gd name="T6" fmla="*/ 87 w 115"/>
                <a:gd name="T7" fmla="*/ 35 h 47"/>
                <a:gd name="T8" fmla="*/ 115 w 115"/>
                <a:gd name="T9" fmla="*/ 7 h 47"/>
                <a:gd name="T10" fmla="*/ 65 w 115"/>
                <a:gd name="T11" fmla="*/ 7 h 47"/>
                <a:gd name="T12" fmla="*/ 37 w 115"/>
                <a:gd name="T13" fmla="*/ 0 h 47"/>
                <a:gd name="T14" fmla="*/ 0 w 115"/>
                <a:gd name="T15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47">
                  <a:moveTo>
                    <a:pt x="0" y="5"/>
                  </a:moveTo>
                  <a:lnTo>
                    <a:pt x="8" y="35"/>
                  </a:lnTo>
                  <a:lnTo>
                    <a:pt x="52" y="47"/>
                  </a:lnTo>
                  <a:lnTo>
                    <a:pt x="87" y="35"/>
                  </a:lnTo>
                  <a:lnTo>
                    <a:pt x="115" y="7"/>
                  </a:lnTo>
                  <a:lnTo>
                    <a:pt x="65" y="7"/>
                  </a:lnTo>
                  <a:lnTo>
                    <a:pt x="3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Freeform 89">
              <a:extLst>
                <a:ext uri="{FF2B5EF4-FFF2-40B4-BE49-F238E27FC236}">
                  <a16:creationId xmlns:a16="http://schemas.microsoft.com/office/drawing/2014/main" id="{A0854452-0C5E-4873-7070-D3DE53548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513" y="3851331"/>
              <a:ext cx="46056" cy="82036"/>
            </a:xfrm>
            <a:custGeom>
              <a:avLst/>
              <a:gdLst>
                <a:gd name="T0" fmla="*/ 0 w 32"/>
                <a:gd name="T1" fmla="*/ 15 h 57"/>
                <a:gd name="T2" fmla="*/ 10 w 32"/>
                <a:gd name="T3" fmla="*/ 10 h 57"/>
                <a:gd name="T4" fmla="*/ 32 w 32"/>
                <a:gd name="T5" fmla="*/ 0 h 57"/>
                <a:gd name="T6" fmla="*/ 27 w 32"/>
                <a:gd name="T7" fmla="*/ 22 h 57"/>
                <a:gd name="T8" fmla="*/ 32 w 32"/>
                <a:gd name="T9" fmla="*/ 47 h 57"/>
                <a:gd name="T10" fmla="*/ 19 w 32"/>
                <a:gd name="T11" fmla="*/ 57 h 57"/>
                <a:gd name="T12" fmla="*/ 7 w 32"/>
                <a:gd name="T13" fmla="*/ 57 h 57"/>
                <a:gd name="T14" fmla="*/ 0 w 32"/>
                <a:gd name="T15" fmla="*/ 54 h 57"/>
                <a:gd name="T16" fmla="*/ 0 w 32"/>
                <a:gd name="T17" fmla="*/ 37 h 57"/>
                <a:gd name="T18" fmla="*/ 0 w 32"/>
                <a:gd name="T19" fmla="*/ 1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57">
                  <a:moveTo>
                    <a:pt x="0" y="15"/>
                  </a:moveTo>
                  <a:lnTo>
                    <a:pt x="10" y="10"/>
                  </a:lnTo>
                  <a:lnTo>
                    <a:pt x="32" y="0"/>
                  </a:lnTo>
                  <a:lnTo>
                    <a:pt x="27" y="22"/>
                  </a:lnTo>
                  <a:lnTo>
                    <a:pt x="32" y="47"/>
                  </a:lnTo>
                  <a:lnTo>
                    <a:pt x="19" y="57"/>
                  </a:lnTo>
                  <a:lnTo>
                    <a:pt x="7" y="57"/>
                  </a:lnTo>
                  <a:lnTo>
                    <a:pt x="0" y="54"/>
                  </a:lnTo>
                  <a:lnTo>
                    <a:pt x="0" y="3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8" name="Freeform 90">
              <a:extLst>
                <a:ext uri="{FF2B5EF4-FFF2-40B4-BE49-F238E27FC236}">
                  <a16:creationId xmlns:a16="http://schemas.microsoft.com/office/drawing/2014/main" id="{410EDF54-4992-E1E1-FB32-DE58C3B07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232" y="4072973"/>
              <a:ext cx="82036" cy="53251"/>
            </a:xfrm>
            <a:custGeom>
              <a:avLst/>
              <a:gdLst>
                <a:gd name="T0" fmla="*/ 40 w 57"/>
                <a:gd name="T1" fmla="*/ 0 h 37"/>
                <a:gd name="T2" fmla="*/ 0 w 57"/>
                <a:gd name="T3" fmla="*/ 0 h 37"/>
                <a:gd name="T4" fmla="*/ 0 w 57"/>
                <a:gd name="T5" fmla="*/ 12 h 37"/>
                <a:gd name="T6" fmla="*/ 8 w 57"/>
                <a:gd name="T7" fmla="*/ 27 h 37"/>
                <a:gd name="T8" fmla="*/ 43 w 57"/>
                <a:gd name="T9" fmla="*/ 37 h 37"/>
                <a:gd name="T10" fmla="*/ 57 w 57"/>
                <a:gd name="T11" fmla="*/ 30 h 37"/>
                <a:gd name="T12" fmla="*/ 57 w 57"/>
                <a:gd name="T13" fmla="*/ 12 h 37"/>
                <a:gd name="T14" fmla="*/ 40 w 57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37">
                  <a:moveTo>
                    <a:pt x="4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8" y="27"/>
                  </a:lnTo>
                  <a:lnTo>
                    <a:pt x="43" y="37"/>
                  </a:lnTo>
                  <a:lnTo>
                    <a:pt x="57" y="30"/>
                  </a:lnTo>
                  <a:lnTo>
                    <a:pt x="57" y="12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9" name="Freeform 91">
              <a:extLst>
                <a:ext uri="{FF2B5EF4-FFF2-40B4-BE49-F238E27FC236}">
                  <a16:creationId xmlns:a16="http://schemas.microsoft.com/office/drawing/2014/main" id="{29D516A7-8129-DDC4-A365-347245A8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742" y="4025478"/>
              <a:ext cx="335341" cy="341099"/>
            </a:xfrm>
            <a:custGeom>
              <a:avLst/>
              <a:gdLst>
                <a:gd name="T0" fmla="*/ 32 w 233"/>
                <a:gd name="T1" fmla="*/ 5 h 237"/>
                <a:gd name="T2" fmla="*/ 19 w 233"/>
                <a:gd name="T3" fmla="*/ 23 h 237"/>
                <a:gd name="T4" fmla="*/ 9 w 233"/>
                <a:gd name="T5" fmla="*/ 53 h 237"/>
                <a:gd name="T6" fmla="*/ 0 w 233"/>
                <a:gd name="T7" fmla="*/ 60 h 237"/>
                <a:gd name="T8" fmla="*/ 14 w 233"/>
                <a:gd name="T9" fmla="*/ 82 h 237"/>
                <a:gd name="T10" fmla="*/ 9 w 233"/>
                <a:gd name="T11" fmla="*/ 102 h 237"/>
                <a:gd name="T12" fmla="*/ 42 w 233"/>
                <a:gd name="T13" fmla="*/ 105 h 237"/>
                <a:gd name="T14" fmla="*/ 42 w 233"/>
                <a:gd name="T15" fmla="*/ 117 h 237"/>
                <a:gd name="T16" fmla="*/ 69 w 233"/>
                <a:gd name="T17" fmla="*/ 130 h 237"/>
                <a:gd name="T18" fmla="*/ 96 w 233"/>
                <a:gd name="T19" fmla="*/ 140 h 237"/>
                <a:gd name="T20" fmla="*/ 96 w 233"/>
                <a:gd name="T21" fmla="*/ 174 h 237"/>
                <a:gd name="T22" fmla="*/ 91 w 233"/>
                <a:gd name="T23" fmla="*/ 194 h 237"/>
                <a:gd name="T24" fmla="*/ 94 w 233"/>
                <a:gd name="T25" fmla="*/ 212 h 237"/>
                <a:gd name="T26" fmla="*/ 104 w 233"/>
                <a:gd name="T27" fmla="*/ 217 h 237"/>
                <a:gd name="T28" fmla="*/ 114 w 233"/>
                <a:gd name="T29" fmla="*/ 229 h 237"/>
                <a:gd name="T30" fmla="*/ 126 w 233"/>
                <a:gd name="T31" fmla="*/ 237 h 237"/>
                <a:gd name="T32" fmla="*/ 146 w 233"/>
                <a:gd name="T33" fmla="*/ 234 h 237"/>
                <a:gd name="T34" fmla="*/ 161 w 233"/>
                <a:gd name="T35" fmla="*/ 222 h 237"/>
                <a:gd name="T36" fmla="*/ 161 w 233"/>
                <a:gd name="T37" fmla="*/ 209 h 237"/>
                <a:gd name="T38" fmla="*/ 149 w 233"/>
                <a:gd name="T39" fmla="*/ 202 h 237"/>
                <a:gd name="T40" fmla="*/ 146 w 233"/>
                <a:gd name="T41" fmla="*/ 189 h 237"/>
                <a:gd name="T42" fmla="*/ 151 w 233"/>
                <a:gd name="T43" fmla="*/ 174 h 237"/>
                <a:gd name="T44" fmla="*/ 159 w 233"/>
                <a:gd name="T45" fmla="*/ 172 h 237"/>
                <a:gd name="T46" fmla="*/ 174 w 233"/>
                <a:gd name="T47" fmla="*/ 184 h 237"/>
                <a:gd name="T48" fmla="*/ 183 w 233"/>
                <a:gd name="T49" fmla="*/ 177 h 237"/>
                <a:gd name="T50" fmla="*/ 213 w 233"/>
                <a:gd name="T51" fmla="*/ 177 h 237"/>
                <a:gd name="T52" fmla="*/ 218 w 233"/>
                <a:gd name="T53" fmla="*/ 164 h 237"/>
                <a:gd name="T54" fmla="*/ 218 w 233"/>
                <a:gd name="T55" fmla="*/ 152 h 237"/>
                <a:gd name="T56" fmla="*/ 211 w 233"/>
                <a:gd name="T57" fmla="*/ 140 h 237"/>
                <a:gd name="T58" fmla="*/ 211 w 233"/>
                <a:gd name="T59" fmla="*/ 122 h 237"/>
                <a:gd name="T60" fmla="*/ 221 w 233"/>
                <a:gd name="T61" fmla="*/ 112 h 237"/>
                <a:gd name="T62" fmla="*/ 226 w 233"/>
                <a:gd name="T63" fmla="*/ 105 h 237"/>
                <a:gd name="T64" fmla="*/ 233 w 233"/>
                <a:gd name="T65" fmla="*/ 97 h 237"/>
                <a:gd name="T66" fmla="*/ 231 w 233"/>
                <a:gd name="T67" fmla="*/ 77 h 237"/>
                <a:gd name="T68" fmla="*/ 226 w 233"/>
                <a:gd name="T69" fmla="*/ 75 h 237"/>
                <a:gd name="T70" fmla="*/ 218 w 233"/>
                <a:gd name="T71" fmla="*/ 58 h 237"/>
                <a:gd name="T72" fmla="*/ 211 w 233"/>
                <a:gd name="T73" fmla="*/ 48 h 237"/>
                <a:gd name="T74" fmla="*/ 216 w 233"/>
                <a:gd name="T75" fmla="*/ 43 h 237"/>
                <a:gd name="T76" fmla="*/ 216 w 233"/>
                <a:gd name="T77" fmla="*/ 33 h 237"/>
                <a:gd name="T78" fmla="*/ 188 w 233"/>
                <a:gd name="T79" fmla="*/ 33 h 237"/>
                <a:gd name="T80" fmla="*/ 166 w 233"/>
                <a:gd name="T81" fmla="*/ 35 h 237"/>
                <a:gd name="T82" fmla="*/ 156 w 233"/>
                <a:gd name="T83" fmla="*/ 45 h 237"/>
                <a:gd name="T84" fmla="*/ 141 w 233"/>
                <a:gd name="T85" fmla="*/ 43 h 237"/>
                <a:gd name="T86" fmla="*/ 104 w 233"/>
                <a:gd name="T87" fmla="*/ 40 h 237"/>
                <a:gd name="T88" fmla="*/ 101 w 233"/>
                <a:gd name="T89" fmla="*/ 30 h 237"/>
                <a:gd name="T90" fmla="*/ 89 w 233"/>
                <a:gd name="T91" fmla="*/ 28 h 237"/>
                <a:gd name="T92" fmla="*/ 74 w 233"/>
                <a:gd name="T93" fmla="*/ 23 h 237"/>
                <a:gd name="T94" fmla="*/ 72 w 233"/>
                <a:gd name="T95" fmla="*/ 10 h 237"/>
                <a:gd name="T96" fmla="*/ 59 w 233"/>
                <a:gd name="T97" fmla="*/ 8 h 237"/>
                <a:gd name="T98" fmla="*/ 59 w 233"/>
                <a:gd name="T99" fmla="*/ 0 h 237"/>
                <a:gd name="T100" fmla="*/ 52 w 233"/>
                <a:gd name="T101" fmla="*/ 8 h 237"/>
                <a:gd name="T102" fmla="*/ 32 w 233"/>
                <a:gd name="T103" fmla="*/ 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3" h="237">
                  <a:moveTo>
                    <a:pt x="32" y="5"/>
                  </a:moveTo>
                  <a:lnTo>
                    <a:pt x="19" y="23"/>
                  </a:lnTo>
                  <a:lnTo>
                    <a:pt x="9" y="53"/>
                  </a:lnTo>
                  <a:lnTo>
                    <a:pt x="0" y="60"/>
                  </a:lnTo>
                  <a:lnTo>
                    <a:pt x="14" y="82"/>
                  </a:lnTo>
                  <a:lnTo>
                    <a:pt x="9" y="102"/>
                  </a:lnTo>
                  <a:lnTo>
                    <a:pt x="42" y="105"/>
                  </a:lnTo>
                  <a:lnTo>
                    <a:pt x="42" y="117"/>
                  </a:lnTo>
                  <a:lnTo>
                    <a:pt x="69" y="130"/>
                  </a:lnTo>
                  <a:lnTo>
                    <a:pt x="96" y="140"/>
                  </a:lnTo>
                  <a:lnTo>
                    <a:pt x="96" y="174"/>
                  </a:lnTo>
                  <a:lnTo>
                    <a:pt x="91" y="194"/>
                  </a:lnTo>
                  <a:lnTo>
                    <a:pt x="94" y="212"/>
                  </a:lnTo>
                  <a:lnTo>
                    <a:pt x="104" y="217"/>
                  </a:lnTo>
                  <a:lnTo>
                    <a:pt x="114" y="229"/>
                  </a:lnTo>
                  <a:lnTo>
                    <a:pt x="126" y="237"/>
                  </a:lnTo>
                  <a:lnTo>
                    <a:pt x="146" y="234"/>
                  </a:lnTo>
                  <a:lnTo>
                    <a:pt x="161" y="222"/>
                  </a:lnTo>
                  <a:lnTo>
                    <a:pt x="161" y="209"/>
                  </a:lnTo>
                  <a:lnTo>
                    <a:pt x="149" y="202"/>
                  </a:lnTo>
                  <a:lnTo>
                    <a:pt x="146" y="189"/>
                  </a:lnTo>
                  <a:lnTo>
                    <a:pt x="151" y="174"/>
                  </a:lnTo>
                  <a:lnTo>
                    <a:pt x="159" y="172"/>
                  </a:lnTo>
                  <a:lnTo>
                    <a:pt x="174" y="184"/>
                  </a:lnTo>
                  <a:lnTo>
                    <a:pt x="183" y="177"/>
                  </a:lnTo>
                  <a:lnTo>
                    <a:pt x="213" y="177"/>
                  </a:lnTo>
                  <a:lnTo>
                    <a:pt x="218" y="164"/>
                  </a:lnTo>
                  <a:lnTo>
                    <a:pt x="218" y="152"/>
                  </a:lnTo>
                  <a:lnTo>
                    <a:pt x="211" y="140"/>
                  </a:lnTo>
                  <a:lnTo>
                    <a:pt x="211" y="122"/>
                  </a:lnTo>
                  <a:lnTo>
                    <a:pt x="221" y="112"/>
                  </a:lnTo>
                  <a:lnTo>
                    <a:pt x="226" y="105"/>
                  </a:lnTo>
                  <a:lnTo>
                    <a:pt x="233" y="97"/>
                  </a:lnTo>
                  <a:lnTo>
                    <a:pt x="231" y="77"/>
                  </a:lnTo>
                  <a:lnTo>
                    <a:pt x="226" y="75"/>
                  </a:lnTo>
                  <a:lnTo>
                    <a:pt x="218" y="58"/>
                  </a:lnTo>
                  <a:lnTo>
                    <a:pt x="211" y="48"/>
                  </a:lnTo>
                  <a:lnTo>
                    <a:pt x="216" y="43"/>
                  </a:lnTo>
                  <a:lnTo>
                    <a:pt x="216" y="33"/>
                  </a:lnTo>
                  <a:lnTo>
                    <a:pt x="188" y="33"/>
                  </a:lnTo>
                  <a:lnTo>
                    <a:pt x="166" y="35"/>
                  </a:lnTo>
                  <a:lnTo>
                    <a:pt x="156" y="45"/>
                  </a:lnTo>
                  <a:lnTo>
                    <a:pt x="141" y="43"/>
                  </a:lnTo>
                  <a:lnTo>
                    <a:pt x="104" y="40"/>
                  </a:lnTo>
                  <a:lnTo>
                    <a:pt x="101" y="30"/>
                  </a:lnTo>
                  <a:lnTo>
                    <a:pt x="89" y="28"/>
                  </a:lnTo>
                  <a:lnTo>
                    <a:pt x="74" y="23"/>
                  </a:lnTo>
                  <a:lnTo>
                    <a:pt x="72" y="10"/>
                  </a:lnTo>
                  <a:lnTo>
                    <a:pt x="59" y="8"/>
                  </a:lnTo>
                  <a:lnTo>
                    <a:pt x="59" y="0"/>
                  </a:lnTo>
                  <a:lnTo>
                    <a:pt x="52" y="8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Freeform 92">
              <a:extLst>
                <a:ext uri="{FF2B5EF4-FFF2-40B4-BE49-F238E27FC236}">
                  <a16:creationId xmlns:a16="http://schemas.microsoft.com/office/drawing/2014/main" id="{2B6F963C-919A-6E0B-CC70-6C5DDF6D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066" y="6054800"/>
              <a:ext cx="60448" cy="64766"/>
            </a:xfrm>
            <a:custGeom>
              <a:avLst/>
              <a:gdLst>
                <a:gd name="T0" fmla="*/ 40 w 42"/>
                <a:gd name="T1" fmla="*/ 7 h 45"/>
                <a:gd name="T2" fmla="*/ 28 w 42"/>
                <a:gd name="T3" fmla="*/ 45 h 45"/>
                <a:gd name="T4" fmla="*/ 0 w 42"/>
                <a:gd name="T5" fmla="*/ 30 h 45"/>
                <a:gd name="T6" fmla="*/ 8 w 42"/>
                <a:gd name="T7" fmla="*/ 7 h 45"/>
                <a:gd name="T8" fmla="*/ 20 w 42"/>
                <a:gd name="T9" fmla="*/ 0 h 45"/>
                <a:gd name="T10" fmla="*/ 42 w 42"/>
                <a:gd name="T11" fmla="*/ 7 h 45"/>
                <a:gd name="T12" fmla="*/ 40 w 42"/>
                <a:gd name="T1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5">
                  <a:moveTo>
                    <a:pt x="40" y="7"/>
                  </a:moveTo>
                  <a:lnTo>
                    <a:pt x="28" y="45"/>
                  </a:lnTo>
                  <a:lnTo>
                    <a:pt x="0" y="30"/>
                  </a:lnTo>
                  <a:lnTo>
                    <a:pt x="8" y="7"/>
                  </a:lnTo>
                  <a:lnTo>
                    <a:pt x="20" y="0"/>
                  </a:lnTo>
                  <a:lnTo>
                    <a:pt x="42" y="7"/>
                  </a:lnTo>
                  <a:lnTo>
                    <a:pt x="4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Freeform 93">
              <a:extLst>
                <a:ext uri="{FF2B5EF4-FFF2-40B4-BE49-F238E27FC236}">
                  <a16:creationId xmlns:a16="http://schemas.microsoft.com/office/drawing/2014/main" id="{CDA0004C-0DA4-1AC7-5BD3-810D76E90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924" y="5281931"/>
              <a:ext cx="136728" cy="153998"/>
            </a:xfrm>
            <a:custGeom>
              <a:avLst/>
              <a:gdLst>
                <a:gd name="T0" fmla="*/ 23 w 95"/>
                <a:gd name="T1" fmla="*/ 0 h 107"/>
                <a:gd name="T2" fmla="*/ 30 w 95"/>
                <a:gd name="T3" fmla="*/ 10 h 107"/>
                <a:gd name="T4" fmla="*/ 48 w 95"/>
                <a:gd name="T5" fmla="*/ 17 h 107"/>
                <a:gd name="T6" fmla="*/ 85 w 95"/>
                <a:gd name="T7" fmla="*/ 52 h 107"/>
                <a:gd name="T8" fmla="*/ 92 w 95"/>
                <a:gd name="T9" fmla="*/ 67 h 107"/>
                <a:gd name="T10" fmla="*/ 95 w 95"/>
                <a:gd name="T11" fmla="*/ 79 h 107"/>
                <a:gd name="T12" fmla="*/ 85 w 95"/>
                <a:gd name="T13" fmla="*/ 87 h 107"/>
                <a:gd name="T14" fmla="*/ 80 w 95"/>
                <a:gd name="T15" fmla="*/ 92 h 107"/>
                <a:gd name="T16" fmla="*/ 80 w 95"/>
                <a:gd name="T17" fmla="*/ 99 h 107"/>
                <a:gd name="T18" fmla="*/ 65 w 95"/>
                <a:gd name="T19" fmla="*/ 102 h 107"/>
                <a:gd name="T20" fmla="*/ 60 w 95"/>
                <a:gd name="T21" fmla="*/ 107 h 107"/>
                <a:gd name="T22" fmla="*/ 53 w 95"/>
                <a:gd name="T23" fmla="*/ 102 h 107"/>
                <a:gd name="T24" fmla="*/ 35 w 95"/>
                <a:gd name="T25" fmla="*/ 97 h 107"/>
                <a:gd name="T26" fmla="*/ 23 w 95"/>
                <a:gd name="T27" fmla="*/ 89 h 107"/>
                <a:gd name="T28" fmla="*/ 15 w 95"/>
                <a:gd name="T29" fmla="*/ 97 h 107"/>
                <a:gd name="T30" fmla="*/ 8 w 95"/>
                <a:gd name="T31" fmla="*/ 99 h 107"/>
                <a:gd name="T32" fmla="*/ 3 w 95"/>
                <a:gd name="T33" fmla="*/ 77 h 107"/>
                <a:gd name="T34" fmla="*/ 0 w 95"/>
                <a:gd name="T35" fmla="*/ 50 h 107"/>
                <a:gd name="T36" fmla="*/ 3 w 95"/>
                <a:gd name="T37" fmla="*/ 30 h 107"/>
                <a:gd name="T38" fmla="*/ 13 w 95"/>
                <a:gd name="T39" fmla="*/ 12 h 107"/>
                <a:gd name="T40" fmla="*/ 23 w 95"/>
                <a:gd name="T4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5" h="107">
                  <a:moveTo>
                    <a:pt x="23" y="0"/>
                  </a:moveTo>
                  <a:lnTo>
                    <a:pt x="30" y="10"/>
                  </a:lnTo>
                  <a:lnTo>
                    <a:pt x="48" y="17"/>
                  </a:lnTo>
                  <a:lnTo>
                    <a:pt x="85" y="52"/>
                  </a:lnTo>
                  <a:lnTo>
                    <a:pt x="92" y="67"/>
                  </a:lnTo>
                  <a:lnTo>
                    <a:pt x="95" y="79"/>
                  </a:lnTo>
                  <a:lnTo>
                    <a:pt x="85" y="87"/>
                  </a:lnTo>
                  <a:lnTo>
                    <a:pt x="80" y="92"/>
                  </a:lnTo>
                  <a:lnTo>
                    <a:pt x="80" y="99"/>
                  </a:lnTo>
                  <a:lnTo>
                    <a:pt x="65" y="102"/>
                  </a:lnTo>
                  <a:lnTo>
                    <a:pt x="60" y="107"/>
                  </a:lnTo>
                  <a:lnTo>
                    <a:pt x="53" y="102"/>
                  </a:lnTo>
                  <a:lnTo>
                    <a:pt x="35" y="97"/>
                  </a:lnTo>
                  <a:lnTo>
                    <a:pt x="23" y="89"/>
                  </a:lnTo>
                  <a:lnTo>
                    <a:pt x="15" y="97"/>
                  </a:lnTo>
                  <a:lnTo>
                    <a:pt x="8" y="99"/>
                  </a:lnTo>
                  <a:lnTo>
                    <a:pt x="3" y="77"/>
                  </a:lnTo>
                  <a:lnTo>
                    <a:pt x="0" y="50"/>
                  </a:lnTo>
                  <a:lnTo>
                    <a:pt x="3" y="30"/>
                  </a:lnTo>
                  <a:lnTo>
                    <a:pt x="13" y="1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Freeform 94">
              <a:extLst>
                <a:ext uri="{FF2B5EF4-FFF2-40B4-BE49-F238E27FC236}">
                  <a16:creationId xmlns:a16="http://schemas.microsoft.com/office/drawing/2014/main" id="{DD0E8E0F-98BC-5CA0-EEB9-766CA70BA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170" y="4677452"/>
              <a:ext cx="313753" cy="392911"/>
            </a:xfrm>
            <a:custGeom>
              <a:avLst/>
              <a:gdLst>
                <a:gd name="T0" fmla="*/ 201 w 218"/>
                <a:gd name="T1" fmla="*/ 211 h 273"/>
                <a:gd name="T2" fmla="*/ 208 w 218"/>
                <a:gd name="T3" fmla="*/ 209 h 273"/>
                <a:gd name="T4" fmla="*/ 216 w 218"/>
                <a:gd name="T5" fmla="*/ 196 h 273"/>
                <a:gd name="T6" fmla="*/ 218 w 218"/>
                <a:gd name="T7" fmla="*/ 174 h 273"/>
                <a:gd name="T8" fmla="*/ 211 w 218"/>
                <a:gd name="T9" fmla="*/ 169 h 273"/>
                <a:gd name="T10" fmla="*/ 208 w 218"/>
                <a:gd name="T11" fmla="*/ 156 h 273"/>
                <a:gd name="T12" fmla="*/ 199 w 218"/>
                <a:gd name="T13" fmla="*/ 154 h 273"/>
                <a:gd name="T14" fmla="*/ 199 w 218"/>
                <a:gd name="T15" fmla="*/ 142 h 273"/>
                <a:gd name="T16" fmla="*/ 174 w 218"/>
                <a:gd name="T17" fmla="*/ 142 h 273"/>
                <a:gd name="T18" fmla="*/ 169 w 218"/>
                <a:gd name="T19" fmla="*/ 134 h 273"/>
                <a:gd name="T20" fmla="*/ 164 w 218"/>
                <a:gd name="T21" fmla="*/ 134 h 273"/>
                <a:gd name="T22" fmla="*/ 161 w 218"/>
                <a:gd name="T23" fmla="*/ 109 h 273"/>
                <a:gd name="T24" fmla="*/ 171 w 218"/>
                <a:gd name="T25" fmla="*/ 102 h 273"/>
                <a:gd name="T26" fmla="*/ 161 w 218"/>
                <a:gd name="T27" fmla="*/ 99 h 273"/>
                <a:gd name="T28" fmla="*/ 159 w 218"/>
                <a:gd name="T29" fmla="*/ 82 h 273"/>
                <a:gd name="T30" fmla="*/ 151 w 218"/>
                <a:gd name="T31" fmla="*/ 79 h 273"/>
                <a:gd name="T32" fmla="*/ 131 w 218"/>
                <a:gd name="T33" fmla="*/ 77 h 273"/>
                <a:gd name="T34" fmla="*/ 129 w 218"/>
                <a:gd name="T35" fmla="*/ 67 h 273"/>
                <a:gd name="T36" fmla="*/ 116 w 218"/>
                <a:gd name="T37" fmla="*/ 64 h 273"/>
                <a:gd name="T38" fmla="*/ 114 w 218"/>
                <a:gd name="T39" fmla="*/ 59 h 273"/>
                <a:gd name="T40" fmla="*/ 87 w 218"/>
                <a:gd name="T41" fmla="*/ 59 h 273"/>
                <a:gd name="T42" fmla="*/ 84 w 218"/>
                <a:gd name="T43" fmla="*/ 55 h 273"/>
                <a:gd name="T44" fmla="*/ 77 w 218"/>
                <a:gd name="T45" fmla="*/ 40 h 273"/>
                <a:gd name="T46" fmla="*/ 74 w 218"/>
                <a:gd name="T47" fmla="*/ 2 h 273"/>
                <a:gd name="T48" fmla="*/ 49 w 218"/>
                <a:gd name="T49" fmla="*/ 0 h 273"/>
                <a:gd name="T50" fmla="*/ 49 w 218"/>
                <a:gd name="T51" fmla="*/ 15 h 273"/>
                <a:gd name="T52" fmla="*/ 39 w 218"/>
                <a:gd name="T53" fmla="*/ 12 h 273"/>
                <a:gd name="T54" fmla="*/ 34 w 218"/>
                <a:gd name="T55" fmla="*/ 22 h 273"/>
                <a:gd name="T56" fmla="*/ 29 w 218"/>
                <a:gd name="T57" fmla="*/ 27 h 273"/>
                <a:gd name="T58" fmla="*/ 17 w 218"/>
                <a:gd name="T59" fmla="*/ 32 h 273"/>
                <a:gd name="T60" fmla="*/ 5 w 218"/>
                <a:gd name="T61" fmla="*/ 30 h 273"/>
                <a:gd name="T62" fmla="*/ 17 w 218"/>
                <a:gd name="T63" fmla="*/ 50 h 273"/>
                <a:gd name="T64" fmla="*/ 17 w 218"/>
                <a:gd name="T65" fmla="*/ 69 h 273"/>
                <a:gd name="T66" fmla="*/ 7 w 218"/>
                <a:gd name="T67" fmla="*/ 77 h 273"/>
                <a:gd name="T68" fmla="*/ 7 w 218"/>
                <a:gd name="T69" fmla="*/ 99 h 273"/>
                <a:gd name="T70" fmla="*/ 5 w 218"/>
                <a:gd name="T71" fmla="*/ 132 h 273"/>
                <a:gd name="T72" fmla="*/ 12 w 218"/>
                <a:gd name="T73" fmla="*/ 142 h 273"/>
                <a:gd name="T74" fmla="*/ 5 w 218"/>
                <a:gd name="T75" fmla="*/ 144 h 273"/>
                <a:gd name="T76" fmla="*/ 0 w 218"/>
                <a:gd name="T77" fmla="*/ 159 h 273"/>
                <a:gd name="T78" fmla="*/ 10 w 218"/>
                <a:gd name="T79" fmla="*/ 169 h 273"/>
                <a:gd name="T80" fmla="*/ 12 w 218"/>
                <a:gd name="T81" fmla="*/ 186 h 273"/>
                <a:gd name="T82" fmla="*/ 29 w 218"/>
                <a:gd name="T83" fmla="*/ 201 h 273"/>
                <a:gd name="T84" fmla="*/ 29 w 218"/>
                <a:gd name="T85" fmla="*/ 241 h 273"/>
                <a:gd name="T86" fmla="*/ 42 w 218"/>
                <a:gd name="T87" fmla="*/ 266 h 273"/>
                <a:gd name="T88" fmla="*/ 54 w 218"/>
                <a:gd name="T89" fmla="*/ 273 h 273"/>
                <a:gd name="T90" fmla="*/ 67 w 218"/>
                <a:gd name="T91" fmla="*/ 251 h 273"/>
                <a:gd name="T92" fmla="*/ 82 w 218"/>
                <a:gd name="T93" fmla="*/ 263 h 273"/>
                <a:gd name="T94" fmla="*/ 104 w 218"/>
                <a:gd name="T95" fmla="*/ 271 h 273"/>
                <a:gd name="T96" fmla="*/ 124 w 218"/>
                <a:gd name="T97" fmla="*/ 253 h 273"/>
                <a:gd name="T98" fmla="*/ 131 w 218"/>
                <a:gd name="T99" fmla="*/ 224 h 273"/>
                <a:gd name="T100" fmla="*/ 136 w 218"/>
                <a:gd name="T101" fmla="*/ 209 h 273"/>
                <a:gd name="T102" fmla="*/ 159 w 218"/>
                <a:gd name="T103" fmla="*/ 199 h 273"/>
                <a:gd name="T104" fmla="*/ 171 w 218"/>
                <a:gd name="T105" fmla="*/ 189 h 273"/>
                <a:gd name="T106" fmla="*/ 194 w 218"/>
                <a:gd name="T107" fmla="*/ 196 h 273"/>
                <a:gd name="T108" fmla="*/ 201 w 218"/>
                <a:gd name="T109" fmla="*/ 211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8" h="273">
                  <a:moveTo>
                    <a:pt x="201" y="211"/>
                  </a:moveTo>
                  <a:lnTo>
                    <a:pt x="208" y="209"/>
                  </a:lnTo>
                  <a:lnTo>
                    <a:pt x="216" y="196"/>
                  </a:lnTo>
                  <a:lnTo>
                    <a:pt x="218" y="174"/>
                  </a:lnTo>
                  <a:lnTo>
                    <a:pt x="211" y="169"/>
                  </a:lnTo>
                  <a:lnTo>
                    <a:pt x="208" y="156"/>
                  </a:lnTo>
                  <a:lnTo>
                    <a:pt x="199" y="154"/>
                  </a:lnTo>
                  <a:lnTo>
                    <a:pt x="199" y="142"/>
                  </a:lnTo>
                  <a:lnTo>
                    <a:pt x="174" y="142"/>
                  </a:lnTo>
                  <a:lnTo>
                    <a:pt x="169" y="134"/>
                  </a:lnTo>
                  <a:lnTo>
                    <a:pt x="164" y="134"/>
                  </a:lnTo>
                  <a:lnTo>
                    <a:pt x="161" y="109"/>
                  </a:lnTo>
                  <a:lnTo>
                    <a:pt x="171" y="102"/>
                  </a:lnTo>
                  <a:lnTo>
                    <a:pt x="161" y="99"/>
                  </a:lnTo>
                  <a:lnTo>
                    <a:pt x="159" y="82"/>
                  </a:lnTo>
                  <a:lnTo>
                    <a:pt x="151" y="79"/>
                  </a:lnTo>
                  <a:lnTo>
                    <a:pt x="131" y="77"/>
                  </a:lnTo>
                  <a:lnTo>
                    <a:pt x="129" y="67"/>
                  </a:lnTo>
                  <a:lnTo>
                    <a:pt x="116" y="64"/>
                  </a:lnTo>
                  <a:lnTo>
                    <a:pt x="114" y="59"/>
                  </a:lnTo>
                  <a:lnTo>
                    <a:pt x="87" y="59"/>
                  </a:lnTo>
                  <a:lnTo>
                    <a:pt x="84" y="55"/>
                  </a:lnTo>
                  <a:lnTo>
                    <a:pt x="77" y="40"/>
                  </a:lnTo>
                  <a:lnTo>
                    <a:pt x="74" y="2"/>
                  </a:lnTo>
                  <a:lnTo>
                    <a:pt x="49" y="0"/>
                  </a:lnTo>
                  <a:lnTo>
                    <a:pt x="49" y="15"/>
                  </a:lnTo>
                  <a:lnTo>
                    <a:pt x="39" y="12"/>
                  </a:lnTo>
                  <a:lnTo>
                    <a:pt x="34" y="22"/>
                  </a:lnTo>
                  <a:lnTo>
                    <a:pt x="29" y="27"/>
                  </a:lnTo>
                  <a:lnTo>
                    <a:pt x="17" y="32"/>
                  </a:lnTo>
                  <a:lnTo>
                    <a:pt x="5" y="30"/>
                  </a:lnTo>
                  <a:lnTo>
                    <a:pt x="17" y="50"/>
                  </a:lnTo>
                  <a:lnTo>
                    <a:pt x="17" y="69"/>
                  </a:lnTo>
                  <a:lnTo>
                    <a:pt x="7" y="77"/>
                  </a:lnTo>
                  <a:lnTo>
                    <a:pt x="7" y="99"/>
                  </a:lnTo>
                  <a:lnTo>
                    <a:pt x="5" y="132"/>
                  </a:lnTo>
                  <a:lnTo>
                    <a:pt x="12" y="142"/>
                  </a:lnTo>
                  <a:lnTo>
                    <a:pt x="5" y="144"/>
                  </a:lnTo>
                  <a:lnTo>
                    <a:pt x="0" y="159"/>
                  </a:lnTo>
                  <a:lnTo>
                    <a:pt x="10" y="169"/>
                  </a:lnTo>
                  <a:lnTo>
                    <a:pt x="12" y="186"/>
                  </a:lnTo>
                  <a:lnTo>
                    <a:pt x="29" y="201"/>
                  </a:lnTo>
                  <a:lnTo>
                    <a:pt x="29" y="241"/>
                  </a:lnTo>
                  <a:lnTo>
                    <a:pt x="42" y="266"/>
                  </a:lnTo>
                  <a:lnTo>
                    <a:pt x="54" y="273"/>
                  </a:lnTo>
                  <a:lnTo>
                    <a:pt x="67" y="251"/>
                  </a:lnTo>
                  <a:lnTo>
                    <a:pt x="82" y="263"/>
                  </a:lnTo>
                  <a:lnTo>
                    <a:pt x="104" y="271"/>
                  </a:lnTo>
                  <a:lnTo>
                    <a:pt x="124" y="253"/>
                  </a:lnTo>
                  <a:lnTo>
                    <a:pt x="131" y="224"/>
                  </a:lnTo>
                  <a:lnTo>
                    <a:pt x="136" y="209"/>
                  </a:lnTo>
                  <a:lnTo>
                    <a:pt x="159" y="199"/>
                  </a:lnTo>
                  <a:lnTo>
                    <a:pt x="171" y="189"/>
                  </a:lnTo>
                  <a:lnTo>
                    <a:pt x="194" y="196"/>
                  </a:lnTo>
                  <a:lnTo>
                    <a:pt x="201" y="21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Freeform 95">
              <a:extLst>
                <a:ext uri="{FF2B5EF4-FFF2-40B4-BE49-F238E27FC236}">
                  <a16:creationId xmlns:a16="http://schemas.microsoft.com/office/drawing/2014/main" id="{B07F1968-1A37-553F-E714-CF8B3383F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479" y="4906290"/>
              <a:ext cx="182783" cy="1191687"/>
            </a:xfrm>
            <a:custGeom>
              <a:avLst/>
              <a:gdLst>
                <a:gd name="T0" fmla="*/ 70 w 127"/>
                <a:gd name="T1" fmla="*/ 768 h 828"/>
                <a:gd name="T2" fmla="*/ 50 w 127"/>
                <a:gd name="T3" fmla="*/ 733 h 828"/>
                <a:gd name="T4" fmla="*/ 58 w 127"/>
                <a:gd name="T5" fmla="*/ 676 h 828"/>
                <a:gd name="T6" fmla="*/ 60 w 127"/>
                <a:gd name="T7" fmla="*/ 587 h 828"/>
                <a:gd name="T8" fmla="*/ 53 w 127"/>
                <a:gd name="T9" fmla="*/ 537 h 828"/>
                <a:gd name="T10" fmla="*/ 40 w 127"/>
                <a:gd name="T11" fmla="*/ 487 h 828"/>
                <a:gd name="T12" fmla="*/ 55 w 127"/>
                <a:gd name="T13" fmla="*/ 455 h 828"/>
                <a:gd name="T14" fmla="*/ 50 w 127"/>
                <a:gd name="T15" fmla="*/ 400 h 828"/>
                <a:gd name="T16" fmla="*/ 50 w 127"/>
                <a:gd name="T17" fmla="*/ 378 h 828"/>
                <a:gd name="T18" fmla="*/ 60 w 127"/>
                <a:gd name="T19" fmla="*/ 348 h 828"/>
                <a:gd name="T20" fmla="*/ 50 w 127"/>
                <a:gd name="T21" fmla="*/ 326 h 828"/>
                <a:gd name="T22" fmla="*/ 58 w 127"/>
                <a:gd name="T23" fmla="*/ 288 h 828"/>
                <a:gd name="T24" fmla="*/ 53 w 127"/>
                <a:gd name="T25" fmla="*/ 244 h 828"/>
                <a:gd name="T26" fmla="*/ 60 w 127"/>
                <a:gd name="T27" fmla="*/ 214 h 828"/>
                <a:gd name="T28" fmla="*/ 77 w 127"/>
                <a:gd name="T29" fmla="*/ 189 h 828"/>
                <a:gd name="T30" fmla="*/ 80 w 127"/>
                <a:gd name="T31" fmla="*/ 164 h 828"/>
                <a:gd name="T32" fmla="*/ 90 w 127"/>
                <a:gd name="T33" fmla="*/ 137 h 828"/>
                <a:gd name="T34" fmla="*/ 80 w 127"/>
                <a:gd name="T35" fmla="*/ 107 h 828"/>
                <a:gd name="T36" fmla="*/ 67 w 127"/>
                <a:gd name="T37" fmla="*/ 42 h 828"/>
                <a:gd name="T38" fmla="*/ 48 w 127"/>
                <a:gd name="T39" fmla="*/ 10 h 828"/>
                <a:gd name="T40" fmla="*/ 25 w 127"/>
                <a:gd name="T41" fmla="*/ 12 h 828"/>
                <a:gd name="T42" fmla="*/ 35 w 127"/>
                <a:gd name="T43" fmla="*/ 47 h 828"/>
                <a:gd name="T44" fmla="*/ 28 w 127"/>
                <a:gd name="T45" fmla="*/ 127 h 828"/>
                <a:gd name="T46" fmla="*/ 35 w 127"/>
                <a:gd name="T47" fmla="*/ 137 h 828"/>
                <a:gd name="T48" fmla="*/ 30 w 127"/>
                <a:gd name="T49" fmla="*/ 179 h 828"/>
                <a:gd name="T50" fmla="*/ 15 w 127"/>
                <a:gd name="T51" fmla="*/ 229 h 828"/>
                <a:gd name="T52" fmla="*/ 18 w 127"/>
                <a:gd name="T53" fmla="*/ 263 h 828"/>
                <a:gd name="T54" fmla="*/ 18 w 127"/>
                <a:gd name="T55" fmla="*/ 328 h 828"/>
                <a:gd name="T56" fmla="*/ 5 w 127"/>
                <a:gd name="T57" fmla="*/ 418 h 828"/>
                <a:gd name="T58" fmla="*/ 13 w 127"/>
                <a:gd name="T59" fmla="*/ 537 h 828"/>
                <a:gd name="T60" fmla="*/ 18 w 127"/>
                <a:gd name="T61" fmla="*/ 554 h 828"/>
                <a:gd name="T62" fmla="*/ 25 w 127"/>
                <a:gd name="T63" fmla="*/ 611 h 828"/>
                <a:gd name="T64" fmla="*/ 15 w 127"/>
                <a:gd name="T65" fmla="*/ 656 h 828"/>
                <a:gd name="T66" fmla="*/ 15 w 127"/>
                <a:gd name="T67" fmla="*/ 693 h 828"/>
                <a:gd name="T68" fmla="*/ 35 w 127"/>
                <a:gd name="T69" fmla="*/ 743 h 828"/>
                <a:gd name="T70" fmla="*/ 50 w 127"/>
                <a:gd name="T71" fmla="*/ 768 h 828"/>
                <a:gd name="T72" fmla="*/ 67 w 127"/>
                <a:gd name="T73" fmla="*/ 783 h 828"/>
                <a:gd name="T74" fmla="*/ 90 w 127"/>
                <a:gd name="T75" fmla="*/ 803 h 828"/>
                <a:gd name="T76" fmla="*/ 107 w 127"/>
                <a:gd name="T77" fmla="*/ 828 h 828"/>
                <a:gd name="T78" fmla="*/ 127 w 127"/>
                <a:gd name="T79" fmla="*/ 798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" h="828">
                  <a:moveTo>
                    <a:pt x="122" y="766"/>
                  </a:moveTo>
                  <a:lnTo>
                    <a:pt x="70" y="768"/>
                  </a:lnTo>
                  <a:lnTo>
                    <a:pt x="65" y="743"/>
                  </a:lnTo>
                  <a:lnTo>
                    <a:pt x="50" y="733"/>
                  </a:lnTo>
                  <a:lnTo>
                    <a:pt x="48" y="679"/>
                  </a:lnTo>
                  <a:lnTo>
                    <a:pt x="58" y="676"/>
                  </a:lnTo>
                  <a:lnTo>
                    <a:pt x="60" y="661"/>
                  </a:lnTo>
                  <a:lnTo>
                    <a:pt x="60" y="587"/>
                  </a:lnTo>
                  <a:lnTo>
                    <a:pt x="53" y="567"/>
                  </a:lnTo>
                  <a:lnTo>
                    <a:pt x="53" y="537"/>
                  </a:lnTo>
                  <a:lnTo>
                    <a:pt x="48" y="505"/>
                  </a:lnTo>
                  <a:lnTo>
                    <a:pt x="40" y="487"/>
                  </a:lnTo>
                  <a:lnTo>
                    <a:pt x="43" y="472"/>
                  </a:lnTo>
                  <a:lnTo>
                    <a:pt x="55" y="455"/>
                  </a:lnTo>
                  <a:lnTo>
                    <a:pt x="38" y="420"/>
                  </a:lnTo>
                  <a:lnTo>
                    <a:pt x="50" y="400"/>
                  </a:lnTo>
                  <a:lnTo>
                    <a:pt x="58" y="388"/>
                  </a:lnTo>
                  <a:lnTo>
                    <a:pt x="50" y="378"/>
                  </a:lnTo>
                  <a:lnTo>
                    <a:pt x="50" y="350"/>
                  </a:lnTo>
                  <a:lnTo>
                    <a:pt x="60" y="348"/>
                  </a:lnTo>
                  <a:lnTo>
                    <a:pt x="60" y="328"/>
                  </a:lnTo>
                  <a:lnTo>
                    <a:pt x="50" y="326"/>
                  </a:lnTo>
                  <a:lnTo>
                    <a:pt x="50" y="296"/>
                  </a:lnTo>
                  <a:lnTo>
                    <a:pt x="58" y="288"/>
                  </a:lnTo>
                  <a:lnTo>
                    <a:pt x="55" y="273"/>
                  </a:lnTo>
                  <a:lnTo>
                    <a:pt x="53" y="244"/>
                  </a:lnTo>
                  <a:lnTo>
                    <a:pt x="58" y="231"/>
                  </a:lnTo>
                  <a:lnTo>
                    <a:pt x="60" y="214"/>
                  </a:lnTo>
                  <a:lnTo>
                    <a:pt x="72" y="206"/>
                  </a:lnTo>
                  <a:lnTo>
                    <a:pt x="77" y="189"/>
                  </a:lnTo>
                  <a:lnTo>
                    <a:pt x="70" y="176"/>
                  </a:lnTo>
                  <a:lnTo>
                    <a:pt x="80" y="164"/>
                  </a:lnTo>
                  <a:lnTo>
                    <a:pt x="80" y="139"/>
                  </a:lnTo>
                  <a:lnTo>
                    <a:pt x="90" y="137"/>
                  </a:lnTo>
                  <a:lnTo>
                    <a:pt x="92" y="114"/>
                  </a:lnTo>
                  <a:lnTo>
                    <a:pt x="80" y="107"/>
                  </a:lnTo>
                  <a:lnTo>
                    <a:pt x="67" y="82"/>
                  </a:lnTo>
                  <a:lnTo>
                    <a:pt x="67" y="42"/>
                  </a:lnTo>
                  <a:lnTo>
                    <a:pt x="50" y="27"/>
                  </a:lnTo>
                  <a:lnTo>
                    <a:pt x="48" y="10"/>
                  </a:lnTo>
                  <a:lnTo>
                    <a:pt x="38" y="0"/>
                  </a:lnTo>
                  <a:lnTo>
                    <a:pt x="25" y="12"/>
                  </a:lnTo>
                  <a:lnTo>
                    <a:pt x="30" y="37"/>
                  </a:lnTo>
                  <a:lnTo>
                    <a:pt x="35" y="47"/>
                  </a:lnTo>
                  <a:lnTo>
                    <a:pt x="35" y="117"/>
                  </a:lnTo>
                  <a:lnTo>
                    <a:pt x="28" y="127"/>
                  </a:lnTo>
                  <a:lnTo>
                    <a:pt x="28" y="137"/>
                  </a:lnTo>
                  <a:lnTo>
                    <a:pt x="35" y="137"/>
                  </a:lnTo>
                  <a:lnTo>
                    <a:pt x="35" y="179"/>
                  </a:lnTo>
                  <a:lnTo>
                    <a:pt x="30" y="179"/>
                  </a:lnTo>
                  <a:lnTo>
                    <a:pt x="28" y="229"/>
                  </a:lnTo>
                  <a:lnTo>
                    <a:pt x="15" y="229"/>
                  </a:lnTo>
                  <a:lnTo>
                    <a:pt x="23" y="241"/>
                  </a:lnTo>
                  <a:lnTo>
                    <a:pt x="18" y="263"/>
                  </a:lnTo>
                  <a:lnTo>
                    <a:pt x="13" y="326"/>
                  </a:lnTo>
                  <a:lnTo>
                    <a:pt x="18" y="328"/>
                  </a:lnTo>
                  <a:lnTo>
                    <a:pt x="10" y="405"/>
                  </a:lnTo>
                  <a:lnTo>
                    <a:pt x="5" y="418"/>
                  </a:lnTo>
                  <a:lnTo>
                    <a:pt x="0" y="425"/>
                  </a:lnTo>
                  <a:lnTo>
                    <a:pt x="13" y="537"/>
                  </a:lnTo>
                  <a:lnTo>
                    <a:pt x="5" y="554"/>
                  </a:lnTo>
                  <a:lnTo>
                    <a:pt x="18" y="554"/>
                  </a:lnTo>
                  <a:lnTo>
                    <a:pt x="23" y="557"/>
                  </a:lnTo>
                  <a:lnTo>
                    <a:pt x="25" y="611"/>
                  </a:lnTo>
                  <a:lnTo>
                    <a:pt x="18" y="629"/>
                  </a:lnTo>
                  <a:lnTo>
                    <a:pt x="15" y="656"/>
                  </a:lnTo>
                  <a:lnTo>
                    <a:pt x="28" y="664"/>
                  </a:lnTo>
                  <a:lnTo>
                    <a:pt x="15" y="693"/>
                  </a:lnTo>
                  <a:lnTo>
                    <a:pt x="25" y="726"/>
                  </a:lnTo>
                  <a:lnTo>
                    <a:pt x="35" y="743"/>
                  </a:lnTo>
                  <a:lnTo>
                    <a:pt x="48" y="748"/>
                  </a:lnTo>
                  <a:lnTo>
                    <a:pt x="50" y="768"/>
                  </a:lnTo>
                  <a:lnTo>
                    <a:pt x="55" y="778"/>
                  </a:lnTo>
                  <a:lnTo>
                    <a:pt x="67" y="783"/>
                  </a:lnTo>
                  <a:lnTo>
                    <a:pt x="75" y="793"/>
                  </a:lnTo>
                  <a:lnTo>
                    <a:pt x="90" y="803"/>
                  </a:lnTo>
                  <a:lnTo>
                    <a:pt x="100" y="813"/>
                  </a:lnTo>
                  <a:lnTo>
                    <a:pt x="107" y="828"/>
                  </a:lnTo>
                  <a:lnTo>
                    <a:pt x="115" y="805"/>
                  </a:lnTo>
                  <a:lnTo>
                    <a:pt x="127" y="798"/>
                  </a:lnTo>
                  <a:lnTo>
                    <a:pt x="122" y="76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Freeform 96">
              <a:extLst>
                <a:ext uri="{FF2B5EF4-FFF2-40B4-BE49-F238E27FC236}">
                  <a16:creationId xmlns:a16="http://schemas.microsoft.com/office/drawing/2014/main" id="{81777113-5834-3B23-D4A5-342785E93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690" y="4219775"/>
              <a:ext cx="86354" cy="113699"/>
            </a:xfrm>
            <a:custGeom>
              <a:avLst/>
              <a:gdLst>
                <a:gd name="T0" fmla="*/ 10 w 60"/>
                <a:gd name="T1" fmla="*/ 2 h 79"/>
                <a:gd name="T2" fmla="*/ 5 w 60"/>
                <a:gd name="T3" fmla="*/ 12 h 79"/>
                <a:gd name="T4" fmla="*/ 5 w 60"/>
                <a:gd name="T5" fmla="*/ 62 h 79"/>
                <a:gd name="T6" fmla="*/ 0 w 60"/>
                <a:gd name="T7" fmla="*/ 69 h 79"/>
                <a:gd name="T8" fmla="*/ 8 w 60"/>
                <a:gd name="T9" fmla="*/ 77 h 79"/>
                <a:gd name="T10" fmla="*/ 25 w 60"/>
                <a:gd name="T11" fmla="*/ 79 h 79"/>
                <a:gd name="T12" fmla="*/ 30 w 60"/>
                <a:gd name="T13" fmla="*/ 67 h 79"/>
                <a:gd name="T14" fmla="*/ 35 w 60"/>
                <a:gd name="T15" fmla="*/ 57 h 79"/>
                <a:gd name="T16" fmla="*/ 45 w 60"/>
                <a:gd name="T17" fmla="*/ 47 h 79"/>
                <a:gd name="T18" fmla="*/ 60 w 60"/>
                <a:gd name="T19" fmla="*/ 47 h 79"/>
                <a:gd name="T20" fmla="*/ 55 w 60"/>
                <a:gd name="T21" fmla="*/ 34 h 79"/>
                <a:gd name="T22" fmla="*/ 45 w 60"/>
                <a:gd name="T23" fmla="*/ 27 h 79"/>
                <a:gd name="T24" fmla="*/ 42 w 60"/>
                <a:gd name="T25" fmla="*/ 17 h 79"/>
                <a:gd name="T26" fmla="*/ 32 w 60"/>
                <a:gd name="T27" fmla="*/ 12 h 79"/>
                <a:gd name="T28" fmla="*/ 20 w 60"/>
                <a:gd name="T29" fmla="*/ 10 h 79"/>
                <a:gd name="T30" fmla="*/ 18 w 60"/>
                <a:gd name="T31" fmla="*/ 0 h 79"/>
                <a:gd name="T32" fmla="*/ 10 w 60"/>
                <a:gd name="T33" fmla="*/ 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" h="79">
                  <a:moveTo>
                    <a:pt x="10" y="2"/>
                  </a:moveTo>
                  <a:lnTo>
                    <a:pt x="5" y="12"/>
                  </a:lnTo>
                  <a:lnTo>
                    <a:pt x="5" y="62"/>
                  </a:lnTo>
                  <a:lnTo>
                    <a:pt x="0" y="69"/>
                  </a:lnTo>
                  <a:lnTo>
                    <a:pt x="8" y="77"/>
                  </a:lnTo>
                  <a:lnTo>
                    <a:pt x="25" y="79"/>
                  </a:lnTo>
                  <a:lnTo>
                    <a:pt x="30" y="67"/>
                  </a:lnTo>
                  <a:lnTo>
                    <a:pt x="35" y="57"/>
                  </a:lnTo>
                  <a:lnTo>
                    <a:pt x="45" y="47"/>
                  </a:lnTo>
                  <a:lnTo>
                    <a:pt x="60" y="47"/>
                  </a:lnTo>
                  <a:lnTo>
                    <a:pt x="55" y="34"/>
                  </a:lnTo>
                  <a:lnTo>
                    <a:pt x="45" y="27"/>
                  </a:lnTo>
                  <a:lnTo>
                    <a:pt x="42" y="17"/>
                  </a:lnTo>
                  <a:lnTo>
                    <a:pt x="32" y="12"/>
                  </a:lnTo>
                  <a:lnTo>
                    <a:pt x="20" y="10"/>
                  </a:lnTo>
                  <a:lnTo>
                    <a:pt x="18" y="0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Freeform 97">
              <a:extLst>
                <a:ext uri="{FF2B5EF4-FFF2-40B4-BE49-F238E27FC236}">
                  <a16:creationId xmlns:a16="http://schemas.microsoft.com/office/drawing/2014/main" id="{55A1746E-F09D-8EA2-8DC7-F73CCA82A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924" y="5965567"/>
              <a:ext cx="93551" cy="63326"/>
            </a:xfrm>
            <a:custGeom>
              <a:avLst/>
              <a:gdLst>
                <a:gd name="T0" fmla="*/ 20 w 65"/>
                <a:gd name="T1" fmla="*/ 12 h 44"/>
                <a:gd name="T2" fmla="*/ 0 w 65"/>
                <a:gd name="T3" fmla="*/ 15 h 44"/>
                <a:gd name="T4" fmla="*/ 0 w 65"/>
                <a:gd name="T5" fmla="*/ 32 h 44"/>
                <a:gd name="T6" fmla="*/ 3 w 65"/>
                <a:gd name="T7" fmla="*/ 44 h 44"/>
                <a:gd name="T8" fmla="*/ 15 w 65"/>
                <a:gd name="T9" fmla="*/ 32 h 44"/>
                <a:gd name="T10" fmla="*/ 25 w 65"/>
                <a:gd name="T11" fmla="*/ 37 h 44"/>
                <a:gd name="T12" fmla="*/ 50 w 65"/>
                <a:gd name="T13" fmla="*/ 30 h 44"/>
                <a:gd name="T14" fmla="*/ 65 w 65"/>
                <a:gd name="T15" fmla="*/ 22 h 44"/>
                <a:gd name="T16" fmla="*/ 48 w 65"/>
                <a:gd name="T17" fmla="*/ 12 h 44"/>
                <a:gd name="T18" fmla="*/ 35 w 65"/>
                <a:gd name="T19" fmla="*/ 0 h 44"/>
                <a:gd name="T20" fmla="*/ 35 w 65"/>
                <a:gd name="T21" fmla="*/ 12 h 44"/>
                <a:gd name="T22" fmla="*/ 20 w 65"/>
                <a:gd name="T2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5" h="44">
                  <a:moveTo>
                    <a:pt x="20" y="12"/>
                  </a:moveTo>
                  <a:lnTo>
                    <a:pt x="0" y="15"/>
                  </a:lnTo>
                  <a:lnTo>
                    <a:pt x="0" y="32"/>
                  </a:lnTo>
                  <a:lnTo>
                    <a:pt x="3" y="44"/>
                  </a:lnTo>
                  <a:lnTo>
                    <a:pt x="15" y="32"/>
                  </a:lnTo>
                  <a:lnTo>
                    <a:pt x="25" y="37"/>
                  </a:lnTo>
                  <a:lnTo>
                    <a:pt x="50" y="30"/>
                  </a:lnTo>
                  <a:lnTo>
                    <a:pt x="65" y="22"/>
                  </a:lnTo>
                  <a:lnTo>
                    <a:pt x="48" y="12"/>
                  </a:lnTo>
                  <a:lnTo>
                    <a:pt x="35" y="0"/>
                  </a:lnTo>
                  <a:lnTo>
                    <a:pt x="35" y="12"/>
                  </a:lnTo>
                  <a:lnTo>
                    <a:pt x="20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Freeform 98">
              <a:extLst>
                <a:ext uri="{FF2B5EF4-FFF2-40B4-BE49-F238E27FC236}">
                  <a16:creationId xmlns:a16="http://schemas.microsoft.com/office/drawing/2014/main" id="{DB8FD085-90D1-C7FE-9CFD-FC395BECA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809" y="2047968"/>
              <a:ext cx="63326" cy="31663"/>
            </a:xfrm>
            <a:custGeom>
              <a:avLst/>
              <a:gdLst>
                <a:gd name="T0" fmla="*/ 14 w 44"/>
                <a:gd name="T1" fmla="*/ 0 h 22"/>
                <a:gd name="T2" fmla="*/ 0 w 44"/>
                <a:gd name="T3" fmla="*/ 22 h 22"/>
                <a:gd name="T4" fmla="*/ 22 w 44"/>
                <a:gd name="T5" fmla="*/ 22 h 22"/>
                <a:gd name="T6" fmla="*/ 44 w 44"/>
                <a:gd name="T7" fmla="*/ 12 h 22"/>
                <a:gd name="T8" fmla="*/ 14 w 44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2">
                  <a:moveTo>
                    <a:pt x="14" y="0"/>
                  </a:moveTo>
                  <a:lnTo>
                    <a:pt x="0" y="22"/>
                  </a:lnTo>
                  <a:lnTo>
                    <a:pt x="22" y="22"/>
                  </a:lnTo>
                  <a:lnTo>
                    <a:pt x="44" y="12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Freeform 99">
              <a:extLst>
                <a:ext uri="{FF2B5EF4-FFF2-40B4-BE49-F238E27FC236}">
                  <a16:creationId xmlns:a16="http://schemas.microsoft.com/office/drawing/2014/main" id="{97E961A2-7962-AB97-D6D5-DC12FF3BE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20" y="2000474"/>
              <a:ext cx="833317" cy="690833"/>
            </a:xfrm>
            <a:custGeom>
              <a:avLst/>
              <a:gdLst>
                <a:gd name="T0" fmla="*/ 276 w 579"/>
                <a:gd name="T1" fmla="*/ 13 h 480"/>
                <a:gd name="T2" fmla="*/ 229 w 579"/>
                <a:gd name="T3" fmla="*/ 30 h 480"/>
                <a:gd name="T4" fmla="*/ 172 w 579"/>
                <a:gd name="T5" fmla="*/ 68 h 480"/>
                <a:gd name="T6" fmla="*/ 104 w 579"/>
                <a:gd name="T7" fmla="*/ 92 h 480"/>
                <a:gd name="T8" fmla="*/ 189 w 579"/>
                <a:gd name="T9" fmla="*/ 140 h 480"/>
                <a:gd name="T10" fmla="*/ 127 w 579"/>
                <a:gd name="T11" fmla="*/ 152 h 480"/>
                <a:gd name="T12" fmla="*/ 97 w 579"/>
                <a:gd name="T13" fmla="*/ 142 h 480"/>
                <a:gd name="T14" fmla="*/ 67 w 579"/>
                <a:gd name="T15" fmla="*/ 155 h 480"/>
                <a:gd name="T16" fmla="*/ 77 w 579"/>
                <a:gd name="T17" fmla="*/ 177 h 480"/>
                <a:gd name="T18" fmla="*/ 84 w 579"/>
                <a:gd name="T19" fmla="*/ 204 h 480"/>
                <a:gd name="T20" fmla="*/ 147 w 579"/>
                <a:gd name="T21" fmla="*/ 189 h 480"/>
                <a:gd name="T22" fmla="*/ 144 w 579"/>
                <a:gd name="T23" fmla="*/ 207 h 480"/>
                <a:gd name="T24" fmla="*/ 112 w 579"/>
                <a:gd name="T25" fmla="*/ 229 h 480"/>
                <a:gd name="T26" fmla="*/ 92 w 579"/>
                <a:gd name="T27" fmla="*/ 234 h 480"/>
                <a:gd name="T28" fmla="*/ 65 w 579"/>
                <a:gd name="T29" fmla="*/ 264 h 480"/>
                <a:gd name="T30" fmla="*/ 47 w 579"/>
                <a:gd name="T31" fmla="*/ 294 h 480"/>
                <a:gd name="T32" fmla="*/ 42 w 579"/>
                <a:gd name="T33" fmla="*/ 311 h 480"/>
                <a:gd name="T34" fmla="*/ 77 w 579"/>
                <a:gd name="T35" fmla="*/ 326 h 480"/>
                <a:gd name="T36" fmla="*/ 84 w 579"/>
                <a:gd name="T37" fmla="*/ 336 h 480"/>
                <a:gd name="T38" fmla="*/ 80 w 579"/>
                <a:gd name="T39" fmla="*/ 371 h 480"/>
                <a:gd name="T40" fmla="*/ 117 w 579"/>
                <a:gd name="T41" fmla="*/ 368 h 480"/>
                <a:gd name="T42" fmla="*/ 142 w 579"/>
                <a:gd name="T43" fmla="*/ 391 h 480"/>
                <a:gd name="T44" fmla="*/ 20 w 579"/>
                <a:gd name="T45" fmla="*/ 458 h 480"/>
                <a:gd name="T46" fmla="*/ 0 w 579"/>
                <a:gd name="T47" fmla="*/ 480 h 480"/>
                <a:gd name="T48" fmla="*/ 164 w 579"/>
                <a:gd name="T49" fmla="*/ 406 h 480"/>
                <a:gd name="T50" fmla="*/ 189 w 579"/>
                <a:gd name="T51" fmla="*/ 388 h 480"/>
                <a:gd name="T52" fmla="*/ 209 w 579"/>
                <a:gd name="T53" fmla="*/ 356 h 480"/>
                <a:gd name="T54" fmla="*/ 268 w 579"/>
                <a:gd name="T55" fmla="*/ 289 h 480"/>
                <a:gd name="T56" fmla="*/ 254 w 579"/>
                <a:gd name="T57" fmla="*/ 331 h 480"/>
                <a:gd name="T58" fmla="*/ 249 w 579"/>
                <a:gd name="T59" fmla="*/ 351 h 480"/>
                <a:gd name="T60" fmla="*/ 268 w 579"/>
                <a:gd name="T61" fmla="*/ 361 h 480"/>
                <a:gd name="T62" fmla="*/ 291 w 579"/>
                <a:gd name="T63" fmla="*/ 346 h 480"/>
                <a:gd name="T64" fmla="*/ 306 w 579"/>
                <a:gd name="T65" fmla="*/ 329 h 480"/>
                <a:gd name="T66" fmla="*/ 323 w 579"/>
                <a:gd name="T67" fmla="*/ 301 h 480"/>
                <a:gd name="T68" fmla="*/ 350 w 579"/>
                <a:gd name="T69" fmla="*/ 304 h 480"/>
                <a:gd name="T70" fmla="*/ 368 w 579"/>
                <a:gd name="T71" fmla="*/ 321 h 480"/>
                <a:gd name="T72" fmla="*/ 428 w 579"/>
                <a:gd name="T73" fmla="*/ 329 h 480"/>
                <a:gd name="T74" fmla="*/ 447 w 579"/>
                <a:gd name="T75" fmla="*/ 346 h 480"/>
                <a:gd name="T76" fmla="*/ 465 w 579"/>
                <a:gd name="T77" fmla="*/ 358 h 480"/>
                <a:gd name="T78" fmla="*/ 485 w 579"/>
                <a:gd name="T79" fmla="*/ 378 h 480"/>
                <a:gd name="T80" fmla="*/ 500 w 579"/>
                <a:gd name="T81" fmla="*/ 378 h 480"/>
                <a:gd name="T82" fmla="*/ 517 w 579"/>
                <a:gd name="T83" fmla="*/ 378 h 480"/>
                <a:gd name="T84" fmla="*/ 522 w 579"/>
                <a:gd name="T85" fmla="*/ 388 h 480"/>
                <a:gd name="T86" fmla="*/ 529 w 579"/>
                <a:gd name="T87" fmla="*/ 413 h 480"/>
                <a:gd name="T88" fmla="*/ 539 w 579"/>
                <a:gd name="T89" fmla="*/ 428 h 480"/>
                <a:gd name="T90" fmla="*/ 567 w 579"/>
                <a:gd name="T91" fmla="*/ 435 h 480"/>
                <a:gd name="T92" fmla="*/ 557 w 579"/>
                <a:gd name="T93" fmla="*/ 418 h 480"/>
                <a:gd name="T94" fmla="*/ 539 w 579"/>
                <a:gd name="T95" fmla="*/ 383 h 480"/>
                <a:gd name="T96" fmla="*/ 510 w 579"/>
                <a:gd name="T97" fmla="*/ 334 h 480"/>
                <a:gd name="T98" fmla="*/ 495 w 579"/>
                <a:gd name="T99" fmla="*/ 344 h 480"/>
                <a:gd name="T100" fmla="*/ 480 w 579"/>
                <a:gd name="T101" fmla="*/ 353 h 480"/>
                <a:gd name="T102" fmla="*/ 460 w 579"/>
                <a:gd name="T103" fmla="*/ 321 h 480"/>
                <a:gd name="T104" fmla="*/ 438 w 579"/>
                <a:gd name="T105" fmla="*/ 321 h 480"/>
                <a:gd name="T106" fmla="*/ 497 w 579"/>
                <a:gd name="T107" fmla="*/ 33 h 480"/>
                <a:gd name="T108" fmla="*/ 435 w 579"/>
                <a:gd name="T109" fmla="*/ 40 h 480"/>
                <a:gd name="T110" fmla="*/ 368 w 579"/>
                <a:gd name="T111" fmla="*/ 30 h 480"/>
                <a:gd name="T112" fmla="*/ 331 w 579"/>
                <a:gd name="T113" fmla="*/ 23 h 480"/>
                <a:gd name="T114" fmla="*/ 303 w 579"/>
                <a:gd name="T115" fmla="*/ 3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9" h="480">
                  <a:moveTo>
                    <a:pt x="291" y="0"/>
                  </a:moveTo>
                  <a:lnTo>
                    <a:pt x="276" y="13"/>
                  </a:lnTo>
                  <a:lnTo>
                    <a:pt x="239" y="13"/>
                  </a:lnTo>
                  <a:lnTo>
                    <a:pt x="229" y="30"/>
                  </a:lnTo>
                  <a:lnTo>
                    <a:pt x="186" y="35"/>
                  </a:lnTo>
                  <a:lnTo>
                    <a:pt x="172" y="68"/>
                  </a:lnTo>
                  <a:lnTo>
                    <a:pt x="109" y="78"/>
                  </a:lnTo>
                  <a:lnTo>
                    <a:pt x="104" y="92"/>
                  </a:lnTo>
                  <a:lnTo>
                    <a:pt x="137" y="117"/>
                  </a:lnTo>
                  <a:lnTo>
                    <a:pt x="189" y="140"/>
                  </a:lnTo>
                  <a:lnTo>
                    <a:pt x="152" y="145"/>
                  </a:lnTo>
                  <a:lnTo>
                    <a:pt x="127" y="152"/>
                  </a:lnTo>
                  <a:lnTo>
                    <a:pt x="117" y="137"/>
                  </a:lnTo>
                  <a:lnTo>
                    <a:pt x="97" y="142"/>
                  </a:lnTo>
                  <a:lnTo>
                    <a:pt x="97" y="152"/>
                  </a:lnTo>
                  <a:lnTo>
                    <a:pt x="67" y="155"/>
                  </a:lnTo>
                  <a:lnTo>
                    <a:pt x="57" y="167"/>
                  </a:lnTo>
                  <a:lnTo>
                    <a:pt x="77" y="177"/>
                  </a:lnTo>
                  <a:lnTo>
                    <a:pt x="72" y="194"/>
                  </a:lnTo>
                  <a:lnTo>
                    <a:pt x="84" y="204"/>
                  </a:lnTo>
                  <a:lnTo>
                    <a:pt x="122" y="204"/>
                  </a:lnTo>
                  <a:lnTo>
                    <a:pt x="147" y="189"/>
                  </a:lnTo>
                  <a:lnTo>
                    <a:pt x="157" y="197"/>
                  </a:lnTo>
                  <a:lnTo>
                    <a:pt x="144" y="207"/>
                  </a:lnTo>
                  <a:lnTo>
                    <a:pt x="142" y="229"/>
                  </a:lnTo>
                  <a:lnTo>
                    <a:pt x="112" y="229"/>
                  </a:lnTo>
                  <a:lnTo>
                    <a:pt x="107" y="247"/>
                  </a:lnTo>
                  <a:lnTo>
                    <a:pt x="92" y="234"/>
                  </a:lnTo>
                  <a:lnTo>
                    <a:pt x="67" y="247"/>
                  </a:lnTo>
                  <a:lnTo>
                    <a:pt x="65" y="264"/>
                  </a:lnTo>
                  <a:lnTo>
                    <a:pt x="40" y="279"/>
                  </a:lnTo>
                  <a:lnTo>
                    <a:pt x="47" y="294"/>
                  </a:lnTo>
                  <a:lnTo>
                    <a:pt x="65" y="299"/>
                  </a:lnTo>
                  <a:lnTo>
                    <a:pt x="42" y="311"/>
                  </a:lnTo>
                  <a:lnTo>
                    <a:pt x="57" y="329"/>
                  </a:lnTo>
                  <a:lnTo>
                    <a:pt x="77" y="326"/>
                  </a:lnTo>
                  <a:lnTo>
                    <a:pt x="84" y="311"/>
                  </a:lnTo>
                  <a:lnTo>
                    <a:pt x="84" y="336"/>
                  </a:lnTo>
                  <a:lnTo>
                    <a:pt x="77" y="351"/>
                  </a:lnTo>
                  <a:lnTo>
                    <a:pt x="80" y="371"/>
                  </a:lnTo>
                  <a:lnTo>
                    <a:pt x="107" y="361"/>
                  </a:lnTo>
                  <a:lnTo>
                    <a:pt x="117" y="368"/>
                  </a:lnTo>
                  <a:lnTo>
                    <a:pt x="137" y="361"/>
                  </a:lnTo>
                  <a:lnTo>
                    <a:pt x="142" y="391"/>
                  </a:lnTo>
                  <a:lnTo>
                    <a:pt x="70" y="435"/>
                  </a:lnTo>
                  <a:lnTo>
                    <a:pt x="20" y="458"/>
                  </a:lnTo>
                  <a:lnTo>
                    <a:pt x="0" y="470"/>
                  </a:lnTo>
                  <a:lnTo>
                    <a:pt x="0" y="480"/>
                  </a:lnTo>
                  <a:lnTo>
                    <a:pt x="77" y="465"/>
                  </a:lnTo>
                  <a:lnTo>
                    <a:pt x="164" y="406"/>
                  </a:lnTo>
                  <a:lnTo>
                    <a:pt x="174" y="398"/>
                  </a:lnTo>
                  <a:lnTo>
                    <a:pt x="189" y="388"/>
                  </a:lnTo>
                  <a:lnTo>
                    <a:pt x="214" y="373"/>
                  </a:lnTo>
                  <a:lnTo>
                    <a:pt x="209" y="356"/>
                  </a:lnTo>
                  <a:lnTo>
                    <a:pt x="236" y="331"/>
                  </a:lnTo>
                  <a:lnTo>
                    <a:pt x="268" y="289"/>
                  </a:lnTo>
                  <a:lnTo>
                    <a:pt x="298" y="296"/>
                  </a:lnTo>
                  <a:lnTo>
                    <a:pt x="254" y="331"/>
                  </a:lnTo>
                  <a:lnTo>
                    <a:pt x="261" y="341"/>
                  </a:lnTo>
                  <a:lnTo>
                    <a:pt x="249" y="351"/>
                  </a:lnTo>
                  <a:lnTo>
                    <a:pt x="261" y="361"/>
                  </a:lnTo>
                  <a:lnTo>
                    <a:pt x="268" y="361"/>
                  </a:lnTo>
                  <a:lnTo>
                    <a:pt x="276" y="358"/>
                  </a:lnTo>
                  <a:lnTo>
                    <a:pt x="291" y="346"/>
                  </a:lnTo>
                  <a:lnTo>
                    <a:pt x="301" y="334"/>
                  </a:lnTo>
                  <a:lnTo>
                    <a:pt x="306" y="329"/>
                  </a:lnTo>
                  <a:lnTo>
                    <a:pt x="321" y="321"/>
                  </a:lnTo>
                  <a:lnTo>
                    <a:pt x="323" y="301"/>
                  </a:lnTo>
                  <a:lnTo>
                    <a:pt x="346" y="294"/>
                  </a:lnTo>
                  <a:lnTo>
                    <a:pt x="350" y="304"/>
                  </a:lnTo>
                  <a:lnTo>
                    <a:pt x="368" y="306"/>
                  </a:lnTo>
                  <a:lnTo>
                    <a:pt x="368" y="321"/>
                  </a:lnTo>
                  <a:lnTo>
                    <a:pt x="423" y="326"/>
                  </a:lnTo>
                  <a:lnTo>
                    <a:pt x="428" y="329"/>
                  </a:lnTo>
                  <a:lnTo>
                    <a:pt x="430" y="341"/>
                  </a:lnTo>
                  <a:lnTo>
                    <a:pt x="447" y="346"/>
                  </a:lnTo>
                  <a:lnTo>
                    <a:pt x="450" y="358"/>
                  </a:lnTo>
                  <a:lnTo>
                    <a:pt x="465" y="358"/>
                  </a:lnTo>
                  <a:lnTo>
                    <a:pt x="470" y="371"/>
                  </a:lnTo>
                  <a:lnTo>
                    <a:pt x="485" y="378"/>
                  </a:lnTo>
                  <a:lnTo>
                    <a:pt x="492" y="366"/>
                  </a:lnTo>
                  <a:lnTo>
                    <a:pt x="500" y="378"/>
                  </a:lnTo>
                  <a:lnTo>
                    <a:pt x="510" y="383"/>
                  </a:lnTo>
                  <a:lnTo>
                    <a:pt x="517" y="378"/>
                  </a:lnTo>
                  <a:lnTo>
                    <a:pt x="525" y="381"/>
                  </a:lnTo>
                  <a:lnTo>
                    <a:pt x="522" y="388"/>
                  </a:lnTo>
                  <a:lnTo>
                    <a:pt x="522" y="403"/>
                  </a:lnTo>
                  <a:lnTo>
                    <a:pt x="529" y="413"/>
                  </a:lnTo>
                  <a:lnTo>
                    <a:pt x="539" y="413"/>
                  </a:lnTo>
                  <a:lnTo>
                    <a:pt x="539" y="428"/>
                  </a:lnTo>
                  <a:lnTo>
                    <a:pt x="554" y="435"/>
                  </a:lnTo>
                  <a:lnTo>
                    <a:pt x="567" y="435"/>
                  </a:lnTo>
                  <a:lnTo>
                    <a:pt x="579" y="423"/>
                  </a:lnTo>
                  <a:lnTo>
                    <a:pt x="557" y="418"/>
                  </a:lnTo>
                  <a:lnTo>
                    <a:pt x="549" y="388"/>
                  </a:lnTo>
                  <a:lnTo>
                    <a:pt x="539" y="383"/>
                  </a:lnTo>
                  <a:lnTo>
                    <a:pt x="534" y="363"/>
                  </a:lnTo>
                  <a:lnTo>
                    <a:pt x="510" y="334"/>
                  </a:lnTo>
                  <a:lnTo>
                    <a:pt x="500" y="331"/>
                  </a:lnTo>
                  <a:lnTo>
                    <a:pt x="495" y="344"/>
                  </a:lnTo>
                  <a:lnTo>
                    <a:pt x="485" y="344"/>
                  </a:lnTo>
                  <a:lnTo>
                    <a:pt x="480" y="353"/>
                  </a:lnTo>
                  <a:lnTo>
                    <a:pt x="465" y="344"/>
                  </a:lnTo>
                  <a:lnTo>
                    <a:pt x="460" y="321"/>
                  </a:lnTo>
                  <a:lnTo>
                    <a:pt x="452" y="314"/>
                  </a:lnTo>
                  <a:lnTo>
                    <a:pt x="438" y="321"/>
                  </a:lnTo>
                  <a:lnTo>
                    <a:pt x="517" y="50"/>
                  </a:lnTo>
                  <a:lnTo>
                    <a:pt x="497" y="33"/>
                  </a:lnTo>
                  <a:lnTo>
                    <a:pt x="455" y="38"/>
                  </a:lnTo>
                  <a:lnTo>
                    <a:pt x="435" y="40"/>
                  </a:lnTo>
                  <a:lnTo>
                    <a:pt x="423" y="28"/>
                  </a:lnTo>
                  <a:lnTo>
                    <a:pt x="368" y="30"/>
                  </a:lnTo>
                  <a:lnTo>
                    <a:pt x="350" y="8"/>
                  </a:lnTo>
                  <a:lnTo>
                    <a:pt x="331" y="23"/>
                  </a:lnTo>
                  <a:lnTo>
                    <a:pt x="306" y="20"/>
                  </a:lnTo>
                  <a:lnTo>
                    <a:pt x="303" y="3"/>
                  </a:lnTo>
                  <a:lnTo>
                    <a:pt x="291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Freeform 100">
              <a:extLst>
                <a:ext uri="{FF2B5EF4-FFF2-40B4-BE49-F238E27FC236}">
                  <a16:creationId xmlns:a16="http://schemas.microsoft.com/office/drawing/2014/main" id="{A4AFC408-2604-9EB5-528A-19F956D11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933" y="2874089"/>
              <a:ext cx="1427722" cy="801655"/>
            </a:xfrm>
            <a:custGeom>
              <a:avLst/>
              <a:gdLst>
                <a:gd name="T0" fmla="*/ 535 w 992"/>
                <a:gd name="T1" fmla="*/ 12 h 557"/>
                <a:gd name="T2" fmla="*/ 647 w 992"/>
                <a:gd name="T3" fmla="*/ 17 h 557"/>
                <a:gd name="T4" fmla="*/ 719 w 992"/>
                <a:gd name="T5" fmla="*/ 87 h 557"/>
                <a:gd name="T6" fmla="*/ 706 w 992"/>
                <a:gd name="T7" fmla="*/ 167 h 557"/>
                <a:gd name="T8" fmla="*/ 786 w 992"/>
                <a:gd name="T9" fmla="*/ 129 h 557"/>
                <a:gd name="T10" fmla="*/ 848 w 992"/>
                <a:gd name="T11" fmla="*/ 92 h 557"/>
                <a:gd name="T12" fmla="*/ 942 w 992"/>
                <a:gd name="T13" fmla="*/ 62 h 557"/>
                <a:gd name="T14" fmla="*/ 980 w 992"/>
                <a:gd name="T15" fmla="*/ 87 h 557"/>
                <a:gd name="T16" fmla="*/ 967 w 992"/>
                <a:gd name="T17" fmla="*/ 107 h 557"/>
                <a:gd name="T18" fmla="*/ 942 w 992"/>
                <a:gd name="T19" fmla="*/ 127 h 557"/>
                <a:gd name="T20" fmla="*/ 920 w 992"/>
                <a:gd name="T21" fmla="*/ 154 h 557"/>
                <a:gd name="T22" fmla="*/ 885 w 992"/>
                <a:gd name="T23" fmla="*/ 179 h 557"/>
                <a:gd name="T24" fmla="*/ 853 w 992"/>
                <a:gd name="T25" fmla="*/ 206 h 557"/>
                <a:gd name="T26" fmla="*/ 828 w 992"/>
                <a:gd name="T27" fmla="*/ 254 h 557"/>
                <a:gd name="T28" fmla="*/ 821 w 992"/>
                <a:gd name="T29" fmla="*/ 278 h 557"/>
                <a:gd name="T30" fmla="*/ 806 w 992"/>
                <a:gd name="T31" fmla="*/ 336 h 557"/>
                <a:gd name="T32" fmla="*/ 756 w 992"/>
                <a:gd name="T33" fmla="*/ 353 h 557"/>
                <a:gd name="T34" fmla="*/ 721 w 992"/>
                <a:gd name="T35" fmla="*/ 385 h 557"/>
                <a:gd name="T36" fmla="*/ 716 w 992"/>
                <a:gd name="T37" fmla="*/ 455 h 557"/>
                <a:gd name="T38" fmla="*/ 729 w 992"/>
                <a:gd name="T39" fmla="*/ 495 h 557"/>
                <a:gd name="T40" fmla="*/ 719 w 992"/>
                <a:gd name="T41" fmla="*/ 544 h 557"/>
                <a:gd name="T42" fmla="*/ 684 w 992"/>
                <a:gd name="T43" fmla="*/ 485 h 557"/>
                <a:gd name="T44" fmla="*/ 656 w 992"/>
                <a:gd name="T45" fmla="*/ 428 h 557"/>
                <a:gd name="T46" fmla="*/ 579 w 992"/>
                <a:gd name="T47" fmla="*/ 425 h 557"/>
                <a:gd name="T48" fmla="*/ 555 w 992"/>
                <a:gd name="T49" fmla="*/ 455 h 557"/>
                <a:gd name="T50" fmla="*/ 520 w 992"/>
                <a:gd name="T51" fmla="*/ 433 h 557"/>
                <a:gd name="T52" fmla="*/ 492 w 992"/>
                <a:gd name="T53" fmla="*/ 433 h 557"/>
                <a:gd name="T54" fmla="*/ 458 w 992"/>
                <a:gd name="T55" fmla="*/ 467 h 557"/>
                <a:gd name="T56" fmla="*/ 420 w 992"/>
                <a:gd name="T57" fmla="*/ 517 h 557"/>
                <a:gd name="T58" fmla="*/ 376 w 992"/>
                <a:gd name="T59" fmla="*/ 485 h 557"/>
                <a:gd name="T60" fmla="*/ 341 w 992"/>
                <a:gd name="T61" fmla="*/ 433 h 557"/>
                <a:gd name="T62" fmla="*/ 308 w 992"/>
                <a:gd name="T63" fmla="*/ 425 h 557"/>
                <a:gd name="T64" fmla="*/ 281 w 992"/>
                <a:gd name="T65" fmla="*/ 403 h 557"/>
                <a:gd name="T66" fmla="*/ 249 w 992"/>
                <a:gd name="T67" fmla="*/ 395 h 557"/>
                <a:gd name="T68" fmla="*/ 199 w 992"/>
                <a:gd name="T69" fmla="*/ 415 h 557"/>
                <a:gd name="T70" fmla="*/ 137 w 992"/>
                <a:gd name="T71" fmla="*/ 383 h 557"/>
                <a:gd name="T72" fmla="*/ 97 w 992"/>
                <a:gd name="T73" fmla="*/ 355 h 557"/>
                <a:gd name="T74" fmla="*/ 42 w 992"/>
                <a:gd name="T75" fmla="*/ 328 h 557"/>
                <a:gd name="T76" fmla="*/ 25 w 992"/>
                <a:gd name="T77" fmla="*/ 286 h 557"/>
                <a:gd name="T78" fmla="*/ 5 w 992"/>
                <a:gd name="T79" fmla="*/ 239 h 557"/>
                <a:gd name="T80" fmla="*/ 5 w 992"/>
                <a:gd name="T81" fmla="*/ 169 h 557"/>
                <a:gd name="T82" fmla="*/ 10 w 992"/>
                <a:gd name="T83" fmla="*/ 132 h 557"/>
                <a:gd name="T84" fmla="*/ 28 w 992"/>
                <a:gd name="T85" fmla="*/ 87 h 557"/>
                <a:gd name="T86" fmla="*/ 32 w 992"/>
                <a:gd name="T87" fmla="*/ 32 h 557"/>
                <a:gd name="T88" fmla="*/ 60 w 992"/>
                <a:gd name="T89" fmla="*/ 2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92" h="557">
                  <a:moveTo>
                    <a:pt x="70" y="2"/>
                  </a:moveTo>
                  <a:lnTo>
                    <a:pt x="537" y="0"/>
                  </a:lnTo>
                  <a:lnTo>
                    <a:pt x="535" y="12"/>
                  </a:lnTo>
                  <a:lnTo>
                    <a:pt x="567" y="12"/>
                  </a:lnTo>
                  <a:lnTo>
                    <a:pt x="617" y="17"/>
                  </a:lnTo>
                  <a:lnTo>
                    <a:pt x="647" y="17"/>
                  </a:lnTo>
                  <a:lnTo>
                    <a:pt x="671" y="37"/>
                  </a:lnTo>
                  <a:lnTo>
                    <a:pt x="701" y="52"/>
                  </a:lnTo>
                  <a:lnTo>
                    <a:pt x="719" y="87"/>
                  </a:lnTo>
                  <a:lnTo>
                    <a:pt x="736" y="122"/>
                  </a:lnTo>
                  <a:lnTo>
                    <a:pt x="716" y="152"/>
                  </a:lnTo>
                  <a:lnTo>
                    <a:pt x="706" y="167"/>
                  </a:lnTo>
                  <a:lnTo>
                    <a:pt x="734" y="179"/>
                  </a:lnTo>
                  <a:lnTo>
                    <a:pt x="771" y="144"/>
                  </a:lnTo>
                  <a:lnTo>
                    <a:pt x="786" y="129"/>
                  </a:lnTo>
                  <a:lnTo>
                    <a:pt x="826" y="132"/>
                  </a:lnTo>
                  <a:lnTo>
                    <a:pt x="833" y="104"/>
                  </a:lnTo>
                  <a:lnTo>
                    <a:pt x="848" y="92"/>
                  </a:lnTo>
                  <a:lnTo>
                    <a:pt x="920" y="97"/>
                  </a:lnTo>
                  <a:lnTo>
                    <a:pt x="932" y="80"/>
                  </a:lnTo>
                  <a:lnTo>
                    <a:pt x="942" y="62"/>
                  </a:lnTo>
                  <a:lnTo>
                    <a:pt x="952" y="32"/>
                  </a:lnTo>
                  <a:lnTo>
                    <a:pt x="977" y="37"/>
                  </a:lnTo>
                  <a:lnTo>
                    <a:pt x="980" y="87"/>
                  </a:lnTo>
                  <a:lnTo>
                    <a:pt x="992" y="94"/>
                  </a:lnTo>
                  <a:lnTo>
                    <a:pt x="982" y="104"/>
                  </a:lnTo>
                  <a:lnTo>
                    <a:pt x="967" y="107"/>
                  </a:lnTo>
                  <a:lnTo>
                    <a:pt x="960" y="117"/>
                  </a:lnTo>
                  <a:lnTo>
                    <a:pt x="945" y="117"/>
                  </a:lnTo>
                  <a:lnTo>
                    <a:pt x="942" y="127"/>
                  </a:lnTo>
                  <a:lnTo>
                    <a:pt x="930" y="127"/>
                  </a:lnTo>
                  <a:lnTo>
                    <a:pt x="922" y="142"/>
                  </a:lnTo>
                  <a:lnTo>
                    <a:pt x="920" y="154"/>
                  </a:lnTo>
                  <a:lnTo>
                    <a:pt x="932" y="167"/>
                  </a:lnTo>
                  <a:lnTo>
                    <a:pt x="917" y="176"/>
                  </a:lnTo>
                  <a:lnTo>
                    <a:pt x="885" y="179"/>
                  </a:lnTo>
                  <a:lnTo>
                    <a:pt x="878" y="194"/>
                  </a:lnTo>
                  <a:lnTo>
                    <a:pt x="873" y="204"/>
                  </a:lnTo>
                  <a:lnTo>
                    <a:pt x="853" y="206"/>
                  </a:lnTo>
                  <a:lnTo>
                    <a:pt x="845" y="219"/>
                  </a:lnTo>
                  <a:lnTo>
                    <a:pt x="840" y="249"/>
                  </a:lnTo>
                  <a:lnTo>
                    <a:pt x="828" y="254"/>
                  </a:lnTo>
                  <a:lnTo>
                    <a:pt x="821" y="261"/>
                  </a:lnTo>
                  <a:lnTo>
                    <a:pt x="813" y="273"/>
                  </a:lnTo>
                  <a:lnTo>
                    <a:pt x="821" y="278"/>
                  </a:lnTo>
                  <a:lnTo>
                    <a:pt x="821" y="316"/>
                  </a:lnTo>
                  <a:lnTo>
                    <a:pt x="808" y="323"/>
                  </a:lnTo>
                  <a:lnTo>
                    <a:pt x="806" y="336"/>
                  </a:lnTo>
                  <a:lnTo>
                    <a:pt x="786" y="336"/>
                  </a:lnTo>
                  <a:lnTo>
                    <a:pt x="776" y="346"/>
                  </a:lnTo>
                  <a:lnTo>
                    <a:pt x="756" y="353"/>
                  </a:lnTo>
                  <a:lnTo>
                    <a:pt x="751" y="370"/>
                  </a:lnTo>
                  <a:lnTo>
                    <a:pt x="736" y="373"/>
                  </a:lnTo>
                  <a:lnTo>
                    <a:pt x="721" y="385"/>
                  </a:lnTo>
                  <a:lnTo>
                    <a:pt x="716" y="403"/>
                  </a:lnTo>
                  <a:lnTo>
                    <a:pt x="716" y="433"/>
                  </a:lnTo>
                  <a:lnTo>
                    <a:pt x="716" y="455"/>
                  </a:lnTo>
                  <a:lnTo>
                    <a:pt x="724" y="457"/>
                  </a:lnTo>
                  <a:lnTo>
                    <a:pt x="724" y="487"/>
                  </a:lnTo>
                  <a:lnTo>
                    <a:pt x="729" y="495"/>
                  </a:lnTo>
                  <a:lnTo>
                    <a:pt x="736" y="539"/>
                  </a:lnTo>
                  <a:lnTo>
                    <a:pt x="729" y="557"/>
                  </a:lnTo>
                  <a:lnTo>
                    <a:pt x="719" y="544"/>
                  </a:lnTo>
                  <a:lnTo>
                    <a:pt x="701" y="534"/>
                  </a:lnTo>
                  <a:lnTo>
                    <a:pt x="694" y="510"/>
                  </a:lnTo>
                  <a:lnTo>
                    <a:pt x="684" y="485"/>
                  </a:lnTo>
                  <a:lnTo>
                    <a:pt x="686" y="455"/>
                  </a:lnTo>
                  <a:lnTo>
                    <a:pt x="674" y="442"/>
                  </a:lnTo>
                  <a:lnTo>
                    <a:pt x="656" y="428"/>
                  </a:lnTo>
                  <a:lnTo>
                    <a:pt x="637" y="433"/>
                  </a:lnTo>
                  <a:lnTo>
                    <a:pt x="619" y="423"/>
                  </a:lnTo>
                  <a:lnTo>
                    <a:pt x="579" y="425"/>
                  </a:lnTo>
                  <a:lnTo>
                    <a:pt x="567" y="435"/>
                  </a:lnTo>
                  <a:lnTo>
                    <a:pt x="574" y="455"/>
                  </a:lnTo>
                  <a:lnTo>
                    <a:pt x="555" y="455"/>
                  </a:lnTo>
                  <a:lnTo>
                    <a:pt x="535" y="450"/>
                  </a:lnTo>
                  <a:lnTo>
                    <a:pt x="532" y="425"/>
                  </a:lnTo>
                  <a:lnTo>
                    <a:pt x="520" y="433"/>
                  </a:lnTo>
                  <a:lnTo>
                    <a:pt x="515" y="450"/>
                  </a:lnTo>
                  <a:lnTo>
                    <a:pt x="505" y="447"/>
                  </a:lnTo>
                  <a:lnTo>
                    <a:pt x="492" y="433"/>
                  </a:lnTo>
                  <a:lnTo>
                    <a:pt x="480" y="440"/>
                  </a:lnTo>
                  <a:lnTo>
                    <a:pt x="470" y="450"/>
                  </a:lnTo>
                  <a:lnTo>
                    <a:pt x="458" y="467"/>
                  </a:lnTo>
                  <a:lnTo>
                    <a:pt x="448" y="480"/>
                  </a:lnTo>
                  <a:lnTo>
                    <a:pt x="428" y="487"/>
                  </a:lnTo>
                  <a:lnTo>
                    <a:pt x="420" y="517"/>
                  </a:lnTo>
                  <a:lnTo>
                    <a:pt x="395" y="517"/>
                  </a:lnTo>
                  <a:lnTo>
                    <a:pt x="390" y="492"/>
                  </a:lnTo>
                  <a:lnTo>
                    <a:pt x="376" y="485"/>
                  </a:lnTo>
                  <a:lnTo>
                    <a:pt x="371" y="460"/>
                  </a:lnTo>
                  <a:lnTo>
                    <a:pt x="361" y="445"/>
                  </a:lnTo>
                  <a:lnTo>
                    <a:pt x="341" y="433"/>
                  </a:lnTo>
                  <a:lnTo>
                    <a:pt x="336" y="455"/>
                  </a:lnTo>
                  <a:lnTo>
                    <a:pt x="318" y="455"/>
                  </a:lnTo>
                  <a:lnTo>
                    <a:pt x="308" y="425"/>
                  </a:lnTo>
                  <a:lnTo>
                    <a:pt x="298" y="423"/>
                  </a:lnTo>
                  <a:lnTo>
                    <a:pt x="296" y="408"/>
                  </a:lnTo>
                  <a:lnTo>
                    <a:pt x="281" y="403"/>
                  </a:lnTo>
                  <a:lnTo>
                    <a:pt x="276" y="385"/>
                  </a:lnTo>
                  <a:lnTo>
                    <a:pt x="264" y="395"/>
                  </a:lnTo>
                  <a:lnTo>
                    <a:pt x="249" y="395"/>
                  </a:lnTo>
                  <a:lnTo>
                    <a:pt x="246" y="408"/>
                  </a:lnTo>
                  <a:lnTo>
                    <a:pt x="219" y="408"/>
                  </a:lnTo>
                  <a:lnTo>
                    <a:pt x="199" y="415"/>
                  </a:lnTo>
                  <a:lnTo>
                    <a:pt x="172" y="408"/>
                  </a:lnTo>
                  <a:lnTo>
                    <a:pt x="152" y="390"/>
                  </a:lnTo>
                  <a:lnTo>
                    <a:pt x="137" y="383"/>
                  </a:lnTo>
                  <a:lnTo>
                    <a:pt x="132" y="373"/>
                  </a:lnTo>
                  <a:lnTo>
                    <a:pt x="95" y="370"/>
                  </a:lnTo>
                  <a:lnTo>
                    <a:pt x="97" y="355"/>
                  </a:lnTo>
                  <a:lnTo>
                    <a:pt x="72" y="348"/>
                  </a:lnTo>
                  <a:lnTo>
                    <a:pt x="57" y="336"/>
                  </a:lnTo>
                  <a:lnTo>
                    <a:pt x="42" y="328"/>
                  </a:lnTo>
                  <a:lnTo>
                    <a:pt x="45" y="303"/>
                  </a:lnTo>
                  <a:lnTo>
                    <a:pt x="23" y="298"/>
                  </a:lnTo>
                  <a:lnTo>
                    <a:pt x="25" y="286"/>
                  </a:lnTo>
                  <a:lnTo>
                    <a:pt x="30" y="268"/>
                  </a:lnTo>
                  <a:lnTo>
                    <a:pt x="20" y="254"/>
                  </a:lnTo>
                  <a:lnTo>
                    <a:pt x="5" y="239"/>
                  </a:lnTo>
                  <a:lnTo>
                    <a:pt x="0" y="186"/>
                  </a:lnTo>
                  <a:lnTo>
                    <a:pt x="13" y="179"/>
                  </a:lnTo>
                  <a:lnTo>
                    <a:pt x="5" y="169"/>
                  </a:lnTo>
                  <a:lnTo>
                    <a:pt x="3" y="162"/>
                  </a:lnTo>
                  <a:lnTo>
                    <a:pt x="8" y="152"/>
                  </a:lnTo>
                  <a:lnTo>
                    <a:pt x="10" y="132"/>
                  </a:lnTo>
                  <a:lnTo>
                    <a:pt x="20" y="127"/>
                  </a:lnTo>
                  <a:lnTo>
                    <a:pt x="20" y="94"/>
                  </a:lnTo>
                  <a:lnTo>
                    <a:pt x="28" y="87"/>
                  </a:lnTo>
                  <a:lnTo>
                    <a:pt x="35" y="52"/>
                  </a:lnTo>
                  <a:lnTo>
                    <a:pt x="45" y="50"/>
                  </a:lnTo>
                  <a:lnTo>
                    <a:pt x="32" y="32"/>
                  </a:lnTo>
                  <a:lnTo>
                    <a:pt x="32" y="17"/>
                  </a:lnTo>
                  <a:lnTo>
                    <a:pt x="50" y="15"/>
                  </a:lnTo>
                  <a:lnTo>
                    <a:pt x="60" y="27"/>
                  </a:lnTo>
                  <a:lnTo>
                    <a:pt x="67" y="37"/>
                  </a:lnTo>
                  <a:lnTo>
                    <a:pt x="7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Freeform 101">
              <a:extLst>
                <a:ext uri="{FF2B5EF4-FFF2-40B4-BE49-F238E27FC236}">
                  <a16:creationId xmlns:a16="http://schemas.microsoft.com/office/drawing/2014/main" id="{533F5AB0-764A-255C-BAFD-C80EEE856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805" y="1983203"/>
              <a:ext cx="1931454" cy="1148510"/>
            </a:xfrm>
            <a:custGeom>
              <a:avLst/>
              <a:gdLst>
                <a:gd name="T0" fmla="*/ 1252 w 1342"/>
                <a:gd name="T1" fmla="*/ 368 h 798"/>
                <a:gd name="T2" fmla="*/ 1257 w 1342"/>
                <a:gd name="T3" fmla="*/ 418 h 798"/>
                <a:gd name="T4" fmla="*/ 1302 w 1342"/>
                <a:gd name="T5" fmla="*/ 457 h 798"/>
                <a:gd name="T6" fmla="*/ 1300 w 1342"/>
                <a:gd name="T7" fmla="*/ 497 h 798"/>
                <a:gd name="T8" fmla="*/ 1322 w 1342"/>
                <a:gd name="T9" fmla="*/ 495 h 798"/>
                <a:gd name="T10" fmla="*/ 1342 w 1342"/>
                <a:gd name="T11" fmla="*/ 544 h 798"/>
                <a:gd name="T12" fmla="*/ 1277 w 1342"/>
                <a:gd name="T13" fmla="*/ 579 h 798"/>
                <a:gd name="T14" fmla="*/ 1155 w 1342"/>
                <a:gd name="T15" fmla="*/ 597 h 798"/>
                <a:gd name="T16" fmla="*/ 1168 w 1342"/>
                <a:gd name="T17" fmla="*/ 607 h 798"/>
                <a:gd name="T18" fmla="*/ 1245 w 1342"/>
                <a:gd name="T19" fmla="*/ 689 h 798"/>
                <a:gd name="T20" fmla="*/ 1200 w 1342"/>
                <a:gd name="T21" fmla="*/ 681 h 798"/>
                <a:gd name="T22" fmla="*/ 1126 w 1342"/>
                <a:gd name="T23" fmla="*/ 706 h 798"/>
                <a:gd name="T24" fmla="*/ 1078 w 1342"/>
                <a:gd name="T25" fmla="*/ 699 h 798"/>
                <a:gd name="T26" fmla="*/ 972 w 1342"/>
                <a:gd name="T27" fmla="*/ 751 h 798"/>
                <a:gd name="T28" fmla="*/ 852 w 1342"/>
                <a:gd name="T29" fmla="*/ 786 h 798"/>
                <a:gd name="T30" fmla="*/ 847 w 1342"/>
                <a:gd name="T31" fmla="*/ 671 h 798"/>
                <a:gd name="T32" fmla="*/ 713 w 1342"/>
                <a:gd name="T33" fmla="*/ 631 h 798"/>
                <a:gd name="T34" fmla="*/ 193 w 1342"/>
                <a:gd name="T35" fmla="*/ 592 h 798"/>
                <a:gd name="T36" fmla="*/ 149 w 1342"/>
                <a:gd name="T37" fmla="*/ 507 h 798"/>
                <a:gd name="T38" fmla="*/ 121 w 1342"/>
                <a:gd name="T39" fmla="*/ 462 h 798"/>
                <a:gd name="T40" fmla="*/ 111 w 1342"/>
                <a:gd name="T41" fmla="*/ 400 h 798"/>
                <a:gd name="T42" fmla="*/ 62 w 1342"/>
                <a:gd name="T43" fmla="*/ 343 h 798"/>
                <a:gd name="T44" fmla="*/ 27 w 1342"/>
                <a:gd name="T45" fmla="*/ 356 h 798"/>
                <a:gd name="T46" fmla="*/ 79 w 1342"/>
                <a:gd name="T47" fmla="*/ 62 h 798"/>
                <a:gd name="T48" fmla="*/ 196 w 1342"/>
                <a:gd name="T49" fmla="*/ 77 h 798"/>
                <a:gd name="T50" fmla="*/ 236 w 1342"/>
                <a:gd name="T51" fmla="*/ 65 h 798"/>
                <a:gd name="T52" fmla="*/ 298 w 1342"/>
                <a:gd name="T53" fmla="*/ 32 h 798"/>
                <a:gd name="T54" fmla="*/ 355 w 1342"/>
                <a:gd name="T55" fmla="*/ 67 h 798"/>
                <a:gd name="T56" fmla="*/ 509 w 1342"/>
                <a:gd name="T57" fmla="*/ 95 h 798"/>
                <a:gd name="T58" fmla="*/ 596 w 1342"/>
                <a:gd name="T59" fmla="*/ 132 h 798"/>
                <a:gd name="T60" fmla="*/ 723 w 1342"/>
                <a:gd name="T61" fmla="*/ 117 h 798"/>
                <a:gd name="T62" fmla="*/ 790 w 1342"/>
                <a:gd name="T63" fmla="*/ 104 h 798"/>
                <a:gd name="T64" fmla="*/ 793 w 1342"/>
                <a:gd name="T65" fmla="*/ 30 h 798"/>
                <a:gd name="T66" fmla="*/ 842 w 1342"/>
                <a:gd name="T67" fmla="*/ 40 h 798"/>
                <a:gd name="T68" fmla="*/ 889 w 1342"/>
                <a:gd name="T69" fmla="*/ 72 h 798"/>
                <a:gd name="T70" fmla="*/ 919 w 1342"/>
                <a:gd name="T71" fmla="*/ 109 h 798"/>
                <a:gd name="T72" fmla="*/ 999 w 1342"/>
                <a:gd name="T73" fmla="*/ 90 h 798"/>
                <a:gd name="T74" fmla="*/ 934 w 1342"/>
                <a:gd name="T75" fmla="*/ 149 h 798"/>
                <a:gd name="T76" fmla="*/ 865 w 1342"/>
                <a:gd name="T77" fmla="*/ 162 h 798"/>
                <a:gd name="T78" fmla="*/ 875 w 1342"/>
                <a:gd name="T79" fmla="*/ 214 h 798"/>
                <a:gd name="T80" fmla="*/ 788 w 1342"/>
                <a:gd name="T81" fmla="*/ 276 h 798"/>
                <a:gd name="T82" fmla="*/ 758 w 1342"/>
                <a:gd name="T83" fmla="*/ 365 h 798"/>
                <a:gd name="T84" fmla="*/ 865 w 1342"/>
                <a:gd name="T85" fmla="*/ 447 h 798"/>
                <a:gd name="T86" fmla="*/ 909 w 1342"/>
                <a:gd name="T87" fmla="*/ 537 h 798"/>
                <a:gd name="T88" fmla="*/ 959 w 1342"/>
                <a:gd name="T89" fmla="*/ 562 h 798"/>
                <a:gd name="T90" fmla="*/ 974 w 1342"/>
                <a:gd name="T91" fmla="*/ 467 h 798"/>
                <a:gd name="T92" fmla="*/ 1004 w 1342"/>
                <a:gd name="T93" fmla="*/ 398 h 798"/>
                <a:gd name="T94" fmla="*/ 991 w 1342"/>
                <a:gd name="T95" fmla="*/ 365 h 798"/>
                <a:gd name="T96" fmla="*/ 1014 w 1342"/>
                <a:gd name="T97" fmla="*/ 281 h 798"/>
                <a:gd name="T98" fmla="*/ 1116 w 1342"/>
                <a:gd name="T99" fmla="*/ 286 h 798"/>
                <a:gd name="T100" fmla="*/ 1146 w 1342"/>
                <a:gd name="T101" fmla="*/ 373 h 798"/>
                <a:gd name="T102" fmla="*/ 1225 w 1342"/>
                <a:gd name="T103" fmla="*/ 331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42" h="798">
                  <a:moveTo>
                    <a:pt x="1225" y="331"/>
                  </a:moveTo>
                  <a:lnTo>
                    <a:pt x="1235" y="343"/>
                  </a:lnTo>
                  <a:lnTo>
                    <a:pt x="1240" y="368"/>
                  </a:lnTo>
                  <a:lnTo>
                    <a:pt x="1252" y="368"/>
                  </a:lnTo>
                  <a:lnTo>
                    <a:pt x="1257" y="400"/>
                  </a:lnTo>
                  <a:lnTo>
                    <a:pt x="1267" y="398"/>
                  </a:lnTo>
                  <a:lnTo>
                    <a:pt x="1267" y="410"/>
                  </a:lnTo>
                  <a:lnTo>
                    <a:pt x="1257" y="418"/>
                  </a:lnTo>
                  <a:lnTo>
                    <a:pt x="1260" y="430"/>
                  </a:lnTo>
                  <a:lnTo>
                    <a:pt x="1272" y="433"/>
                  </a:lnTo>
                  <a:lnTo>
                    <a:pt x="1277" y="462"/>
                  </a:lnTo>
                  <a:lnTo>
                    <a:pt x="1302" y="457"/>
                  </a:lnTo>
                  <a:lnTo>
                    <a:pt x="1297" y="470"/>
                  </a:lnTo>
                  <a:lnTo>
                    <a:pt x="1317" y="467"/>
                  </a:lnTo>
                  <a:lnTo>
                    <a:pt x="1305" y="485"/>
                  </a:lnTo>
                  <a:lnTo>
                    <a:pt x="1300" y="497"/>
                  </a:lnTo>
                  <a:lnTo>
                    <a:pt x="1275" y="502"/>
                  </a:lnTo>
                  <a:lnTo>
                    <a:pt x="1285" y="510"/>
                  </a:lnTo>
                  <a:lnTo>
                    <a:pt x="1305" y="502"/>
                  </a:lnTo>
                  <a:lnTo>
                    <a:pt x="1322" y="495"/>
                  </a:lnTo>
                  <a:lnTo>
                    <a:pt x="1337" y="495"/>
                  </a:lnTo>
                  <a:lnTo>
                    <a:pt x="1342" y="510"/>
                  </a:lnTo>
                  <a:lnTo>
                    <a:pt x="1342" y="532"/>
                  </a:lnTo>
                  <a:lnTo>
                    <a:pt x="1342" y="544"/>
                  </a:lnTo>
                  <a:lnTo>
                    <a:pt x="1342" y="554"/>
                  </a:lnTo>
                  <a:lnTo>
                    <a:pt x="1320" y="559"/>
                  </a:lnTo>
                  <a:lnTo>
                    <a:pt x="1302" y="559"/>
                  </a:lnTo>
                  <a:lnTo>
                    <a:pt x="1277" y="579"/>
                  </a:lnTo>
                  <a:lnTo>
                    <a:pt x="1235" y="584"/>
                  </a:lnTo>
                  <a:lnTo>
                    <a:pt x="1193" y="584"/>
                  </a:lnTo>
                  <a:lnTo>
                    <a:pt x="1170" y="582"/>
                  </a:lnTo>
                  <a:lnTo>
                    <a:pt x="1155" y="597"/>
                  </a:lnTo>
                  <a:lnTo>
                    <a:pt x="1131" y="607"/>
                  </a:lnTo>
                  <a:lnTo>
                    <a:pt x="1111" y="634"/>
                  </a:lnTo>
                  <a:lnTo>
                    <a:pt x="1148" y="619"/>
                  </a:lnTo>
                  <a:lnTo>
                    <a:pt x="1168" y="607"/>
                  </a:lnTo>
                  <a:lnTo>
                    <a:pt x="1190" y="619"/>
                  </a:lnTo>
                  <a:lnTo>
                    <a:pt x="1175" y="641"/>
                  </a:lnTo>
                  <a:lnTo>
                    <a:pt x="1198" y="664"/>
                  </a:lnTo>
                  <a:lnTo>
                    <a:pt x="1245" y="689"/>
                  </a:lnTo>
                  <a:lnTo>
                    <a:pt x="1200" y="713"/>
                  </a:lnTo>
                  <a:lnTo>
                    <a:pt x="1158" y="741"/>
                  </a:lnTo>
                  <a:lnTo>
                    <a:pt x="1148" y="731"/>
                  </a:lnTo>
                  <a:lnTo>
                    <a:pt x="1200" y="681"/>
                  </a:lnTo>
                  <a:lnTo>
                    <a:pt x="1198" y="674"/>
                  </a:lnTo>
                  <a:lnTo>
                    <a:pt x="1183" y="674"/>
                  </a:lnTo>
                  <a:lnTo>
                    <a:pt x="1138" y="713"/>
                  </a:lnTo>
                  <a:lnTo>
                    <a:pt x="1126" y="706"/>
                  </a:lnTo>
                  <a:lnTo>
                    <a:pt x="1123" y="656"/>
                  </a:lnTo>
                  <a:lnTo>
                    <a:pt x="1098" y="651"/>
                  </a:lnTo>
                  <a:lnTo>
                    <a:pt x="1088" y="681"/>
                  </a:lnTo>
                  <a:lnTo>
                    <a:pt x="1078" y="699"/>
                  </a:lnTo>
                  <a:lnTo>
                    <a:pt x="1066" y="716"/>
                  </a:lnTo>
                  <a:lnTo>
                    <a:pt x="994" y="711"/>
                  </a:lnTo>
                  <a:lnTo>
                    <a:pt x="979" y="723"/>
                  </a:lnTo>
                  <a:lnTo>
                    <a:pt x="972" y="751"/>
                  </a:lnTo>
                  <a:lnTo>
                    <a:pt x="932" y="748"/>
                  </a:lnTo>
                  <a:lnTo>
                    <a:pt x="917" y="763"/>
                  </a:lnTo>
                  <a:lnTo>
                    <a:pt x="880" y="798"/>
                  </a:lnTo>
                  <a:lnTo>
                    <a:pt x="852" y="786"/>
                  </a:lnTo>
                  <a:lnTo>
                    <a:pt x="862" y="771"/>
                  </a:lnTo>
                  <a:lnTo>
                    <a:pt x="882" y="741"/>
                  </a:lnTo>
                  <a:lnTo>
                    <a:pt x="865" y="706"/>
                  </a:lnTo>
                  <a:lnTo>
                    <a:pt x="847" y="671"/>
                  </a:lnTo>
                  <a:lnTo>
                    <a:pt x="817" y="656"/>
                  </a:lnTo>
                  <a:lnTo>
                    <a:pt x="793" y="636"/>
                  </a:lnTo>
                  <a:lnTo>
                    <a:pt x="763" y="636"/>
                  </a:lnTo>
                  <a:lnTo>
                    <a:pt x="713" y="631"/>
                  </a:lnTo>
                  <a:lnTo>
                    <a:pt x="681" y="631"/>
                  </a:lnTo>
                  <a:lnTo>
                    <a:pt x="683" y="619"/>
                  </a:lnTo>
                  <a:lnTo>
                    <a:pt x="216" y="621"/>
                  </a:lnTo>
                  <a:lnTo>
                    <a:pt x="193" y="592"/>
                  </a:lnTo>
                  <a:lnTo>
                    <a:pt x="171" y="577"/>
                  </a:lnTo>
                  <a:lnTo>
                    <a:pt x="151" y="557"/>
                  </a:lnTo>
                  <a:lnTo>
                    <a:pt x="151" y="530"/>
                  </a:lnTo>
                  <a:lnTo>
                    <a:pt x="149" y="507"/>
                  </a:lnTo>
                  <a:lnTo>
                    <a:pt x="131" y="510"/>
                  </a:lnTo>
                  <a:lnTo>
                    <a:pt x="129" y="492"/>
                  </a:lnTo>
                  <a:lnTo>
                    <a:pt x="119" y="487"/>
                  </a:lnTo>
                  <a:lnTo>
                    <a:pt x="121" y="462"/>
                  </a:lnTo>
                  <a:lnTo>
                    <a:pt x="129" y="447"/>
                  </a:lnTo>
                  <a:lnTo>
                    <a:pt x="141" y="435"/>
                  </a:lnTo>
                  <a:lnTo>
                    <a:pt x="119" y="430"/>
                  </a:lnTo>
                  <a:lnTo>
                    <a:pt x="111" y="400"/>
                  </a:lnTo>
                  <a:lnTo>
                    <a:pt x="101" y="395"/>
                  </a:lnTo>
                  <a:lnTo>
                    <a:pt x="96" y="375"/>
                  </a:lnTo>
                  <a:lnTo>
                    <a:pt x="72" y="346"/>
                  </a:lnTo>
                  <a:lnTo>
                    <a:pt x="62" y="343"/>
                  </a:lnTo>
                  <a:lnTo>
                    <a:pt x="57" y="356"/>
                  </a:lnTo>
                  <a:lnTo>
                    <a:pt x="47" y="356"/>
                  </a:lnTo>
                  <a:lnTo>
                    <a:pt x="42" y="365"/>
                  </a:lnTo>
                  <a:lnTo>
                    <a:pt x="27" y="356"/>
                  </a:lnTo>
                  <a:lnTo>
                    <a:pt x="22" y="333"/>
                  </a:lnTo>
                  <a:lnTo>
                    <a:pt x="14" y="326"/>
                  </a:lnTo>
                  <a:lnTo>
                    <a:pt x="0" y="333"/>
                  </a:lnTo>
                  <a:lnTo>
                    <a:pt x="79" y="62"/>
                  </a:lnTo>
                  <a:lnTo>
                    <a:pt x="129" y="72"/>
                  </a:lnTo>
                  <a:lnTo>
                    <a:pt x="174" y="95"/>
                  </a:lnTo>
                  <a:lnTo>
                    <a:pt x="193" y="95"/>
                  </a:lnTo>
                  <a:lnTo>
                    <a:pt x="196" y="77"/>
                  </a:lnTo>
                  <a:lnTo>
                    <a:pt x="211" y="65"/>
                  </a:lnTo>
                  <a:lnTo>
                    <a:pt x="253" y="35"/>
                  </a:lnTo>
                  <a:lnTo>
                    <a:pt x="268" y="42"/>
                  </a:lnTo>
                  <a:lnTo>
                    <a:pt x="236" y="65"/>
                  </a:lnTo>
                  <a:lnTo>
                    <a:pt x="268" y="62"/>
                  </a:lnTo>
                  <a:lnTo>
                    <a:pt x="280" y="50"/>
                  </a:lnTo>
                  <a:lnTo>
                    <a:pt x="288" y="35"/>
                  </a:lnTo>
                  <a:lnTo>
                    <a:pt x="298" y="32"/>
                  </a:lnTo>
                  <a:lnTo>
                    <a:pt x="315" y="57"/>
                  </a:lnTo>
                  <a:lnTo>
                    <a:pt x="335" y="60"/>
                  </a:lnTo>
                  <a:lnTo>
                    <a:pt x="345" y="50"/>
                  </a:lnTo>
                  <a:lnTo>
                    <a:pt x="355" y="67"/>
                  </a:lnTo>
                  <a:lnTo>
                    <a:pt x="370" y="57"/>
                  </a:lnTo>
                  <a:lnTo>
                    <a:pt x="437" y="77"/>
                  </a:lnTo>
                  <a:lnTo>
                    <a:pt x="479" y="80"/>
                  </a:lnTo>
                  <a:lnTo>
                    <a:pt x="509" y="95"/>
                  </a:lnTo>
                  <a:lnTo>
                    <a:pt x="504" y="117"/>
                  </a:lnTo>
                  <a:lnTo>
                    <a:pt x="544" y="104"/>
                  </a:lnTo>
                  <a:lnTo>
                    <a:pt x="574" y="134"/>
                  </a:lnTo>
                  <a:lnTo>
                    <a:pt x="596" y="132"/>
                  </a:lnTo>
                  <a:lnTo>
                    <a:pt x="594" y="117"/>
                  </a:lnTo>
                  <a:lnTo>
                    <a:pt x="619" y="92"/>
                  </a:lnTo>
                  <a:lnTo>
                    <a:pt x="643" y="112"/>
                  </a:lnTo>
                  <a:lnTo>
                    <a:pt x="723" y="117"/>
                  </a:lnTo>
                  <a:lnTo>
                    <a:pt x="735" y="99"/>
                  </a:lnTo>
                  <a:lnTo>
                    <a:pt x="758" y="97"/>
                  </a:lnTo>
                  <a:lnTo>
                    <a:pt x="770" y="114"/>
                  </a:lnTo>
                  <a:lnTo>
                    <a:pt x="790" y="104"/>
                  </a:lnTo>
                  <a:lnTo>
                    <a:pt x="807" y="92"/>
                  </a:lnTo>
                  <a:lnTo>
                    <a:pt x="798" y="57"/>
                  </a:lnTo>
                  <a:lnTo>
                    <a:pt x="775" y="40"/>
                  </a:lnTo>
                  <a:lnTo>
                    <a:pt x="793" y="30"/>
                  </a:lnTo>
                  <a:lnTo>
                    <a:pt x="802" y="15"/>
                  </a:lnTo>
                  <a:lnTo>
                    <a:pt x="825" y="0"/>
                  </a:lnTo>
                  <a:lnTo>
                    <a:pt x="850" y="20"/>
                  </a:lnTo>
                  <a:lnTo>
                    <a:pt x="842" y="40"/>
                  </a:lnTo>
                  <a:lnTo>
                    <a:pt x="847" y="57"/>
                  </a:lnTo>
                  <a:lnTo>
                    <a:pt x="862" y="72"/>
                  </a:lnTo>
                  <a:lnTo>
                    <a:pt x="870" y="97"/>
                  </a:lnTo>
                  <a:lnTo>
                    <a:pt x="889" y="72"/>
                  </a:lnTo>
                  <a:lnTo>
                    <a:pt x="899" y="95"/>
                  </a:lnTo>
                  <a:lnTo>
                    <a:pt x="899" y="127"/>
                  </a:lnTo>
                  <a:lnTo>
                    <a:pt x="914" y="127"/>
                  </a:lnTo>
                  <a:lnTo>
                    <a:pt x="919" y="109"/>
                  </a:lnTo>
                  <a:lnTo>
                    <a:pt x="942" y="87"/>
                  </a:lnTo>
                  <a:lnTo>
                    <a:pt x="952" y="57"/>
                  </a:lnTo>
                  <a:lnTo>
                    <a:pt x="989" y="62"/>
                  </a:lnTo>
                  <a:lnTo>
                    <a:pt x="999" y="90"/>
                  </a:lnTo>
                  <a:lnTo>
                    <a:pt x="984" y="99"/>
                  </a:lnTo>
                  <a:lnTo>
                    <a:pt x="991" y="134"/>
                  </a:lnTo>
                  <a:lnTo>
                    <a:pt x="942" y="159"/>
                  </a:lnTo>
                  <a:lnTo>
                    <a:pt x="934" y="149"/>
                  </a:lnTo>
                  <a:lnTo>
                    <a:pt x="909" y="149"/>
                  </a:lnTo>
                  <a:lnTo>
                    <a:pt x="904" y="172"/>
                  </a:lnTo>
                  <a:lnTo>
                    <a:pt x="875" y="172"/>
                  </a:lnTo>
                  <a:lnTo>
                    <a:pt x="865" y="162"/>
                  </a:lnTo>
                  <a:lnTo>
                    <a:pt x="852" y="164"/>
                  </a:lnTo>
                  <a:lnTo>
                    <a:pt x="855" y="177"/>
                  </a:lnTo>
                  <a:lnTo>
                    <a:pt x="882" y="186"/>
                  </a:lnTo>
                  <a:lnTo>
                    <a:pt x="875" y="214"/>
                  </a:lnTo>
                  <a:lnTo>
                    <a:pt x="860" y="226"/>
                  </a:lnTo>
                  <a:lnTo>
                    <a:pt x="835" y="229"/>
                  </a:lnTo>
                  <a:lnTo>
                    <a:pt x="822" y="251"/>
                  </a:lnTo>
                  <a:lnTo>
                    <a:pt x="788" y="276"/>
                  </a:lnTo>
                  <a:lnTo>
                    <a:pt x="760" y="301"/>
                  </a:lnTo>
                  <a:lnTo>
                    <a:pt x="738" y="336"/>
                  </a:lnTo>
                  <a:lnTo>
                    <a:pt x="735" y="363"/>
                  </a:lnTo>
                  <a:lnTo>
                    <a:pt x="758" y="365"/>
                  </a:lnTo>
                  <a:lnTo>
                    <a:pt x="768" y="410"/>
                  </a:lnTo>
                  <a:lnTo>
                    <a:pt x="815" y="415"/>
                  </a:lnTo>
                  <a:lnTo>
                    <a:pt x="847" y="445"/>
                  </a:lnTo>
                  <a:lnTo>
                    <a:pt x="865" y="447"/>
                  </a:lnTo>
                  <a:lnTo>
                    <a:pt x="882" y="467"/>
                  </a:lnTo>
                  <a:lnTo>
                    <a:pt x="917" y="465"/>
                  </a:lnTo>
                  <a:lnTo>
                    <a:pt x="912" y="502"/>
                  </a:lnTo>
                  <a:lnTo>
                    <a:pt x="909" y="537"/>
                  </a:lnTo>
                  <a:lnTo>
                    <a:pt x="922" y="562"/>
                  </a:lnTo>
                  <a:lnTo>
                    <a:pt x="934" y="564"/>
                  </a:lnTo>
                  <a:lnTo>
                    <a:pt x="947" y="549"/>
                  </a:lnTo>
                  <a:lnTo>
                    <a:pt x="959" y="562"/>
                  </a:lnTo>
                  <a:lnTo>
                    <a:pt x="967" y="547"/>
                  </a:lnTo>
                  <a:lnTo>
                    <a:pt x="974" y="510"/>
                  </a:lnTo>
                  <a:lnTo>
                    <a:pt x="972" y="495"/>
                  </a:lnTo>
                  <a:lnTo>
                    <a:pt x="974" y="467"/>
                  </a:lnTo>
                  <a:lnTo>
                    <a:pt x="1001" y="455"/>
                  </a:lnTo>
                  <a:lnTo>
                    <a:pt x="1004" y="443"/>
                  </a:lnTo>
                  <a:lnTo>
                    <a:pt x="1006" y="413"/>
                  </a:lnTo>
                  <a:lnTo>
                    <a:pt x="1004" y="398"/>
                  </a:lnTo>
                  <a:lnTo>
                    <a:pt x="1004" y="383"/>
                  </a:lnTo>
                  <a:lnTo>
                    <a:pt x="999" y="373"/>
                  </a:lnTo>
                  <a:lnTo>
                    <a:pt x="996" y="368"/>
                  </a:lnTo>
                  <a:lnTo>
                    <a:pt x="991" y="365"/>
                  </a:lnTo>
                  <a:lnTo>
                    <a:pt x="1009" y="358"/>
                  </a:lnTo>
                  <a:lnTo>
                    <a:pt x="1014" y="323"/>
                  </a:lnTo>
                  <a:lnTo>
                    <a:pt x="1011" y="308"/>
                  </a:lnTo>
                  <a:lnTo>
                    <a:pt x="1014" y="281"/>
                  </a:lnTo>
                  <a:lnTo>
                    <a:pt x="1034" y="254"/>
                  </a:lnTo>
                  <a:lnTo>
                    <a:pt x="1061" y="269"/>
                  </a:lnTo>
                  <a:lnTo>
                    <a:pt x="1098" y="269"/>
                  </a:lnTo>
                  <a:lnTo>
                    <a:pt x="1116" y="286"/>
                  </a:lnTo>
                  <a:lnTo>
                    <a:pt x="1131" y="301"/>
                  </a:lnTo>
                  <a:lnTo>
                    <a:pt x="1155" y="311"/>
                  </a:lnTo>
                  <a:lnTo>
                    <a:pt x="1146" y="326"/>
                  </a:lnTo>
                  <a:lnTo>
                    <a:pt x="1146" y="373"/>
                  </a:lnTo>
                  <a:lnTo>
                    <a:pt x="1173" y="380"/>
                  </a:lnTo>
                  <a:lnTo>
                    <a:pt x="1200" y="370"/>
                  </a:lnTo>
                  <a:lnTo>
                    <a:pt x="1210" y="356"/>
                  </a:lnTo>
                  <a:lnTo>
                    <a:pt x="1225" y="33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Freeform 102">
              <a:extLst>
                <a:ext uri="{FF2B5EF4-FFF2-40B4-BE49-F238E27FC236}">
                  <a16:creationId xmlns:a16="http://schemas.microsoft.com/office/drawing/2014/main" id="{BAD26FD3-BB56-F7EB-D87B-FED5B4042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18" y="2563214"/>
              <a:ext cx="47494" cy="50374"/>
            </a:xfrm>
            <a:custGeom>
              <a:avLst/>
              <a:gdLst>
                <a:gd name="T0" fmla="*/ 10 w 33"/>
                <a:gd name="T1" fmla="*/ 10 h 35"/>
                <a:gd name="T2" fmla="*/ 15 w 33"/>
                <a:gd name="T3" fmla="*/ 0 h 35"/>
                <a:gd name="T4" fmla="*/ 33 w 33"/>
                <a:gd name="T5" fmla="*/ 0 h 35"/>
                <a:gd name="T6" fmla="*/ 33 w 33"/>
                <a:gd name="T7" fmla="*/ 15 h 35"/>
                <a:gd name="T8" fmla="*/ 13 w 33"/>
                <a:gd name="T9" fmla="*/ 35 h 35"/>
                <a:gd name="T10" fmla="*/ 0 w 33"/>
                <a:gd name="T11" fmla="*/ 20 h 35"/>
                <a:gd name="T12" fmla="*/ 10 w 33"/>
                <a:gd name="T13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5">
                  <a:moveTo>
                    <a:pt x="10" y="10"/>
                  </a:moveTo>
                  <a:lnTo>
                    <a:pt x="15" y="0"/>
                  </a:lnTo>
                  <a:lnTo>
                    <a:pt x="33" y="0"/>
                  </a:lnTo>
                  <a:lnTo>
                    <a:pt x="33" y="15"/>
                  </a:lnTo>
                  <a:lnTo>
                    <a:pt x="13" y="35"/>
                  </a:lnTo>
                  <a:lnTo>
                    <a:pt x="0" y="20"/>
                  </a:lnTo>
                  <a:lnTo>
                    <a:pt x="1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Freeform 103">
              <a:extLst>
                <a:ext uri="{FF2B5EF4-FFF2-40B4-BE49-F238E27FC236}">
                  <a16:creationId xmlns:a16="http://schemas.microsoft.com/office/drawing/2014/main" id="{A0E8754A-3C2D-688F-6DDD-81423F0BA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830" y="2802128"/>
              <a:ext cx="142485" cy="151120"/>
            </a:xfrm>
            <a:custGeom>
              <a:avLst/>
              <a:gdLst>
                <a:gd name="T0" fmla="*/ 54 w 99"/>
                <a:gd name="T1" fmla="*/ 0 h 105"/>
                <a:gd name="T2" fmla="*/ 42 w 99"/>
                <a:gd name="T3" fmla="*/ 5 h 105"/>
                <a:gd name="T4" fmla="*/ 35 w 99"/>
                <a:gd name="T5" fmla="*/ 18 h 105"/>
                <a:gd name="T6" fmla="*/ 22 w 99"/>
                <a:gd name="T7" fmla="*/ 30 h 105"/>
                <a:gd name="T8" fmla="*/ 7 w 99"/>
                <a:gd name="T9" fmla="*/ 38 h 105"/>
                <a:gd name="T10" fmla="*/ 0 w 99"/>
                <a:gd name="T11" fmla="*/ 55 h 105"/>
                <a:gd name="T12" fmla="*/ 0 w 99"/>
                <a:gd name="T13" fmla="*/ 80 h 105"/>
                <a:gd name="T14" fmla="*/ 20 w 99"/>
                <a:gd name="T15" fmla="*/ 82 h 105"/>
                <a:gd name="T16" fmla="*/ 37 w 99"/>
                <a:gd name="T17" fmla="*/ 75 h 105"/>
                <a:gd name="T18" fmla="*/ 50 w 99"/>
                <a:gd name="T19" fmla="*/ 75 h 105"/>
                <a:gd name="T20" fmla="*/ 54 w 99"/>
                <a:gd name="T21" fmla="*/ 100 h 105"/>
                <a:gd name="T22" fmla="*/ 67 w 99"/>
                <a:gd name="T23" fmla="*/ 105 h 105"/>
                <a:gd name="T24" fmla="*/ 67 w 99"/>
                <a:gd name="T25" fmla="*/ 87 h 105"/>
                <a:gd name="T26" fmla="*/ 77 w 99"/>
                <a:gd name="T27" fmla="*/ 90 h 105"/>
                <a:gd name="T28" fmla="*/ 82 w 99"/>
                <a:gd name="T29" fmla="*/ 105 h 105"/>
                <a:gd name="T30" fmla="*/ 89 w 99"/>
                <a:gd name="T31" fmla="*/ 82 h 105"/>
                <a:gd name="T32" fmla="*/ 99 w 99"/>
                <a:gd name="T33" fmla="*/ 62 h 105"/>
                <a:gd name="T34" fmla="*/ 94 w 99"/>
                <a:gd name="T35" fmla="*/ 38 h 105"/>
                <a:gd name="T36" fmla="*/ 82 w 99"/>
                <a:gd name="T37" fmla="*/ 33 h 105"/>
                <a:gd name="T38" fmla="*/ 67 w 99"/>
                <a:gd name="T39" fmla="*/ 33 h 105"/>
                <a:gd name="T40" fmla="*/ 59 w 99"/>
                <a:gd name="T41" fmla="*/ 18 h 105"/>
                <a:gd name="T42" fmla="*/ 62 w 99"/>
                <a:gd name="T43" fmla="*/ 5 h 105"/>
                <a:gd name="T44" fmla="*/ 50 w 99"/>
                <a:gd name="T45" fmla="*/ 0 h 105"/>
                <a:gd name="T46" fmla="*/ 54 w 99"/>
                <a:gd name="T4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9" h="105">
                  <a:moveTo>
                    <a:pt x="54" y="0"/>
                  </a:moveTo>
                  <a:lnTo>
                    <a:pt x="42" y="5"/>
                  </a:lnTo>
                  <a:lnTo>
                    <a:pt x="35" y="18"/>
                  </a:lnTo>
                  <a:lnTo>
                    <a:pt x="22" y="30"/>
                  </a:lnTo>
                  <a:lnTo>
                    <a:pt x="7" y="38"/>
                  </a:lnTo>
                  <a:lnTo>
                    <a:pt x="0" y="55"/>
                  </a:lnTo>
                  <a:lnTo>
                    <a:pt x="0" y="80"/>
                  </a:lnTo>
                  <a:lnTo>
                    <a:pt x="20" y="82"/>
                  </a:lnTo>
                  <a:lnTo>
                    <a:pt x="37" y="75"/>
                  </a:lnTo>
                  <a:lnTo>
                    <a:pt x="50" y="75"/>
                  </a:lnTo>
                  <a:lnTo>
                    <a:pt x="54" y="100"/>
                  </a:lnTo>
                  <a:lnTo>
                    <a:pt x="67" y="105"/>
                  </a:lnTo>
                  <a:lnTo>
                    <a:pt x="67" y="87"/>
                  </a:lnTo>
                  <a:lnTo>
                    <a:pt x="77" y="90"/>
                  </a:lnTo>
                  <a:lnTo>
                    <a:pt x="82" y="105"/>
                  </a:lnTo>
                  <a:lnTo>
                    <a:pt x="89" y="82"/>
                  </a:lnTo>
                  <a:lnTo>
                    <a:pt x="99" y="62"/>
                  </a:lnTo>
                  <a:lnTo>
                    <a:pt x="94" y="38"/>
                  </a:lnTo>
                  <a:lnTo>
                    <a:pt x="82" y="33"/>
                  </a:lnTo>
                  <a:lnTo>
                    <a:pt x="67" y="33"/>
                  </a:lnTo>
                  <a:lnTo>
                    <a:pt x="59" y="18"/>
                  </a:lnTo>
                  <a:lnTo>
                    <a:pt x="62" y="5"/>
                  </a:lnTo>
                  <a:lnTo>
                    <a:pt x="50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Freeform 104">
              <a:extLst>
                <a:ext uri="{FF2B5EF4-FFF2-40B4-BE49-F238E27FC236}">
                  <a16:creationId xmlns:a16="http://schemas.microsoft.com/office/drawing/2014/main" id="{09FD100F-FAB3-3F93-7A54-DF9BEFD92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830" y="2802128"/>
              <a:ext cx="142485" cy="151120"/>
            </a:xfrm>
            <a:custGeom>
              <a:avLst/>
              <a:gdLst>
                <a:gd name="T0" fmla="*/ 54 w 99"/>
                <a:gd name="T1" fmla="*/ 0 h 105"/>
                <a:gd name="T2" fmla="*/ 42 w 99"/>
                <a:gd name="T3" fmla="*/ 5 h 105"/>
                <a:gd name="T4" fmla="*/ 35 w 99"/>
                <a:gd name="T5" fmla="*/ 18 h 105"/>
                <a:gd name="T6" fmla="*/ 22 w 99"/>
                <a:gd name="T7" fmla="*/ 30 h 105"/>
                <a:gd name="T8" fmla="*/ 7 w 99"/>
                <a:gd name="T9" fmla="*/ 38 h 105"/>
                <a:gd name="T10" fmla="*/ 0 w 99"/>
                <a:gd name="T11" fmla="*/ 55 h 105"/>
                <a:gd name="T12" fmla="*/ 0 w 99"/>
                <a:gd name="T13" fmla="*/ 80 h 105"/>
                <a:gd name="T14" fmla="*/ 20 w 99"/>
                <a:gd name="T15" fmla="*/ 82 h 105"/>
                <a:gd name="T16" fmla="*/ 37 w 99"/>
                <a:gd name="T17" fmla="*/ 75 h 105"/>
                <a:gd name="T18" fmla="*/ 50 w 99"/>
                <a:gd name="T19" fmla="*/ 75 h 105"/>
                <a:gd name="T20" fmla="*/ 54 w 99"/>
                <a:gd name="T21" fmla="*/ 100 h 105"/>
                <a:gd name="T22" fmla="*/ 67 w 99"/>
                <a:gd name="T23" fmla="*/ 105 h 105"/>
                <a:gd name="T24" fmla="*/ 67 w 99"/>
                <a:gd name="T25" fmla="*/ 87 h 105"/>
                <a:gd name="T26" fmla="*/ 77 w 99"/>
                <a:gd name="T27" fmla="*/ 90 h 105"/>
                <a:gd name="T28" fmla="*/ 82 w 99"/>
                <a:gd name="T29" fmla="*/ 105 h 105"/>
                <a:gd name="T30" fmla="*/ 89 w 99"/>
                <a:gd name="T31" fmla="*/ 82 h 105"/>
                <a:gd name="T32" fmla="*/ 99 w 99"/>
                <a:gd name="T33" fmla="*/ 62 h 105"/>
                <a:gd name="T34" fmla="*/ 94 w 99"/>
                <a:gd name="T35" fmla="*/ 38 h 105"/>
                <a:gd name="T36" fmla="*/ 82 w 99"/>
                <a:gd name="T37" fmla="*/ 33 h 105"/>
                <a:gd name="T38" fmla="*/ 67 w 99"/>
                <a:gd name="T39" fmla="*/ 33 h 105"/>
                <a:gd name="T40" fmla="*/ 59 w 99"/>
                <a:gd name="T41" fmla="*/ 18 h 105"/>
                <a:gd name="T42" fmla="*/ 62 w 99"/>
                <a:gd name="T43" fmla="*/ 5 h 105"/>
                <a:gd name="T44" fmla="*/ 50 w 99"/>
                <a:gd name="T45" fmla="*/ 0 h 105"/>
                <a:gd name="T46" fmla="*/ 54 w 99"/>
                <a:gd name="T4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9" h="105">
                  <a:moveTo>
                    <a:pt x="54" y="0"/>
                  </a:moveTo>
                  <a:lnTo>
                    <a:pt x="42" y="5"/>
                  </a:lnTo>
                  <a:lnTo>
                    <a:pt x="35" y="18"/>
                  </a:lnTo>
                  <a:lnTo>
                    <a:pt x="22" y="30"/>
                  </a:lnTo>
                  <a:lnTo>
                    <a:pt x="7" y="38"/>
                  </a:lnTo>
                  <a:lnTo>
                    <a:pt x="0" y="55"/>
                  </a:lnTo>
                  <a:lnTo>
                    <a:pt x="0" y="80"/>
                  </a:lnTo>
                  <a:lnTo>
                    <a:pt x="20" y="82"/>
                  </a:lnTo>
                  <a:lnTo>
                    <a:pt x="37" y="75"/>
                  </a:lnTo>
                  <a:lnTo>
                    <a:pt x="50" y="75"/>
                  </a:lnTo>
                  <a:lnTo>
                    <a:pt x="54" y="100"/>
                  </a:lnTo>
                  <a:lnTo>
                    <a:pt x="67" y="105"/>
                  </a:lnTo>
                  <a:lnTo>
                    <a:pt x="67" y="87"/>
                  </a:lnTo>
                  <a:lnTo>
                    <a:pt x="77" y="90"/>
                  </a:lnTo>
                  <a:lnTo>
                    <a:pt x="82" y="105"/>
                  </a:lnTo>
                  <a:lnTo>
                    <a:pt x="89" y="82"/>
                  </a:lnTo>
                  <a:lnTo>
                    <a:pt x="99" y="62"/>
                  </a:lnTo>
                  <a:lnTo>
                    <a:pt x="94" y="38"/>
                  </a:lnTo>
                  <a:lnTo>
                    <a:pt x="82" y="33"/>
                  </a:lnTo>
                  <a:lnTo>
                    <a:pt x="67" y="33"/>
                  </a:lnTo>
                  <a:lnTo>
                    <a:pt x="59" y="18"/>
                  </a:lnTo>
                  <a:lnTo>
                    <a:pt x="62" y="5"/>
                  </a:lnTo>
                  <a:lnTo>
                    <a:pt x="50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Freeform 106">
              <a:extLst>
                <a:ext uri="{FF2B5EF4-FFF2-40B4-BE49-F238E27FC236}">
                  <a16:creationId xmlns:a16="http://schemas.microsoft.com/office/drawing/2014/main" id="{38428FD4-26C8-93A0-2A53-494BC91F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922" y="2917266"/>
              <a:ext cx="21588" cy="38860"/>
            </a:xfrm>
            <a:custGeom>
              <a:avLst/>
              <a:gdLst>
                <a:gd name="T0" fmla="*/ 15 w 15"/>
                <a:gd name="T1" fmla="*/ 0 h 27"/>
                <a:gd name="T2" fmla="*/ 15 w 15"/>
                <a:gd name="T3" fmla="*/ 10 h 27"/>
                <a:gd name="T4" fmla="*/ 13 w 15"/>
                <a:gd name="T5" fmla="*/ 25 h 27"/>
                <a:gd name="T6" fmla="*/ 0 w 15"/>
                <a:gd name="T7" fmla="*/ 27 h 27"/>
                <a:gd name="T8" fmla="*/ 15 w 1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15" y="0"/>
                  </a:moveTo>
                  <a:lnTo>
                    <a:pt x="15" y="10"/>
                  </a:lnTo>
                  <a:lnTo>
                    <a:pt x="13" y="25"/>
                  </a:lnTo>
                  <a:lnTo>
                    <a:pt x="0" y="27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4" name="Freeform 107">
              <a:extLst>
                <a:ext uri="{FF2B5EF4-FFF2-40B4-BE49-F238E27FC236}">
                  <a16:creationId xmlns:a16="http://schemas.microsoft.com/office/drawing/2014/main" id="{6688CD6A-E230-5F4B-2E0D-D9969FAE6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462" y="1826326"/>
              <a:ext cx="246110" cy="171269"/>
            </a:xfrm>
            <a:custGeom>
              <a:avLst/>
              <a:gdLst>
                <a:gd name="T0" fmla="*/ 54 w 171"/>
                <a:gd name="T1" fmla="*/ 5 h 119"/>
                <a:gd name="T2" fmla="*/ 32 w 171"/>
                <a:gd name="T3" fmla="*/ 39 h 119"/>
                <a:gd name="T4" fmla="*/ 19 w 171"/>
                <a:gd name="T5" fmla="*/ 62 h 119"/>
                <a:gd name="T6" fmla="*/ 0 w 171"/>
                <a:gd name="T7" fmla="*/ 87 h 119"/>
                <a:gd name="T8" fmla="*/ 14 w 171"/>
                <a:gd name="T9" fmla="*/ 104 h 119"/>
                <a:gd name="T10" fmla="*/ 39 w 171"/>
                <a:gd name="T11" fmla="*/ 119 h 119"/>
                <a:gd name="T12" fmla="*/ 87 w 171"/>
                <a:gd name="T13" fmla="*/ 97 h 119"/>
                <a:gd name="T14" fmla="*/ 109 w 171"/>
                <a:gd name="T15" fmla="*/ 79 h 119"/>
                <a:gd name="T16" fmla="*/ 146 w 171"/>
                <a:gd name="T17" fmla="*/ 69 h 119"/>
                <a:gd name="T18" fmla="*/ 171 w 171"/>
                <a:gd name="T19" fmla="*/ 52 h 119"/>
                <a:gd name="T20" fmla="*/ 141 w 171"/>
                <a:gd name="T21" fmla="*/ 25 h 119"/>
                <a:gd name="T22" fmla="*/ 101 w 171"/>
                <a:gd name="T23" fmla="*/ 15 h 119"/>
                <a:gd name="T24" fmla="*/ 87 w 171"/>
                <a:gd name="T25" fmla="*/ 0 h 119"/>
                <a:gd name="T26" fmla="*/ 67 w 171"/>
                <a:gd name="T27" fmla="*/ 20 h 119"/>
                <a:gd name="T28" fmla="*/ 54 w 171"/>
                <a:gd name="T29" fmla="*/ 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1" h="119">
                  <a:moveTo>
                    <a:pt x="54" y="5"/>
                  </a:moveTo>
                  <a:lnTo>
                    <a:pt x="32" y="39"/>
                  </a:lnTo>
                  <a:lnTo>
                    <a:pt x="19" y="62"/>
                  </a:lnTo>
                  <a:lnTo>
                    <a:pt x="0" y="87"/>
                  </a:lnTo>
                  <a:lnTo>
                    <a:pt x="14" y="104"/>
                  </a:lnTo>
                  <a:lnTo>
                    <a:pt x="39" y="119"/>
                  </a:lnTo>
                  <a:lnTo>
                    <a:pt x="87" y="97"/>
                  </a:lnTo>
                  <a:lnTo>
                    <a:pt x="109" y="79"/>
                  </a:lnTo>
                  <a:lnTo>
                    <a:pt x="146" y="69"/>
                  </a:lnTo>
                  <a:lnTo>
                    <a:pt x="171" y="52"/>
                  </a:lnTo>
                  <a:lnTo>
                    <a:pt x="141" y="25"/>
                  </a:lnTo>
                  <a:lnTo>
                    <a:pt x="101" y="15"/>
                  </a:lnTo>
                  <a:lnTo>
                    <a:pt x="87" y="0"/>
                  </a:lnTo>
                  <a:lnTo>
                    <a:pt x="67" y="20"/>
                  </a:lnTo>
                  <a:lnTo>
                    <a:pt x="54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Freeform 108">
              <a:extLst>
                <a:ext uri="{FF2B5EF4-FFF2-40B4-BE49-F238E27FC236}">
                  <a16:creationId xmlns:a16="http://schemas.microsoft.com/office/drawing/2014/main" id="{4F0FB8E7-D433-45B6-5E93-40B35A38C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340" y="1901166"/>
              <a:ext cx="361248" cy="189979"/>
            </a:xfrm>
            <a:custGeom>
              <a:avLst/>
              <a:gdLst>
                <a:gd name="T0" fmla="*/ 77 w 251"/>
                <a:gd name="T1" fmla="*/ 12 h 132"/>
                <a:gd name="T2" fmla="*/ 45 w 251"/>
                <a:gd name="T3" fmla="*/ 30 h 132"/>
                <a:gd name="T4" fmla="*/ 45 w 251"/>
                <a:gd name="T5" fmla="*/ 47 h 132"/>
                <a:gd name="T6" fmla="*/ 5 w 251"/>
                <a:gd name="T7" fmla="*/ 50 h 132"/>
                <a:gd name="T8" fmla="*/ 0 w 251"/>
                <a:gd name="T9" fmla="*/ 65 h 132"/>
                <a:gd name="T10" fmla="*/ 65 w 251"/>
                <a:gd name="T11" fmla="*/ 77 h 132"/>
                <a:gd name="T12" fmla="*/ 17 w 251"/>
                <a:gd name="T13" fmla="*/ 89 h 132"/>
                <a:gd name="T14" fmla="*/ 7 w 251"/>
                <a:gd name="T15" fmla="*/ 99 h 132"/>
                <a:gd name="T16" fmla="*/ 42 w 251"/>
                <a:gd name="T17" fmla="*/ 117 h 132"/>
                <a:gd name="T18" fmla="*/ 72 w 251"/>
                <a:gd name="T19" fmla="*/ 132 h 132"/>
                <a:gd name="T20" fmla="*/ 114 w 251"/>
                <a:gd name="T21" fmla="*/ 132 h 132"/>
                <a:gd name="T22" fmla="*/ 189 w 251"/>
                <a:gd name="T23" fmla="*/ 129 h 132"/>
                <a:gd name="T24" fmla="*/ 234 w 251"/>
                <a:gd name="T25" fmla="*/ 119 h 132"/>
                <a:gd name="T26" fmla="*/ 221 w 251"/>
                <a:gd name="T27" fmla="*/ 89 h 132"/>
                <a:gd name="T28" fmla="*/ 251 w 251"/>
                <a:gd name="T29" fmla="*/ 84 h 132"/>
                <a:gd name="T30" fmla="*/ 219 w 251"/>
                <a:gd name="T31" fmla="*/ 65 h 132"/>
                <a:gd name="T32" fmla="*/ 201 w 251"/>
                <a:gd name="T33" fmla="*/ 27 h 132"/>
                <a:gd name="T34" fmla="*/ 209 w 251"/>
                <a:gd name="T35" fmla="*/ 7 h 132"/>
                <a:gd name="T36" fmla="*/ 174 w 251"/>
                <a:gd name="T37" fmla="*/ 0 h 132"/>
                <a:gd name="T38" fmla="*/ 164 w 251"/>
                <a:gd name="T39" fmla="*/ 40 h 132"/>
                <a:gd name="T40" fmla="*/ 144 w 251"/>
                <a:gd name="T41" fmla="*/ 17 h 132"/>
                <a:gd name="T42" fmla="*/ 129 w 251"/>
                <a:gd name="T43" fmla="*/ 7 h 132"/>
                <a:gd name="T44" fmla="*/ 117 w 251"/>
                <a:gd name="T45" fmla="*/ 27 h 132"/>
                <a:gd name="T46" fmla="*/ 104 w 251"/>
                <a:gd name="T47" fmla="*/ 2 h 132"/>
                <a:gd name="T48" fmla="*/ 77 w 251"/>
                <a:gd name="T4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1" h="132">
                  <a:moveTo>
                    <a:pt x="77" y="12"/>
                  </a:moveTo>
                  <a:lnTo>
                    <a:pt x="45" y="30"/>
                  </a:lnTo>
                  <a:lnTo>
                    <a:pt x="45" y="47"/>
                  </a:lnTo>
                  <a:lnTo>
                    <a:pt x="5" y="50"/>
                  </a:lnTo>
                  <a:lnTo>
                    <a:pt x="0" y="65"/>
                  </a:lnTo>
                  <a:lnTo>
                    <a:pt x="65" y="77"/>
                  </a:lnTo>
                  <a:lnTo>
                    <a:pt x="17" y="89"/>
                  </a:lnTo>
                  <a:lnTo>
                    <a:pt x="7" y="99"/>
                  </a:lnTo>
                  <a:lnTo>
                    <a:pt x="42" y="117"/>
                  </a:lnTo>
                  <a:lnTo>
                    <a:pt x="72" y="132"/>
                  </a:lnTo>
                  <a:lnTo>
                    <a:pt x="114" y="132"/>
                  </a:lnTo>
                  <a:lnTo>
                    <a:pt x="189" y="129"/>
                  </a:lnTo>
                  <a:lnTo>
                    <a:pt x="234" y="119"/>
                  </a:lnTo>
                  <a:lnTo>
                    <a:pt x="221" y="89"/>
                  </a:lnTo>
                  <a:lnTo>
                    <a:pt x="251" y="84"/>
                  </a:lnTo>
                  <a:lnTo>
                    <a:pt x="219" y="65"/>
                  </a:lnTo>
                  <a:lnTo>
                    <a:pt x="201" y="27"/>
                  </a:lnTo>
                  <a:lnTo>
                    <a:pt x="209" y="7"/>
                  </a:lnTo>
                  <a:lnTo>
                    <a:pt x="174" y="0"/>
                  </a:lnTo>
                  <a:lnTo>
                    <a:pt x="164" y="40"/>
                  </a:lnTo>
                  <a:lnTo>
                    <a:pt x="144" y="17"/>
                  </a:lnTo>
                  <a:lnTo>
                    <a:pt x="129" y="7"/>
                  </a:lnTo>
                  <a:lnTo>
                    <a:pt x="117" y="27"/>
                  </a:lnTo>
                  <a:lnTo>
                    <a:pt x="104" y="2"/>
                  </a:lnTo>
                  <a:lnTo>
                    <a:pt x="77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Freeform 109">
              <a:extLst>
                <a:ext uri="{FF2B5EF4-FFF2-40B4-BE49-F238E27FC236}">
                  <a16:creationId xmlns:a16="http://schemas.microsoft.com/office/drawing/2014/main" id="{F6E0BC00-2F0D-FFE7-39F9-3BC07933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747" y="1865186"/>
              <a:ext cx="50374" cy="24467"/>
            </a:xfrm>
            <a:custGeom>
              <a:avLst/>
              <a:gdLst>
                <a:gd name="T0" fmla="*/ 17 w 35"/>
                <a:gd name="T1" fmla="*/ 17 h 17"/>
                <a:gd name="T2" fmla="*/ 25 w 35"/>
                <a:gd name="T3" fmla="*/ 17 h 17"/>
                <a:gd name="T4" fmla="*/ 30 w 35"/>
                <a:gd name="T5" fmla="*/ 15 h 17"/>
                <a:gd name="T6" fmla="*/ 32 w 35"/>
                <a:gd name="T7" fmla="*/ 12 h 17"/>
                <a:gd name="T8" fmla="*/ 35 w 35"/>
                <a:gd name="T9" fmla="*/ 10 h 17"/>
                <a:gd name="T10" fmla="*/ 32 w 35"/>
                <a:gd name="T11" fmla="*/ 7 h 17"/>
                <a:gd name="T12" fmla="*/ 30 w 35"/>
                <a:gd name="T13" fmla="*/ 3 h 17"/>
                <a:gd name="T14" fmla="*/ 25 w 35"/>
                <a:gd name="T15" fmla="*/ 3 h 17"/>
                <a:gd name="T16" fmla="*/ 17 w 35"/>
                <a:gd name="T17" fmla="*/ 0 h 17"/>
                <a:gd name="T18" fmla="*/ 10 w 35"/>
                <a:gd name="T19" fmla="*/ 3 h 17"/>
                <a:gd name="T20" fmla="*/ 5 w 35"/>
                <a:gd name="T21" fmla="*/ 3 h 17"/>
                <a:gd name="T22" fmla="*/ 0 w 35"/>
                <a:gd name="T23" fmla="*/ 7 h 17"/>
                <a:gd name="T24" fmla="*/ 0 w 35"/>
                <a:gd name="T25" fmla="*/ 10 h 17"/>
                <a:gd name="T26" fmla="*/ 0 w 35"/>
                <a:gd name="T27" fmla="*/ 12 h 17"/>
                <a:gd name="T28" fmla="*/ 5 w 35"/>
                <a:gd name="T29" fmla="*/ 15 h 17"/>
                <a:gd name="T30" fmla="*/ 10 w 35"/>
                <a:gd name="T31" fmla="*/ 17 h 17"/>
                <a:gd name="T32" fmla="*/ 15 w 35"/>
                <a:gd name="T33" fmla="*/ 17 h 17"/>
                <a:gd name="T34" fmla="*/ 17 w 35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17">
                  <a:moveTo>
                    <a:pt x="17" y="17"/>
                  </a:moveTo>
                  <a:lnTo>
                    <a:pt x="25" y="17"/>
                  </a:lnTo>
                  <a:lnTo>
                    <a:pt x="30" y="15"/>
                  </a:lnTo>
                  <a:lnTo>
                    <a:pt x="32" y="12"/>
                  </a:lnTo>
                  <a:lnTo>
                    <a:pt x="35" y="10"/>
                  </a:lnTo>
                  <a:lnTo>
                    <a:pt x="32" y="7"/>
                  </a:lnTo>
                  <a:lnTo>
                    <a:pt x="30" y="3"/>
                  </a:lnTo>
                  <a:lnTo>
                    <a:pt x="25" y="3"/>
                  </a:lnTo>
                  <a:lnTo>
                    <a:pt x="17" y="0"/>
                  </a:lnTo>
                  <a:lnTo>
                    <a:pt x="10" y="3"/>
                  </a:lnTo>
                  <a:lnTo>
                    <a:pt x="5" y="3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5" y="15"/>
                  </a:lnTo>
                  <a:lnTo>
                    <a:pt x="10" y="17"/>
                  </a:lnTo>
                  <a:lnTo>
                    <a:pt x="15" y="17"/>
                  </a:lnTo>
                  <a:lnTo>
                    <a:pt x="17" y="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Freeform 110">
              <a:extLst>
                <a:ext uri="{FF2B5EF4-FFF2-40B4-BE49-F238E27FC236}">
                  <a16:creationId xmlns:a16="http://schemas.microsoft.com/office/drawing/2014/main" id="{BA027056-44E9-6ACA-A3FC-A128A1BD3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747" y="1865186"/>
              <a:ext cx="50374" cy="24467"/>
            </a:xfrm>
            <a:custGeom>
              <a:avLst/>
              <a:gdLst>
                <a:gd name="T0" fmla="*/ 17 w 35"/>
                <a:gd name="T1" fmla="*/ 17 h 17"/>
                <a:gd name="T2" fmla="*/ 25 w 35"/>
                <a:gd name="T3" fmla="*/ 17 h 17"/>
                <a:gd name="T4" fmla="*/ 30 w 35"/>
                <a:gd name="T5" fmla="*/ 15 h 17"/>
                <a:gd name="T6" fmla="*/ 32 w 35"/>
                <a:gd name="T7" fmla="*/ 12 h 17"/>
                <a:gd name="T8" fmla="*/ 35 w 35"/>
                <a:gd name="T9" fmla="*/ 10 h 17"/>
                <a:gd name="T10" fmla="*/ 32 w 35"/>
                <a:gd name="T11" fmla="*/ 7 h 17"/>
                <a:gd name="T12" fmla="*/ 30 w 35"/>
                <a:gd name="T13" fmla="*/ 3 h 17"/>
                <a:gd name="T14" fmla="*/ 25 w 35"/>
                <a:gd name="T15" fmla="*/ 3 h 17"/>
                <a:gd name="T16" fmla="*/ 17 w 35"/>
                <a:gd name="T17" fmla="*/ 0 h 17"/>
                <a:gd name="T18" fmla="*/ 10 w 35"/>
                <a:gd name="T19" fmla="*/ 3 h 17"/>
                <a:gd name="T20" fmla="*/ 5 w 35"/>
                <a:gd name="T21" fmla="*/ 3 h 17"/>
                <a:gd name="T22" fmla="*/ 0 w 35"/>
                <a:gd name="T23" fmla="*/ 7 h 17"/>
                <a:gd name="T24" fmla="*/ 0 w 35"/>
                <a:gd name="T25" fmla="*/ 10 h 17"/>
                <a:gd name="T26" fmla="*/ 0 w 35"/>
                <a:gd name="T27" fmla="*/ 12 h 17"/>
                <a:gd name="T28" fmla="*/ 5 w 35"/>
                <a:gd name="T29" fmla="*/ 15 h 17"/>
                <a:gd name="T30" fmla="*/ 10 w 35"/>
                <a:gd name="T31" fmla="*/ 17 h 17"/>
                <a:gd name="T32" fmla="*/ 17 w 35"/>
                <a:gd name="T3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17">
                  <a:moveTo>
                    <a:pt x="17" y="17"/>
                  </a:moveTo>
                  <a:lnTo>
                    <a:pt x="25" y="17"/>
                  </a:lnTo>
                  <a:lnTo>
                    <a:pt x="30" y="15"/>
                  </a:lnTo>
                  <a:lnTo>
                    <a:pt x="32" y="12"/>
                  </a:lnTo>
                  <a:lnTo>
                    <a:pt x="35" y="10"/>
                  </a:lnTo>
                  <a:lnTo>
                    <a:pt x="32" y="7"/>
                  </a:lnTo>
                  <a:lnTo>
                    <a:pt x="30" y="3"/>
                  </a:lnTo>
                  <a:lnTo>
                    <a:pt x="25" y="3"/>
                  </a:lnTo>
                  <a:lnTo>
                    <a:pt x="17" y="0"/>
                  </a:lnTo>
                  <a:lnTo>
                    <a:pt x="10" y="3"/>
                  </a:lnTo>
                  <a:lnTo>
                    <a:pt x="5" y="3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5" y="15"/>
                  </a:lnTo>
                  <a:lnTo>
                    <a:pt x="10" y="17"/>
                  </a:lnTo>
                  <a:lnTo>
                    <a:pt x="17" y="1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Freeform 111">
              <a:extLst>
                <a:ext uri="{FF2B5EF4-FFF2-40B4-BE49-F238E27FC236}">
                  <a16:creationId xmlns:a16="http://schemas.microsoft.com/office/drawing/2014/main" id="{5185E05C-B108-EB76-3F73-0E79E6EC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72" y="1693916"/>
              <a:ext cx="149680" cy="92111"/>
            </a:xfrm>
            <a:custGeom>
              <a:avLst/>
              <a:gdLst>
                <a:gd name="T0" fmla="*/ 104 w 104"/>
                <a:gd name="T1" fmla="*/ 0 h 64"/>
                <a:gd name="T2" fmla="*/ 77 w 104"/>
                <a:gd name="T3" fmla="*/ 10 h 64"/>
                <a:gd name="T4" fmla="*/ 37 w 104"/>
                <a:gd name="T5" fmla="*/ 27 h 64"/>
                <a:gd name="T6" fmla="*/ 2 w 104"/>
                <a:gd name="T7" fmla="*/ 37 h 64"/>
                <a:gd name="T8" fmla="*/ 0 w 104"/>
                <a:gd name="T9" fmla="*/ 57 h 64"/>
                <a:gd name="T10" fmla="*/ 44 w 104"/>
                <a:gd name="T11" fmla="*/ 64 h 64"/>
                <a:gd name="T12" fmla="*/ 77 w 104"/>
                <a:gd name="T13" fmla="*/ 35 h 64"/>
                <a:gd name="T14" fmla="*/ 104 w 104"/>
                <a:gd name="T15" fmla="*/ 35 h 64"/>
                <a:gd name="T16" fmla="*/ 104 w 104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64">
                  <a:moveTo>
                    <a:pt x="104" y="0"/>
                  </a:moveTo>
                  <a:lnTo>
                    <a:pt x="77" y="10"/>
                  </a:lnTo>
                  <a:lnTo>
                    <a:pt x="37" y="27"/>
                  </a:lnTo>
                  <a:lnTo>
                    <a:pt x="2" y="37"/>
                  </a:lnTo>
                  <a:lnTo>
                    <a:pt x="0" y="57"/>
                  </a:lnTo>
                  <a:lnTo>
                    <a:pt x="44" y="64"/>
                  </a:lnTo>
                  <a:lnTo>
                    <a:pt x="77" y="35"/>
                  </a:lnTo>
                  <a:lnTo>
                    <a:pt x="104" y="35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Freeform 112">
              <a:extLst>
                <a:ext uri="{FF2B5EF4-FFF2-40B4-BE49-F238E27FC236}">
                  <a16:creationId xmlns:a16="http://schemas.microsoft.com/office/drawing/2014/main" id="{A9DBEB89-C5E5-F1C1-7D81-9F6DBB1E5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983" y="1778832"/>
              <a:ext cx="25906" cy="43177"/>
            </a:xfrm>
            <a:custGeom>
              <a:avLst/>
              <a:gdLst>
                <a:gd name="T0" fmla="*/ 10 w 18"/>
                <a:gd name="T1" fmla="*/ 30 h 30"/>
                <a:gd name="T2" fmla="*/ 5 w 18"/>
                <a:gd name="T3" fmla="*/ 30 h 30"/>
                <a:gd name="T4" fmla="*/ 3 w 18"/>
                <a:gd name="T5" fmla="*/ 28 h 30"/>
                <a:gd name="T6" fmla="*/ 0 w 18"/>
                <a:gd name="T7" fmla="*/ 15 h 30"/>
                <a:gd name="T8" fmla="*/ 3 w 18"/>
                <a:gd name="T9" fmla="*/ 5 h 30"/>
                <a:gd name="T10" fmla="*/ 5 w 18"/>
                <a:gd name="T11" fmla="*/ 3 h 30"/>
                <a:gd name="T12" fmla="*/ 10 w 18"/>
                <a:gd name="T13" fmla="*/ 0 h 30"/>
                <a:gd name="T14" fmla="*/ 13 w 18"/>
                <a:gd name="T15" fmla="*/ 3 h 30"/>
                <a:gd name="T16" fmla="*/ 15 w 18"/>
                <a:gd name="T17" fmla="*/ 5 h 30"/>
                <a:gd name="T18" fmla="*/ 18 w 18"/>
                <a:gd name="T19" fmla="*/ 15 h 30"/>
                <a:gd name="T20" fmla="*/ 15 w 18"/>
                <a:gd name="T21" fmla="*/ 28 h 30"/>
                <a:gd name="T22" fmla="*/ 13 w 18"/>
                <a:gd name="T23" fmla="*/ 30 h 30"/>
                <a:gd name="T24" fmla="*/ 13 w 18"/>
                <a:gd name="T25" fmla="*/ 30 h 30"/>
                <a:gd name="T26" fmla="*/ 10 w 18"/>
                <a:gd name="T2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0">
                  <a:moveTo>
                    <a:pt x="10" y="30"/>
                  </a:moveTo>
                  <a:lnTo>
                    <a:pt x="5" y="30"/>
                  </a:lnTo>
                  <a:lnTo>
                    <a:pt x="3" y="28"/>
                  </a:lnTo>
                  <a:lnTo>
                    <a:pt x="0" y="15"/>
                  </a:lnTo>
                  <a:lnTo>
                    <a:pt x="3" y="5"/>
                  </a:lnTo>
                  <a:lnTo>
                    <a:pt x="5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5" y="5"/>
                  </a:lnTo>
                  <a:lnTo>
                    <a:pt x="18" y="15"/>
                  </a:lnTo>
                  <a:lnTo>
                    <a:pt x="15" y="28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0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Freeform 113">
              <a:extLst>
                <a:ext uri="{FF2B5EF4-FFF2-40B4-BE49-F238E27FC236}">
                  <a16:creationId xmlns:a16="http://schemas.microsoft.com/office/drawing/2014/main" id="{D784FC43-6325-6710-8F57-31F15A4A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983" y="1778832"/>
              <a:ext cx="25906" cy="43177"/>
            </a:xfrm>
            <a:custGeom>
              <a:avLst/>
              <a:gdLst>
                <a:gd name="T0" fmla="*/ 10 w 18"/>
                <a:gd name="T1" fmla="*/ 30 h 30"/>
                <a:gd name="T2" fmla="*/ 5 w 18"/>
                <a:gd name="T3" fmla="*/ 30 h 30"/>
                <a:gd name="T4" fmla="*/ 3 w 18"/>
                <a:gd name="T5" fmla="*/ 28 h 30"/>
                <a:gd name="T6" fmla="*/ 0 w 18"/>
                <a:gd name="T7" fmla="*/ 15 h 30"/>
                <a:gd name="T8" fmla="*/ 3 w 18"/>
                <a:gd name="T9" fmla="*/ 5 h 30"/>
                <a:gd name="T10" fmla="*/ 5 w 18"/>
                <a:gd name="T11" fmla="*/ 3 h 30"/>
                <a:gd name="T12" fmla="*/ 10 w 18"/>
                <a:gd name="T13" fmla="*/ 0 h 30"/>
                <a:gd name="T14" fmla="*/ 13 w 18"/>
                <a:gd name="T15" fmla="*/ 3 h 30"/>
                <a:gd name="T16" fmla="*/ 15 w 18"/>
                <a:gd name="T17" fmla="*/ 5 h 30"/>
                <a:gd name="T18" fmla="*/ 18 w 18"/>
                <a:gd name="T19" fmla="*/ 15 h 30"/>
                <a:gd name="T20" fmla="*/ 15 w 18"/>
                <a:gd name="T21" fmla="*/ 28 h 30"/>
                <a:gd name="T22" fmla="*/ 13 w 18"/>
                <a:gd name="T23" fmla="*/ 30 h 30"/>
                <a:gd name="T24" fmla="*/ 10 w 18"/>
                <a:gd name="T2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30">
                  <a:moveTo>
                    <a:pt x="10" y="30"/>
                  </a:moveTo>
                  <a:lnTo>
                    <a:pt x="5" y="30"/>
                  </a:lnTo>
                  <a:lnTo>
                    <a:pt x="3" y="28"/>
                  </a:lnTo>
                  <a:lnTo>
                    <a:pt x="0" y="15"/>
                  </a:lnTo>
                  <a:lnTo>
                    <a:pt x="3" y="5"/>
                  </a:lnTo>
                  <a:lnTo>
                    <a:pt x="5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5" y="5"/>
                  </a:lnTo>
                  <a:lnTo>
                    <a:pt x="18" y="15"/>
                  </a:lnTo>
                  <a:lnTo>
                    <a:pt x="15" y="28"/>
                  </a:lnTo>
                  <a:lnTo>
                    <a:pt x="13" y="30"/>
                  </a:lnTo>
                  <a:lnTo>
                    <a:pt x="10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Freeform 114">
              <a:extLst>
                <a:ext uri="{FF2B5EF4-FFF2-40B4-BE49-F238E27FC236}">
                  <a16:creationId xmlns:a16="http://schemas.microsoft.com/office/drawing/2014/main" id="{FB447C01-04AA-430B-69BA-ACF0D4F0B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235" y="1737093"/>
              <a:ext cx="230278" cy="110822"/>
            </a:xfrm>
            <a:custGeom>
              <a:avLst/>
              <a:gdLst>
                <a:gd name="T0" fmla="*/ 55 w 160"/>
                <a:gd name="T1" fmla="*/ 24 h 77"/>
                <a:gd name="T2" fmla="*/ 40 w 160"/>
                <a:gd name="T3" fmla="*/ 42 h 77"/>
                <a:gd name="T4" fmla="*/ 5 w 160"/>
                <a:gd name="T5" fmla="*/ 42 h 77"/>
                <a:gd name="T6" fmla="*/ 0 w 160"/>
                <a:gd name="T7" fmla="*/ 67 h 77"/>
                <a:gd name="T8" fmla="*/ 38 w 160"/>
                <a:gd name="T9" fmla="*/ 77 h 77"/>
                <a:gd name="T10" fmla="*/ 68 w 160"/>
                <a:gd name="T11" fmla="*/ 72 h 77"/>
                <a:gd name="T12" fmla="*/ 95 w 160"/>
                <a:gd name="T13" fmla="*/ 62 h 77"/>
                <a:gd name="T14" fmla="*/ 130 w 160"/>
                <a:gd name="T15" fmla="*/ 57 h 77"/>
                <a:gd name="T16" fmla="*/ 160 w 160"/>
                <a:gd name="T17" fmla="*/ 64 h 77"/>
                <a:gd name="T18" fmla="*/ 145 w 160"/>
                <a:gd name="T19" fmla="*/ 32 h 77"/>
                <a:gd name="T20" fmla="*/ 110 w 160"/>
                <a:gd name="T21" fmla="*/ 22 h 77"/>
                <a:gd name="T22" fmla="*/ 105 w 160"/>
                <a:gd name="T23" fmla="*/ 0 h 77"/>
                <a:gd name="T24" fmla="*/ 78 w 160"/>
                <a:gd name="T25" fmla="*/ 5 h 77"/>
                <a:gd name="T26" fmla="*/ 75 w 160"/>
                <a:gd name="T27" fmla="*/ 22 h 77"/>
                <a:gd name="T28" fmla="*/ 55 w 160"/>
                <a:gd name="T29" fmla="*/ 2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77">
                  <a:moveTo>
                    <a:pt x="55" y="24"/>
                  </a:moveTo>
                  <a:lnTo>
                    <a:pt x="40" y="42"/>
                  </a:lnTo>
                  <a:lnTo>
                    <a:pt x="5" y="42"/>
                  </a:lnTo>
                  <a:lnTo>
                    <a:pt x="0" y="67"/>
                  </a:lnTo>
                  <a:lnTo>
                    <a:pt x="38" y="77"/>
                  </a:lnTo>
                  <a:lnTo>
                    <a:pt x="68" y="72"/>
                  </a:lnTo>
                  <a:lnTo>
                    <a:pt x="95" y="62"/>
                  </a:lnTo>
                  <a:lnTo>
                    <a:pt x="130" y="57"/>
                  </a:lnTo>
                  <a:lnTo>
                    <a:pt x="160" y="64"/>
                  </a:lnTo>
                  <a:lnTo>
                    <a:pt x="145" y="32"/>
                  </a:lnTo>
                  <a:lnTo>
                    <a:pt x="110" y="22"/>
                  </a:lnTo>
                  <a:lnTo>
                    <a:pt x="105" y="0"/>
                  </a:lnTo>
                  <a:lnTo>
                    <a:pt x="78" y="5"/>
                  </a:lnTo>
                  <a:lnTo>
                    <a:pt x="75" y="22"/>
                  </a:lnTo>
                  <a:lnTo>
                    <a:pt x="55" y="2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Freeform 115">
              <a:extLst>
                <a:ext uri="{FF2B5EF4-FFF2-40B4-BE49-F238E27FC236}">
                  <a16:creationId xmlns:a16="http://schemas.microsoft.com/office/drawing/2014/main" id="{F04BC2C4-A6CA-0F31-3CFE-184144C9A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514" y="1675207"/>
              <a:ext cx="67645" cy="54691"/>
            </a:xfrm>
            <a:custGeom>
              <a:avLst/>
              <a:gdLst>
                <a:gd name="T0" fmla="*/ 30 w 47"/>
                <a:gd name="T1" fmla="*/ 3 h 38"/>
                <a:gd name="T2" fmla="*/ 7 w 47"/>
                <a:gd name="T3" fmla="*/ 3 h 38"/>
                <a:gd name="T4" fmla="*/ 0 w 47"/>
                <a:gd name="T5" fmla="*/ 23 h 38"/>
                <a:gd name="T6" fmla="*/ 0 w 47"/>
                <a:gd name="T7" fmla="*/ 38 h 38"/>
                <a:gd name="T8" fmla="*/ 22 w 47"/>
                <a:gd name="T9" fmla="*/ 25 h 38"/>
                <a:gd name="T10" fmla="*/ 44 w 47"/>
                <a:gd name="T11" fmla="*/ 18 h 38"/>
                <a:gd name="T12" fmla="*/ 47 w 47"/>
                <a:gd name="T13" fmla="*/ 0 h 38"/>
                <a:gd name="T14" fmla="*/ 30 w 47"/>
                <a:gd name="T15" fmla="*/ 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8">
                  <a:moveTo>
                    <a:pt x="30" y="3"/>
                  </a:moveTo>
                  <a:lnTo>
                    <a:pt x="7" y="3"/>
                  </a:lnTo>
                  <a:lnTo>
                    <a:pt x="0" y="23"/>
                  </a:lnTo>
                  <a:lnTo>
                    <a:pt x="0" y="38"/>
                  </a:lnTo>
                  <a:lnTo>
                    <a:pt x="22" y="25"/>
                  </a:lnTo>
                  <a:lnTo>
                    <a:pt x="44" y="18"/>
                  </a:lnTo>
                  <a:lnTo>
                    <a:pt x="47" y="0"/>
                  </a:lnTo>
                  <a:lnTo>
                    <a:pt x="30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Freeform 116">
              <a:extLst>
                <a:ext uri="{FF2B5EF4-FFF2-40B4-BE49-F238E27FC236}">
                  <a16:creationId xmlns:a16="http://schemas.microsoft.com/office/drawing/2014/main" id="{3F5A80FA-9444-E3E2-49A6-57774CE0E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197" y="1614759"/>
              <a:ext cx="86354" cy="43177"/>
            </a:xfrm>
            <a:custGeom>
              <a:avLst/>
              <a:gdLst>
                <a:gd name="T0" fmla="*/ 15 w 60"/>
                <a:gd name="T1" fmla="*/ 10 h 30"/>
                <a:gd name="T2" fmla="*/ 30 w 60"/>
                <a:gd name="T3" fmla="*/ 0 h 30"/>
                <a:gd name="T4" fmla="*/ 50 w 60"/>
                <a:gd name="T5" fmla="*/ 3 h 30"/>
                <a:gd name="T6" fmla="*/ 60 w 60"/>
                <a:gd name="T7" fmla="*/ 17 h 30"/>
                <a:gd name="T8" fmla="*/ 33 w 60"/>
                <a:gd name="T9" fmla="*/ 27 h 30"/>
                <a:gd name="T10" fmla="*/ 0 w 60"/>
                <a:gd name="T11" fmla="*/ 30 h 30"/>
                <a:gd name="T12" fmla="*/ 15 w 60"/>
                <a:gd name="T13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0">
                  <a:moveTo>
                    <a:pt x="15" y="10"/>
                  </a:moveTo>
                  <a:lnTo>
                    <a:pt x="30" y="0"/>
                  </a:lnTo>
                  <a:lnTo>
                    <a:pt x="50" y="3"/>
                  </a:lnTo>
                  <a:lnTo>
                    <a:pt x="60" y="17"/>
                  </a:lnTo>
                  <a:lnTo>
                    <a:pt x="33" y="27"/>
                  </a:lnTo>
                  <a:lnTo>
                    <a:pt x="0" y="30"/>
                  </a:lnTo>
                  <a:lnTo>
                    <a:pt x="15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Freeform 117">
              <a:extLst>
                <a:ext uri="{FF2B5EF4-FFF2-40B4-BE49-F238E27FC236}">
                  <a16:creationId xmlns:a16="http://schemas.microsoft.com/office/drawing/2014/main" id="{863BFCDD-BCDE-3EDA-6BA3-1D568E229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905" y="1614759"/>
              <a:ext cx="118017" cy="79157"/>
            </a:xfrm>
            <a:custGeom>
              <a:avLst/>
              <a:gdLst>
                <a:gd name="T0" fmla="*/ 14 w 82"/>
                <a:gd name="T1" fmla="*/ 0 h 55"/>
                <a:gd name="T2" fmla="*/ 37 w 82"/>
                <a:gd name="T3" fmla="*/ 3 h 55"/>
                <a:gd name="T4" fmla="*/ 57 w 82"/>
                <a:gd name="T5" fmla="*/ 10 h 55"/>
                <a:gd name="T6" fmla="*/ 77 w 82"/>
                <a:gd name="T7" fmla="*/ 30 h 55"/>
                <a:gd name="T8" fmla="*/ 82 w 82"/>
                <a:gd name="T9" fmla="*/ 50 h 55"/>
                <a:gd name="T10" fmla="*/ 44 w 82"/>
                <a:gd name="T11" fmla="*/ 55 h 55"/>
                <a:gd name="T12" fmla="*/ 37 w 82"/>
                <a:gd name="T13" fmla="*/ 35 h 55"/>
                <a:gd name="T14" fmla="*/ 14 w 82"/>
                <a:gd name="T15" fmla="*/ 32 h 55"/>
                <a:gd name="T16" fmla="*/ 0 w 82"/>
                <a:gd name="T17" fmla="*/ 12 h 55"/>
                <a:gd name="T18" fmla="*/ 14 w 82"/>
                <a:gd name="T1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55">
                  <a:moveTo>
                    <a:pt x="14" y="0"/>
                  </a:moveTo>
                  <a:lnTo>
                    <a:pt x="37" y="3"/>
                  </a:lnTo>
                  <a:lnTo>
                    <a:pt x="57" y="10"/>
                  </a:lnTo>
                  <a:lnTo>
                    <a:pt x="77" y="30"/>
                  </a:lnTo>
                  <a:lnTo>
                    <a:pt x="82" y="50"/>
                  </a:lnTo>
                  <a:lnTo>
                    <a:pt x="44" y="55"/>
                  </a:lnTo>
                  <a:lnTo>
                    <a:pt x="37" y="35"/>
                  </a:lnTo>
                  <a:lnTo>
                    <a:pt x="14" y="32"/>
                  </a:lnTo>
                  <a:lnTo>
                    <a:pt x="0" y="12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Freeform 118">
              <a:extLst>
                <a:ext uri="{FF2B5EF4-FFF2-40B4-BE49-F238E27FC236}">
                  <a16:creationId xmlns:a16="http://schemas.microsoft.com/office/drawing/2014/main" id="{E3CFB5A2-AC55-F932-8680-4DB04FC0D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905" y="1862307"/>
              <a:ext cx="113699" cy="118017"/>
            </a:xfrm>
            <a:custGeom>
              <a:avLst/>
              <a:gdLst>
                <a:gd name="T0" fmla="*/ 27 w 79"/>
                <a:gd name="T1" fmla="*/ 5 h 82"/>
                <a:gd name="T2" fmla="*/ 32 w 79"/>
                <a:gd name="T3" fmla="*/ 24 h 82"/>
                <a:gd name="T4" fmla="*/ 29 w 79"/>
                <a:gd name="T5" fmla="*/ 44 h 82"/>
                <a:gd name="T6" fmla="*/ 2 w 79"/>
                <a:gd name="T7" fmla="*/ 29 h 82"/>
                <a:gd name="T8" fmla="*/ 0 w 79"/>
                <a:gd name="T9" fmla="*/ 49 h 82"/>
                <a:gd name="T10" fmla="*/ 24 w 79"/>
                <a:gd name="T11" fmla="*/ 64 h 82"/>
                <a:gd name="T12" fmla="*/ 37 w 79"/>
                <a:gd name="T13" fmla="*/ 79 h 82"/>
                <a:gd name="T14" fmla="*/ 64 w 79"/>
                <a:gd name="T15" fmla="*/ 82 h 82"/>
                <a:gd name="T16" fmla="*/ 79 w 79"/>
                <a:gd name="T17" fmla="*/ 54 h 82"/>
                <a:gd name="T18" fmla="*/ 69 w 79"/>
                <a:gd name="T19" fmla="*/ 34 h 82"/>
                <a:gd name="T20" fmla="*/ 72 w 79"/>
                <a:gd name="T21" fmla="*/ 0 h 82"/>
                <a:gd name="T22" fmla="*/ 27 w 79"/>
                <a:gd name="T23" fmla="*/ 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82">
                  <a:moveTo>
                    <a:pt x="27" y="5"/>
                  </a:moveTo>
                  <a:lnTo>
                    <a:pt x="32" y="24"/>
                  </a:lnTo>
                  <a:lnTo>
                    <a:pt x="29" y="44"/>
                  </a:lnTo>
                  <a:lnTo>
                    <a:pt x="2" y="29"/>
                  </a:lnTo>
                  <a:lnTo>
                    <a:pt x="0" y="49"/>
                  </a:lnTo>
                  <a:lnTo>
                    <a:pt x="24" y="64"/>
                  </a:lnTo>
                  <a:lnTo>
                    <a:pt x="37" y="79"/>
                  </a:lnTo>
                  <a:lnTo>
                    <a:pt x="64" y="82"/>
                  </a:lnTo>
                  <a:lnTo>
                    <a:pt x="79" y="54"/>
                  </a:lnTo>
                  <a:lnTo>
                    <a:pt x="69" y="34"/>
                  </a:lnTo>
                  <a:lnTo>
                    <a:pt x="72" y="0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Freeform 119">
              <a:extLst>
                <a:ext uri="{FF2B5EF4-FFF2-40B4-BE49-F238E27FC236}">
                  <a16:creationId xmlns:a16="http://schemas.microsoft.com/office/drawing/2014/main" id="{3273DFB6-8284-2E5B-ED4D-6EB13CC1E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372" y="2036454"/>
              <a:ext cx="71962" cy="54691"/>
            </a:xfrm>
            <a:custGeom>
              <a:avLst/>
              <a:gdLst>
                <a:gd name="T0" fmla="*/ 25 w 50"/>
                <a:gd name="T1" fmla="*/ 0 h 38"/>
                <a:gd name="T2" fmla="*/ 7 w 50"/>
                <a:gd name="T3" fmla="*/ 13 h 38"/>
                <a:gd name="T4" fmla="*/ 0 w 50"/>
                <a:gd name="T5" fmla="*/ 35 h 38"/>
                <a:gd name="T6" fmla="*/ 30 w 50"/>
                <a:gd name="T7" fmla="*/ 38 h 38"/>
                <a:gd name="T8" fmla="*/ 50 w 50"/>
                <a:gd name="T9" fmla="*/ 25 h 38"/>
                <a:gd name="T10" fmla="*/ 25 w 50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38">
                  <a:moveTo>
                    <a:pt x="25" y="0"/>
                  </a:moveTo>
                  <a:lnTo>
                    <a:pt x="7" y="13"/>
                  </a:lnTo>
                  <a:lnTo>
                    <a:pt x="0" y="35"/>
                  </a:lnTo>
                  <a:lnTo>
                    <a:pt x="30" y="38"/>
                  </a:lnTo>
                  <a:lnTo>
                    <a:pt x="50" y="25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Freeform 120">
              <a:extLst>
                <a:ext uri="{FF2B5EF4-FFF2-40B4-BE49-F238E27FC236}">
                  <a16:creationId xmlns:a16="http://schemas.microsoft.com/office/drawing/2014/main" id="{9DB6643A-1F9F-4381-AC57-FF4B14DC8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586" y="1857989"/>
              <a:ext cx="118017" cy="93551"/>
            </a:xfrm>
            <a:custGeom>
              <a:avLst/>
              <a:gdLst>
                <a:gd name="T0" fmla="*/ 0 w 82"/>
                <a:gd name="T1" fmla="*/ 65 h 65"/>
                <a:gd name="T2" fmla="*/ 2 w 82"/>
                <a:gd name="T3" fmla="*/ 37 h 65"/>
                <a:gd name="T4" fmla="*/ 12 w 82"/>
                <a:gd name="T5" fmla="*/ 12 h 65"/>
                <a:gd name="T6" fmla="*/ 40 w 82"/>
                <a:gd name="T7" fmla="*/ 0 h 65"/>
                <a:gd name="T8" fmla="*/ 65 w 82"/>
                <a:gd name="T9" fmla="*/ 3 h 65"/>
                <a:gd name="T10" fmla="*/ 82 w 82"/>
                <a:gd name="T11" fmla="*/ 8 h 65"/>
                <a:gd name="T12" fmla="*/ 67 w 82"/>
                <a:gd name="T13" fmla="*/ 27 h 65"/>
                <a:gd name="T14" fmla="*/ 42 w 82"/>
                <a:gd name="T15" fmla="*/ 45 h 65"/>
                <a:gd name="T16" fmla="*/ 25 w 82"/>
                <a:gd name="T17" fmla="*/ 45 h 65"/>
                <a:gd name="T18" fmla="*/ 17 w 82"/>
                <a:gd name="T19" fmla="*/ 65 h 65"/>
                <a:gd name="T20" fmla="*/ 0 w 82"/>
                <a:gd name="T21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65">
                  <a:moveTo>
                    <a:pt x="0" y="65"/>
                  </a:moveTo>
                  <a:lnTo>
                    <a:pt x="2" y="37"/>
                  </a:lnTo>
                  <a:lnTo>
                    <a:pt x="12" y="12"/>
                  </a:lnTo>
                  <a:lnTo>
                    <a:pt x="40" y="0"/>
                  </a:lnTo>
                  <a:lnTo>
                    <a:pt x="65" y="3"/>
                  </a:lnTo>
                  <a:lnTo>
                    <a:pt x="82" y="8"/>
                  </a:lnTo>
                  <a:lnTo>
                    <a:pt x="67" y="27"/>
                  </a:lnTo>
                  <a:lnTo>
                    <a:pt x="42" y="45"/>
                  </a:lnTo>
                  <a:lnTo>
                    <a:pt x="25" y="45"/>
                  </a:lnTo>
                  <a:lnTo>
                    <a:pt x="17" y="65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Freeform 121">
              <a:extLst>
                <a:ext uri="{FF2B5EF4-FFF2-40B4-BE49-F238E27FC236}">
                  <a16:creationId xmlns:a16="http://schemas.microsoft.com/office/drawing/2014/main" id="{69E15636-A22B-67E9-45BB-8AAE6C770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677" y="1865186"/>
              <a:ext cx="569937" cy="515246"/>
            </a:xfrm>
            <a:custGeom>
              <a:avLst/>
              <a:gdLst>
                <a:gd name="T0" fmla="*/ 58 w 396"/>
                <a:gd name="T1" fmla="*/ 0 h 358"/>
                <a:gd name="T2" fmla="*/ 20 w 396"/>
                <a:gd name="T3" fmla="*/ 12 h 358"/>
                <a:gd name="T4" fmla="*/ 0 w 396"/>
                <a:gd name="T5" fmla="*/ 50 h 358"/>
                <a:gd name="T6" fmla="*/ 3 w 396"/>
                <a:gd name="T7" fmla="*/ 85 h 358"/>
                <a:gd name="T8" fmla="*/ 30 w 396"/>
                <a:gd name="T9" fmla="*/ 94 h 358"/>
                <a:gd name="T10" fmla="*/ 18 w 396"/>
                <a:gd name="T11" fmla="*/ 109 h 358"/>
                <a:gd name="T12" fmla="*/ 25 w 396"/>
                <a:gd name="T13" fmla="*/ 119 h 358"/>
                <a:gd name="T14" fmla="*/ 82 w 396"/>
                <a:gd name="T15" fmla="*/ 112 h 358"/>
                <a:gd name="T16" fmla="*/ 120 w 396"/>
                <a:gd name="T17" fmla="*/ 129 h 358"/>
                <a:gd name="T18" fmla="*/ 147 w 396"/>
                <a:gd name="T19" fmla="*/ 112 h 358"/>
                <a:gd name="T20" fmla="*/ 182 w 396"/>
                <a:gd name="T21" fmla="*/ 142 h 358"/>
                <a:gd name="T22" fmla="*/ 177 w 396"/>
                <a:gd name="T23" fmla="*/ 164 h 358"/>
                <a:gd name="T24" fmla="*/ 209 w 396"/>
                <a:gd name="T25" fmla="*/ 164 h 358"/>
                <a:gd name="T26" fmla="*/ 227 w 396"/>
                <a:gd name="T27" fmla="*/ 179 h 358"/>
                <a:gd name="T28" fmla="*/ 229 w 396"/>
                <a:gd name="T29" fmla="*/ 211 h 358"/>
                <a:gd name="T30" fmla="*/ 197 w 396"/>
                <a:gd name="T31" fmla="*/ 249 h 358"/>
                <a:gd name="T32" fmla="*/ 142 w 396"/>
                <a:gd name="T33" fmla="*/ 261 h 358"/>
                <a:gd name="T34" fmla="*/ 130 w 396"/>
                <a:gd name="T35" fmla="*/ 281 h 358"/>
                <a:gd name="T36" fmla="*/ 150 w 396"/>
                <a:gd name="T37" fmla="*/ 301 h 358"/>
                <a:gd name="T38" fmla="*/ 197 w 396"/>
                <a:gd name="T39" fmla="*/ 291 h 358"/>
                <a:gd name="T40" fmla="*/ 242 w 396"/>
                <a:gd name="T41" fmla="*/ 326 h 358"/>
                <a:gd name="T42" fmla="*/ 304 w 396"/>
                <a:gd name="T43" fmla="*/ 358 h 358"/>
                <a:gd name="T44" fmla="*/ 284 w 396"/>
                <a:gd name="T45" fmla="*/ 308 h 358"/>
                <a:gd name="T46" fmla="*/ 326 w 396"/>
                <a:gd name="T47" fmla="*/ 336 h 358"/>
                <a:gd name="T48" fmla="*/ 339 w 396"/>
                <a:gd name="T49" fmla="*/ 306 h 358"/>
                <a:gd name="T50" fmla="*/ 329 w 396"/>
                <a:gd name="T51" fmla="*/ 268 h 358"/>
                <a:gd name="T52" fmla="*/ 299 w 396"/>
                <a:gd name="T53" fmla="*/ 261 h 358"/>
                <a:gd name="T54" fmla="*/ 301 w 396"/>
                <a:gd name="T55" fmla="*/ 226 h 358"/>
                <a:gd name="T56" fmla="*/ 316 w 396"/>
                <a:gd name="T57" fmla="*/ 221 h 358"/>
                <a:gd name="T58" fmla="*/ 366 w 396"/>
                <a:gd name="T59" fmla="*/ 271 h 358"/>
                <a:gd name="T60" fmla="*/ 383 w 396"/>
                <a:gd name="T61" fmla="*/ 241 h 358"/>
                <a:gd name="T62" fmla="*/ 396 w 396"/>
                <a:gd name="T63" fmla="*/ 219 h 358"/>
                <a:gd name="T64" fmla="*/ 366 w 396"/>
                <a:gd name="T65" fmla="*/ 196 h 358"/>
                <a:gd name="T66" fmla="*/ 331 w 396"/>
                <a:gd name="T67" fmla="*/ 189 h 358"/>
                <a:gd name="T68" fmla="*/ 306 w 396"/>
                <a:gd name="T69" fmla="*/ 154 h 358"/>
                <a:gd name="T70" fmla="*/ 326 w 396"/>
                <a:gd name="T71" fmla="*/ 132 h 358"/>
                <a:gd name="T72" fmla="*/ 309 w 396"/>
                <a:gd name="T73" fmla="*/ 104 h 358"/>
                <a:gd name="T74" fmla="*/ 261 w 396"/>
                <a:gd name="T75" fmla="*/ 85 h 358"/>
                <a:gd name="T76" fmla="*/ 229 w 396"/>
                <a:gd name="T77" fmla="*/ 70 h 358"/>
                <a:gd name="T78" fmla="*/ 207 w 396"/>
                <a:gd name="T79" fmla="*/ 27 h 358"/>
                <a:gd name="T80" fmla="*/ 145 w 396"/>
                <a:gd name="T81" fmla="*/ 35 h 358"/>
                <a:gd name="T82" fmla="*/ 125 w 396"/>
                <a:gd name="T83" fmla="*/ 60 h 358"/>
                <a:gd name="T84" fmla="*/ 135 w 396"/>
                <a:gd name="T85" fmla="*/ 3 h 358"/>
                <a:gd name="T86" fmla="*/ 92 w 396"/>
                <a:gd name="T87" fmla="*/ 0 h 358"/>
                <a:gd name="T88" fmla="*/ 70 w 396"/>
                <a:gd name="T89" fmla="*/ 27 h 358"/>
                <a:gd name="T90" fmla="*/ 68 w 396"/>
                <a:gd name="T91" fmla="*/ 50 h 358"/>
                <a:gd name="T92" fmla="*/ 45 w 396"/>
                <a:gd name="T93" fmla="*/ 47 h 358"/>
                <a:gd name="T94" fmla="*/ 58 w 396"/>
                <a:gd name="T95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6" h="358">
                  <a:moveTo>
                    <a:pt x="58" y="0"/>
                  </a:moveTo>
                  <a:lnTo>
                    <a:pt x="20" y="12"/>
                  </a:lnTo>
                  <a:lnTo>
                    <a:pt x="0" y="50"/>
                  </a:lnTo>
                  <a:lnTo>
                    <a:pt x="3" y="85"/>
                  </a:lnTo>
                  <a:lnTo>
                    <a:pt x="30" y="94"/>
                  </a:lnTo>
                  <a:lnTo>
                    <a:pt x="18" y="109"/>
                  </a:lnTo>
                  <a:lnTo>
                    <a:pt x="25" y="119"/>
                  </a:lnTo>
                  <a:lnTo>
                    <a:pt x="82" y="112"/>
                  </a:lnTo>
                  <a:lnTo>
                    <a:pt x="120" y="129"/>
                  </a:lnTo>
                  <a:lnTo>
                    <a:pt x="147" y="112"/>
                  </a:lnTo>
                  <a:lnTo>
                    <a:pt x="182" y="142"/>
                  </a:lnTo>
                  <a:lnTo>
                    <a:pt x="177" y="164"/>
                  </a:lnTo>
                  <a:lnTo>
                    <a:pt x="209" y="164"/>
                  </a:lnTo>
                  <a:lnTo>
                    <a:pt x="227" y="179"/>
                  </a:lnTo>
                  <a:lnTo>
                    <a:pt x="229" y="211"/>
                  </a:lnTo>
                  <a:lnTo>
                    <a:pt x="197" y="249"/>
                  </a:lnTo>
                  <a:lnTo>
                    <a:pt x="142" y="261"/>
                  </a:lnTo>
                  <a:lnTo>
                    <a:pt x="130" y="281"/>
                  </a:lnTo>
                  <a:lnTo>
                    <a:pt x="150" y="301"/>
                  </a:lnTo>
                  <a:lnTo>
                    <a:pt x="197" y="291"/>
                  </a:lnTo>
                  <a:lnTo>
                    <a:pt x="242" y="326"/>
                  </a:lnTo>
                  <a:lnTo>
                    <a:pt x="304" y="358"/>
                  </a:lnTo>
                  <a:lnTo>
                    <a:pt x="284" y="308"/>
                  </a:lnTo>
                  <a:lnTo>
                    <a:pt x="326" y="336"/>
                  </a:lnTo>
                  <a:lnTo>
                    <a:pt x="339" y="306"/>
                  </a:lnTo>
                  <a:lnTo>
                    <a:pt x="329" y="268"/>
                  </a:lnTo>
                  <a:lnTo>
                    <a:pt x="299" y="261"/>
                  </a:lnTo>
                  <a:lnTo>
                    <a:pt x="301" y="226"/>
                  </a:lnTo>
                  <a:lnTo>
                    <a:pt x="316" y="221"/>
                  </a:lnTo>
                  <a:lnTo>
                    <a:pt x="366" y="271"/>
                  </a:lnTo>
                  <a:lnTo>
                    <a:pt x="383" y="241"/>
                  </a:lnTo>
                  <a:lnTo>
                    <a:pt x="396" y="219"/>
                  </a:lnTo>
                  <a:lnTo>
                    <a:pt x="366" y="196"/>
                  </a:lnTo>
                  <a:lnTo>
                    <a:pt x="331" y="189"/>
                  </a:lnTo>
                  <a:lnTo>
                    <a:pt x="306" y="154"/>
                  </a:lnTo>
                  <a:lnTo>
                    <a:pt x="326" y="132"/>
                  </a:lnTo>
                  <a:lnTo>
                    <a:pt x="309" y="104"/>
                  </a:lnTo>
                  <a:lnTo>
                    <a:pt x="261" y="85"/>
                  </a:lnTo>
                  <a:lnTo>
                    <a:pt x="229" y="70"/>
                  </a:lnTo>
                  <a:lnTo>
                    <a:pt x="207" y="27"/>
                  </a:lnTo>
                  <a:lnTo>
                    <a:pt x="145" y="35"/>
                  </a:lnTo>
                  <a:lnTo>
                    <a:pt x="125" y="60"/>
                  </a:lnTo>
                  <a:lnTo>
                    <a:pt x="135" y="3"/>
                  </a:lnTo>
                  <a:lnTo>
                    <a:pt x="92" y="0"/>
                  </a:lnTo>
                  <a:lnTo>
                    <a:pt x="70" y="27"/>
                  </a:lnTo>
                  <a:lnTo>
                    <a:pt x="68" y="50"/>
                  </a:lnTo>
                  <a:lnTo>
                    <a:pt x="45" y="47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Freeform 122">
              <a:extLst>
                <a:ext uri="{FF2B5EF4-FFF2-40B4-BE49-F238E27FC236}">
                  <a16:creationId xmlns:a16="http://schemas.microsoft.com/office/drawing/2014/main" id="{02073219-729C-D787-476C-FD1B63C9C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245" y="2132884"/>
              <a:ext cx="46056" cy="54691"/>
            </a:xfrm>
            <a:custGeom>
              <a:avLst/>
              <a:gdLst>
                <a:gd name="T0" fmla="*/ 3 w 32"/>
                <a:gd name="T1" fmla="*/ 38 h 38"/>
                <a:gd name="T2" fmla="*/ 3 w 32"/>
                <a:gd name="T3" fmla="*/ 35 h 38"/>
                <a:gd name="T4" fmla="*/ 0 w 32"/>
                <a:gd name="T5" fmla="*/ 35 h 38"/>
                <a:gd name="T6" fmla="*/ 3 w 32"/>
                <a:gd name="T7" fmla="*/ 30 h 38"/>
                <a:gd name="T8" fmla="*/ 5 w 32"/>
                <a:gd name="T9" fmla="*/ 23 h 38"/>
                <a:gd name="T10" fmla="*/ 5 w 32"/>
                <a:gd name="T11" fmla="*/ 15 h 38"/>
                <a:gd name="T12" fmla="*/ 5 w 32"/>
                <a:gd name="T13" fmla="*/ 10 h 38"/>
                <a:gd name="T14" fmla="*/ 10 w 32"/>
                <a:gd name="T15" fmla="*/ 5 h 38"/>
                <a:gd name="T16" fmla="*/ 13 w 32"/>
                <a:gd name="T17" fmla="*/ 0 h 38"/>
                <a:gd name="T18" fmla="*/ 17 w 32"/>
                <a:gd name="T19" fmla="*/ 0 h 38"/>
                <a:gd name="T20" fmla="*/ 22 w 32"/>
                <a:gd name="T21" fmla="*/ 0 h 38"/>
                <a:gd name="T22" fmla="*/ 27 w 32"/>
                <a:gd name="T23" fmla="*/ 5 h 38"/>
                <a:gd name="T24" fmla="*/ 30 w 32"/>
                <a:gd name="T25" fmla="*/ 10 h 38"/>
                <a:gd name="T26" fmla="*/ 32 w 32"/>
                <a:gd name="T27" fmla="*/ 15 h 38"/>
                <a:gd name="T28" fmla="*/ 27 w 32"/>
                <a:gd name="T29" fmla="*/ 23 h 38"/>
                <a:gd name="T30" fmla="*/ 20 w 32"/>
                <a:gd name="T31" fmla="*/ 30 h 38"/>
                <a:gd name="T32" fmla="*/ 10 w 32"/>
                <a:gd name="T33" fmla="*/ 35 h 38"/>
                <a:gd name="T34" fmla="*/ 5 w 32"/>
                <a:gd name="T35" fmla="*/ 38 h 38"/>
                <a:gd name="T36" fmla="*/ 3 w 32"/>
                <a:gd name="T3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38">
                  <a:moveTo>
                    <a:pt x="3" y="38"/>
                  </a:moveTo>
                  <a:lnTo>
                    <a:pt x="3" y="35"/>
                  </a:lnTo>
                  <a:lnTo>
                    <a:pt x="0" y="35"/>
                  </a:lnTo>
                  <a:lnTo>
                    <a:pt x="3" y="30"/>
                  </a:lnTo>
                  <a:lnTo>
                    <a:pt x="5" y="23"/>
                  </a:lnTo>
                  <a:lnTo>
                    <a:pt x="5" y="15"/>
                  </a:lnTo>
                  <a:lnTo>
                    <a:pt x="5" y="10"/>
                  </a:lnTo>
                  <a:lnTo>
                    <a:pt x="10" y="5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7" y="5"/>
                  </a:lnTo>
                  <a:lnTo>
                    <a:pt x="30" y="10"/>
                  </a:lnTo>
                  <a:lnTo>
                    <a:pt x="32" y="15"/>
                  </a:lnTo>
                  <a:lnTo>
                    <a:pt x="27" y="23"/>
                  </a:lnTo>
                  <a:lnTo>
                    <a:pt x="20" y="30"/>
                  </a:lnTo>
                  <a:lnTo>
                    <a:pt x="10" y="35"/>
                  </a:lnTo>
                  <a:lnTo>
                    <a:pt x="5" y="38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Freeform 123">
              <a:extLst>
                <a:ext uri="{FF2B5EF4-FFF2-40B4-BE49-F238E27FC236}">
                  <a16:creationId xmlns:a16="http://schemas.microsoft.com/office/drawing/2014/main" id="{2ADE8C96-7F4B-D57C-D25F-84E5AE6A7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245" y="2132884"/>
              <a:ext cx="46056" cy="54691"/>
            </a:xfrm>
            <a:custGeom>
              <a:avLst/>
              <a:gdLst>
                <a:gd name="T0" fmla="*/ 3 w 32"/>
                <a:gd name="T1" fmla="*/ 38 h 38"/>
                <a:gd name="T2" fmla="*/ 3 w 32"/>
                <a:gd name="T3" fmla="*/ 35 h 38"/>
                <a:gd name="T4" fmla="*/ 0 w 32"/>
                <a:gd name="T5" fmla="*/ 35 h 38"/>
                <a:gd name="T6" fmla="*/ 3 w 32"/>
                <a:gd name="T7" fmla="*/ 30 h 38"/>
                <a:gd name="T8" fmla="*/ 5 w 32"/>
                <a:gd name="T9" fmla="*/ 23 h 38"/>
                <a:gd name="T10" fmla="*/ 5 w 32"/>
                <a:gd name="T11" fmla="*/ 15 h 38"/>
                <a:gd name="T12" fmla="*/ 5 w 32"/>
                <a:gd name="T13" fmla="*/ 10 h 38"/>
                <a:gd name="T14" fmla="*/ 10 w 32"/>
                <a:gd name="T15" fmla="*/ 5 h 38"/>
                <a:gd name="T16" fmla="*/ 13 w 32"/>
                <a:gd name="T17" fmla="*/ 0 h 38"/>
                <a:gd name="T18" fmla="*/ 17 w 32"/>
                <a:gd name="T19" fmla="*/ 0 h 38"/>
                <a:gd name="T20" fmla="*/ 22 w 32"/>
                <a:gd name="T21" fmla="*/ 0 h 38"/>
                <a:gd name="T22" fmla="*/ 27 w 32"/>
                <a:gd name="T23" fmla="*/ 5 h 38"/>
                <a:gd name="T24" fmla="*/ 30 w 32"/>
                <a:gd name="T25" fmla="*/ 10 h 38"/>
                <a:gd name="T26" fmla="*/ 32 w 32"/>
                <a:gd name="T27" fmla="*/ 15 h 38"/>
                <a:gd name="T28" fmla="*/ 27 w 32"/>
                <a:gd name="T29" fmla="*/ 23 h 38"/>
                <a:gd name="T30" fmla="*/ 20 w 32"/>
                <a:gd name="T31" fmla="*/ 30 h 38"/>
                <a:gd name="T32" fmla="*/ 10 w 32"/>
                <a:gd name="T33" fmla="*/ 35 h 38"/>
                <a:gd name="T34" fmla="*/ 3 w 32"/>
                <a:gd name="T3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8">
                  <a:moveTo>
                    <a:pt x="3" y="38"/>
                  </a:moveTo>
                  <a:lnTo>
                    <a:pt x="3" y="35"/>
                  </a:lnTo>
                  <a:lnTo>
                    <a:pt x="0" y="35"/>
                  </a:lnTo>
                  <a:lnTo>
                    <a:pt x="3" y="30"/>
                  </a:lnTo>
                  <a:lnTo>
                    <a:pt x="5" y="23"/>
                  </a:lnTo>
                  <a:lnTo>
                    <a:pt x="5" y="15"/>
                  </a:lnTo>
                  <a:lnTo>
                    <a:pt x="5" y="10"/>
                  </a:lnTo>
                  <a:lnTo>
                    <a:pt x="10" y="5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7" y="5"/>
                  </a:lnTo>
                  <a:lnTo>
                    <a:pt x="30" y="10"/>
                  </a:lnTo>
                  <a:lnTo>
                    <a:pt x="32" y="15"/>
                  </a:lnTo>
                  <a:lnTo>
                    <a:pt x="27" y="23"/>
                  </a:lnTo>
                  <a:lnTo>
                    <a:pt x="20" y="30"/>
                  </a:lnTo>
                  <a:lnTo>
                    <a:pt x="10" y="35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Freeform 124">
              <a:extLst>
                <a:ext uri="{FF2B5EF4-FFF2-40B4-BE49-F238E27FC236}">
                  <a16:creationId xmlns:a16="http://schemas.microsoft.com/office/drawing/2014/main" id="{74E16B7A-727E-4625-8B8A-2FDD652FF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778" y="2062361"/>
              <a:ext cx="24467" cy="50374"/>
            </a:xfrm>
            <a:custGeom>
              <a:avLst/>
              <a:gdLst>
                <a:gd name="T0" fmla="*/ 7 w 17"/>
                <a:gd name="T1" fmla="*/ 35 h 35"/>
                <a:gd name="T2" fmla="*/ 5 w 17"/>
                <a:gd name="T3" fmla="*/ 35 h 35"/>
                <a:gd name="T4" fmla="*/ 2 w 17"/>
                <a:gd name="T5" fmla="*/ 30 h 35"/>
                <a:gd name="T6" fmla="*/ 0 w 17"/>
                <a:gd name="T7" fmla="*/ 17 h 35"/>
                <a:gd name="T8" fmla="*/ 2 w 17"/>
                <a:gd name="T9" fmla="*/ 5 h 35"/>
                <a:gd name="T10" fmla="*/ 5 w 17"/>
                <a:gd name="T11" fmla="*/ 2 h 35"/>
                <a:gd name="T12" fmla="*/ 7 w 17"/>
                <a:gd name="T13" fmla="*/ 0 h 35"/>
                <a:gd name="T14" fmla="*/ 12 w 17"/>
                <a:gd name="T15" fmla="*/ 2 h 35"/>
                <a:gd name="T16" fmla="*/ 15 w 17"/>
                <a:gd name="T17" fmla="*/ 5 h 35"/>
                <a:gd name="T18" fmla="*/ 17 w 17"/>
                <a:gd name="T19" fmla="*/ 17 h 35"/>
                <a:gd name="T20" fmla="*/ 15 w 17"/>
                <a:gd name="T21" fmla="*/ 30 h 35"/>
                <a:gd name="T22" fmla="*/ 12 w 17"/>
                <a:gd name="T23" fmla="*/ 35 h 35"/>
                <a:gd name="T24" fmla="*/ 10 w 17"/>
                <a:gd name="T25" fmla="*/ 35 h 35"/>
                <a:gd name="T26" fmla="*/ 7 w 17"/>
                <a:gd name="T2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35">
                  <a:moveTo>
                    <a:pt x="7" y="35"/>
                  </a:moveTo>
                  <a:lnTo>
                    <a:pt x="5" y="35"/>
                  </a:lnTo>
                  <a:lnTo>
                    <a:pt x="2" y="30"/>
                  </a:lnTo>
                  <a:lnTo>
                    <a:pt x="0" y="17"/>
                  </a:lnTo>
                  <a:lnTo>
                    <a:pt x="2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12" y="2"/>
                  </a:lnTo>
                  <a:lnTo>
                    <a:pt x="15" y="5"/>
                  </a:lnTo>
                  <a:lnTo>
                    <a:pt x="17" y="17"/>
                  </a:lnTo>
                  <a:lnTo>
                    <a:pt x="15" y="30"/>
                  </a:lnTo>
                  <a:lnTo>
                    <a:pt x="12" y="35"/>
                  </a:lnTo>
                  <a:lnTo>
                    <a:pt x="10" y="35"/>
                  </a:lnTo>
                  <a:lnTo>
                    <a:pt x="7" y="3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Freeform 125">
              <a:extLst>
                <a:ext uri="{FF2B5EF4-FFF2-40B4-BE49-F238E27FC236}">
                  <a16:creationId xmlns:a16="http://schemas.microsoft.com/office/drawing/2014/main" id="{FBEEB15C-ACF1-4BE1-43E5-E88D78A4B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778" y="2062361"/>
              <a:ext cx="24467" cy="50374"/>
            </a:xfrm>
            <a:custGeom>
              <a:avLst/>
              <a:gdLst>
                <a:gd name="T0" fmla="*/ 7 w 17"/>
                <a:gd name="T1" fmla="*/ 35 h 35"/>
                <a:gd name="T2" fmla="*/ 5 w 17"/>
                <a:gd name="T3" fmla="*/ 35 h 35"/>
                <a:gd name="T4" fmla="*/ 2 w 17"/>
                <a:gd name="T5" fmla="*/ 30 h 35"/>
                <a:gd name="T6" fmla="*/ 0 w 17"/>
                <a:gd name="T7" fmla="*/ 17 h 35"/>
                <a:gd name="T8" fmla="*/ 2 w 17"/>
                <a:gd name="T9" fmla="*/ 5 h 35"/>
                <a:gd name="T10" fmla="*/ 5 w 17"/>
                <a:gd name="T11" fmla="*/ 2 h 35"/>
                <a:gd name="T12" fmla="*/ 7 w 17"/>
                <a:gd name="T13" fmla="*/ 0 h 35"/>
                <a:gd name="T14" fmla="*/ 12 w 17"/>
                <a:gd name="T15" fmla="*/ 2 h 35"/>
                <a:gd name="T16" fmla="*/ 15 w 17"/>
                <a:gd name="T17" fmla="*/ 5 h 35"/>
                <a:gd name="T18" fmla="*/ 17 w 17"/>
                <a:gd name="T19" fmla="*/ 17 h 35"/>
                <a:gd name="T20" fmla="*/ 15 w 17"/>
                <a:gd name="T21" fmla="*/ 30 h 35"/>
                <a:gd name="T22" fmla="*/ 12 w 17"/>
                <a:gd name="T23" fmla="*/ 35 h 35"/>
                <a:gd name="T24" fmla="*/ 7 w 17"/>
                <a:gd name="T2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5">
                  <a:moveTo>
                    <a:pt x="7" y="35"/>
                  </a:moveTo>
                  <a:lnTo>
                    <a:pt x="5" y="35"/>
                  </a:lnTo>
                  <a:lnTo>
                    <a:pt x="2" y="30"/>
                  </a:lnTo>
                  <a:lnTo>
                    <a:pt x="0" y="17"/>
                  </a:lnTo>
                  <a:lnTo>
                    <a:pt x="2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12" y="2"/>
                  </a:lnTo>
                  <a:lnTo>
                    <a:pt x="15" y="5"/>
                  </a:lnTo>
                  <a:lnTo>
                    <a:pt x="17" y="17"/>
                  </a:lnTo>
                  <a:lnTo>
                    <a:pt x="15" y="30"/>
                  </a:lnTo>
                  <a:lnTo>
                    <a:pt x="12" y="35"/>
                  </a:lnTo>
                  <a:lnTo>
                    <a:pt x="7" y="3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Freeform 126">
              <a:extLst>
                <a:ext uri="{FF2B5EF4-FFF2-40B4-BE49-F238E27FC236}">
                  <a16:creationId xmlns:a16="http://schemas.microsoft.com/office/drawing/2014/main" id="{C07FE83E-0176-83C8-386E-17E08DFC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603" y="2250901"/>
              <a:ext cx="103625" cy="90671"/>
            </a:xfrm>
            <a:custGeom>
              <a:avLst/>
              <a:gdLst>
                <a:gd name="T0" fmla="*/ 32 w 72"/>
                <a:gd name="T1" fmla="*/ 0 h 63"/>
                <a:gd name="T2" fmla="*/ 62 w 72"/>
                <a:gd name="T3" fmla="*/ 8 h 63"/>
                <a:gd name="T4" fmla="*/ 72 w 72"/>
                <a:gd name="T5" fmla="*/ 28 h 63"/>
                <a:gd name="T6" fmla="*/ 47 w 72"/>
                <a:gd name="T7" fmla="*/ 38 h 63"/>
                <a:gd name="T8" fmla="*/ 17 w 72"/>
                <a:gd name="T9" fmla="*/ 63 h 63"/>
                <a:gd name="T10" fmla="*/ 0 w 72"/>
                <a:gd name="T11" fmla="*/ 38 h 63"/>
                <a:gd name="T12" fmla="*/ 2 w 72"/>
                <a:gd name="T13" fmla="*/ 13 h 63"/>
                <a:gd name="T14" fmla="*/ 32 w 72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63">
                  <a:moveTo>
                    <a:pt x="32" y="0"/>
                  </a:moveTo>
                  <a:lnTo>
                    <a:pt x="62" y="8"/>
                  </a:lnTo>
                  <a:lnTo>
                    <a:pt x="72" y="28"/>
                  </a:lnTo>
                  <a:lnTo>
                    <a:pt x="47" y="38"/>
                  </a:lnTo>
                  <a:lnTo>
                    <a:pt x="17" y="63"/>
                  </a:lnTo>
                  <a:lnTo>
                    <a:pt x="0" y="38"/>
                  </a:lnTo>
                  <a:lnTo>
                    <a:pt x="2" y="1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4" name="Freeform 127">
              <a:extLst>
                <a:ext uri="{FF2B5EF4-FFF2-40B4-BE49-F238E27FC236}">
                  <a16:creationId xmlns:a16="http://schemas.microsoft.com/office/drawing/2014/main" id="{4427F221-1542-E714-343A-152611009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784" y="1737093"/>
              <a:ext cx="122335" cy="82037"/>
            </a:xfrm>
            <a:custGeom>
              <a:avLst/>
              <a:gdLst>
                <a:gd name="T0" fmla="*/ 37 w 85"/>
                <a:gd name="T1" fmla="*/ 22 h 57"/>
                <a:gd name="T2" fmla="*/ 62 w 85"/>
                <a:gd name="T3" fmla="*/ 7 h 57"/>
                <a:gd name="T4" fmla="*/ 85 w 85"/>
                <a:gd name="T5" fmla="*/ 9 h 57"/>
                <a:gd name="T6" fmla="*/ 82 w 85"/>
                <a:gd name="T7" fmla="*/ 47 h 57"/>
                <a:gd name="T8" fmla="*/ 30 w 85"/>
                <a:gd name="T9" fmla="*/ 57 h 57"/>
                <a:gd name="T10" fmla="*/ 15 w 85"/>
                <a:gd name="T11" fmla="*/ 37 h 57"/>
                <a:gd name="T12" fmla="*/ 0 w 85"/>
                <a:gd name="T13" fmla="*/ 12 h 57"/>
                <a:gd name="T14" fmla="*/ 12 w 85"/>
                <a:gd name="T15" fmla="*/ 0 h 57"/>
                <a:gd name="T16" fmla="*/ 27 w 85"/>
                <a:gd name="T17" fmla="*/ 19 h 57"/>
                <a:gd name="T18" fmla="*/ 37 w 85"/>
                <a:gd name="T19" fmla="*/ 2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57">
                  <a:moveTo>
                    <a:pt x="37" y="22"/>
                  </a:moveTo>
                  <a:lnTo>
                    <a:pt x="62" y="7"/>
                  </a:lnTo>
                  <a:lnTo>
                    <a:pt x="85" y="9"/>
                  </a:lnTo>
                  <a:lnTo>
                    <a:pt x="82" y="47"/>
                  </a:lnTo>
                  <a:lnTo>
                    <a:pt x="30" y="57"/>
                  </a:lnTo>
                  <a:lnTo>
                    <a:pt x="15" y="37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27" y="19"/>
                  </a:lnTo>
                  <a:lnTo>
                    <a:pt x="37" y="2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5" name="Freeform 128">
              <a:extLst>
                <a:ext uri="{FF2B5EF4-FFF2-40B4-BE49-F238E27FC236}">
                  <a16:creationId xmlns:a16="http://schemas.microsoft.com/office/drawing/2014/main" id="{E7C6F136-5165-C0BF-F829-E6FB25F4A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784" y="1737093"/>
              <a:ext cx="122335" cy="82037"/>
            </a:xfrm>
            <a:custGeom>
              <a:avLst/>
              <a:gdLst>
                <a:gd name="T0" fmla="*/ 37 w 85"/>
                <a:gd name="T1" fmla="*/ 22 h 57"/>
                <a:gd name="T2" fmla="*/ 62 w 85"/>
                <a:gd name="T3" fmla="*/ 7 h 57"/>
                <a:gd name="T4" fmla="*/ 85 w 85"/>
                <a:gd name="T5" fmla="*/ 9 h 57"/>
                <a:gd name="T6" fmla="*/ 82 w 85"/>
                <a:gd name="T7" fmla="*/ 47 h 57"/>
                <a:gd name="T8" fmla="*/ 30 w 85"/>
                <a:gd name="T9" fmla="*/ 57 h 57"/>
                <a:gd name="T10" fmla="*/ 15 w 85"/>
                <a:gd name="T11" fmla="*/ 37 h 57"/>
                <a:gd name="T12" fmla="*/ 0 w 85"/>
                <a:gd name="T13" fmla="*/ 12 h 57"/>
                <a:gd name="T14" fmla="*/ 12 w 85"/>
                <a:gd name="T15" fmla="*/ 0 h 57"/>
                <a:gd name="T16" fmla="*/ 27 w 85"/>
                <a:gd name="T17" fmla="*/ 19 h 57"/>
                <a:gd name="T18" fmla="*/ 37 w 85"/>
                <a:gd name="T19" fmla="*/ 2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57">
                  <a:moveTo>
                    <a:pt x="37" y="22"/>
                  </a:moveTo>
                  <a:lnTo>
                    <a:pt x="62" y="7"/>
                  </a:lnTo>
                  <a:lnTo>
                    <a:pt x="85" y="9"/>
                  </a:lnTo>
                  <a:lnTo>
                    <a:pt x="82" y="47"/>
                  </a:lnTo>
                  <a:lnTo>
                    <a:pt x="30" y="57"/>
                  </a:lnTo>
                  <a:lnTo>
                    <a:pt x="15" y="37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27" y="19"/>
                  </a:lnTo>
                  <a:lnTo>
                    <a:pt x="37" y="2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Freeform 129">
              <a:extLst>
                <a:ext uri="{FF2B5EF4-FFF2-40B4-BE49-F238E27FC236}">
                  <a16:creationId xmlns:a16="http://schemas.microsoft.com/office/drawing/2014/main" id="{C3D53B56-0146-78C2-89D3-05D17DFEA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784" y="1737093"/>
              <a:ext cx="122335" cy="82037"/>
            </a:xfrm>
            <a:custGeom>
              <a:avLst/>
              <a:gdLst>
                <a:gd name="T0" fmla="*/ 37 w 85"/>
                <a:gd name="T1" fmla="*/ 22 h 57"/>
                <a:gd name="T2" fmla="*/ 62 w 85"/>
                <a:gd name="T3" fmla="*/ 7 h 57"/>
                <a:gd name="T4" fmla="*/ 85 w 85"/>
                <a:gd name="T5" fmla="*/ 9 h 57"/>
                <a:gd name="T6" fmla="*/ 82 w 85"/>
                <a:gd name="T7" fmla="*/ 47 h 57"/>
                <a:gd name="T8" fmla="*/ 30 w 85"/>
                <a:gd name="T9" fmla="*/ 57 h 57"/>
                <a:gd name="T10" fmla="*/ 15 w 85"/>
                <a:gd name="T11" fmla="*/ 37 h 57"/>
                <a:gd name="T12" fmla="*/ 0 w 85"/>
                <a:gd name="T13" fmla="*/ 12 h 57"/>
                <a:gd name="T14" fmla="*/ 12 w 85"/>
                <a:gd name="T15" fmla="*/ 0 h 57"/>
                <a:gd name="T16" fmla="*/ 27 w 85"/>
                <a:gd name="T17" fmla="*/ 1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57">
                  <a:moveTo>
                    <a:pt x="37" y="22"/>
                  </a:moveTo>
                  <a:lnTo>
                    <a:pt x="62" y="7"/>
                  </a:lnTo>
                  <a:lnTo>
                    <a:pt x="85" y="9"/>
                  </a:lnTo>
                  <a:lnTo>
                    <a:pt x="82" y="47"/>
                  </a:lnTo>
                  <a:lnTo>
                    <a:pt x="30" y="57"/>
                  </a:lnTo>
                  <a:lnTo>
                    <a:pt x="15" y="37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27" y="19"/>
                  </a:lnTo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Freeform 130">
              <a:extLst>
                <a:ext uri="{FF2B5EF4-FFF2-40B4-BE49-F238E27FC236}">
                  <a16:creationId xmlns:a16="http://schemas.microsoft.com/office/drawing/2014/main" id="{0DC1C760-EFD0-6203-6117-DFBF757DF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660" y="1629151"/>
              <a:ext cx="64766" cy="64765"/>
            </a:xfrm>
            <a:custGeom>
              <a:avLst/>
              <a:gdLst>
                <a:gd name="T0" fmla="*/ 0 w 45"/>
                <a:gd name="T1" fmla="*/ 7 h 45"/>
                <a:gd name="T2" fmla="*/ 0 w 45"/>
                <a:gd name="T3" fmla="*/ 30 h 45"/>
                <a:gd name="T4" fmla="*/ 18 w 45"/>
                <a:gd name="T5" fmla="*/ 45 h 45"/>
                <a:gd name="T6" fmla="*/ 35 w 45"/>
                <a:gd name="T7" fmla="*/ 42 h 45"/>
                <a:gd name="T8" fmla="*/ 45 w 45"/>
                <a:gd name="T9" fmla="*/ 20 h 45"/>
                <a:gd name="T10" fmla="*/ 30 w 45"/>
                <a:gd name="T11" fmla="*/ 0 h 45"/>
                <a:gd name="T12" fmla="*/ 0 w 45"/>
                <a:gd name="T1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45">
                  <a:moveTo>
                    <a:pt x="0" y="7"/>
                  </a:moveTo>
                  <a:lnTo>
                    <a:pt x="0" y="30"/>
                  </a:lnTo>
                  <a:lnTo>
                    <a:pt x="18" y="45"/>
                  </a:lnTo>
                  <a:lnTo>
                    <a:pt x="35" y="42"/>
                  </a:lnTo>
                  <a:lnTo>
                    <a:pt x="45" y="20"/>
                  </a:lnTo>
                  <a:lnTo>
                    <a:pt x="30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Freeform 131">
              <a:extLst>
                <a:ext uri="{FF2B5EF4-FFF2-40B4-BE49-F238E27FC236}">
                  <a16:creationId xmlns:a16="http://schemas.microsoft.com/office/drawing/2014/main" id="{A1DC94B0-9C71-89F5-2607-EC4D6866A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586" y="1561507"/>
              <a:ext cx="43177" cy="35981"/>
            </a:xfrm>
            <a:custGeom>
              <a:avLst/>
              <a:gdLst>
                <a:gd name="T0" fmla="*/ 2 w 30"/>
                <a:gd name="T1" fmla="*/ 0 h 25"/>
                <a:gd name="T2" fmla="*/ 0 w 30"/>
                <a:gd name="T3" fmla="*/ 25 h 25"/>
                <a:gd name="T4" fmla="*/ 25 w 30"/>
                <a:gd name="T5" fmla="*/ 25 h 25"/>
                <a:gd name="T6" fmla="*/ 30 w 30"/>
                <a:gd name="T7" fmla="*/ 7 h 25"/>
                <a:gd name="T8" fmla="*/ 2 w 30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5">
                  <a:moveTo>
                    <a:pt x="2" y="0"/>
                  </a:moveTo>
                  <a:lnTo>
                    <a:pt x="0" y="25"/>
                  </a:lnTo>
                  <a:lnTo>
                    <a:pt x="25" y="25"/>
                  </a:lnTo>
                  <a:lnTo>
                    <a:pt x="30" y="7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Freeform 132">
              <a:extLst>
                <a:ext uri="{FF2B5EF4-FFF2-40B4-BE49-F238E27FC236}">
                  <a16:creationId xmlns:a16="http://schemas.microsoft.com/office/drawing/2014/main" id="{31DB6A15-11F9-83BE-F8CC-7BA66175C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136" y="1503937"/>
              <a:ext cx="142485" cy="153999"/>
            </a:xfrm>
            <a:custGeom>
              <a:avLst/>
              <a:gdLst>
                <a:gd name="T0" fmla="*/ 32 w 99"/>
                <a:gd name="T1" fmla="*/ 0 h 107"/>
                <a:gd name="T2" fmla="*/ 17 w 99"/>
                <a:gd name="T3" fmla="*/ 22 h 107"/>
                <a:gd name="T4" fmla="*/ 0 w 99"/>
                <a:gd name="T5" fmla="*/ 42 h 107"/>
                <a:gd name="T6" fmla="*/ 2 w 99"/>
                <a:gd name="T7" fmla="*/ 67 h 107"/>
                <a:gd name="T8" fmla="*/ 24 w 99"/>
                <a:gd name="T9" fmla="*/ 67 h 107"/>
                <a:gd name="T10" fmla="*/ 19 w 99"/>
                <a:gd name="T11" fmla="*/ 82 h 107"/>
                <a:gd name="T12" fmla="*/ 27 w 99"/>
                <a:gd name="T13" fmla="*/ 102 h 107"/>
                <a:gd name="T14" fmla="*/ 82 w 99"/>
                <a:gd name="T15" fmla="*/ 107 h 107"/>
                <a:gd name="T16" fmla="*/ 97 w 99"/>
                <a:gd name="T17" fmla="*/ 87 h 107"/>
                <a:gd name="T18" fmla="*/ 99 w 99"/>
                <a:gd name="T19" fmla="*/ 52 h 107"/>
                <a:gd name="T20" fmla="*/ 79 w 99"/>
                <a:gd name="T21" fmla="*/ 25 h 107"/>
                <a:gd name="T22" fmla="*/ 32 w 99"/>
                <a:gd name="T2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107">
                  <a:moveTo>
                    <a:pt x="32" y="0"/>
                  </a:moveTo>
                  <a:lnTo>
                    <a:pt x="17" y="22"/>
                  </a:lnTo>
                  <a:lnTo>
                    <a:pt x="0" y="42"/>
                  </a:lnTo>
                  <a:lnTo>
                    <a:pt x="2" y="67"/>
                  </a:lnTo>
                  <a:lnTo>
                    <a:pt x="24" y="67"/>
                  </a:lnTo>
                  <a:lnTo>
                    <a:pt x="19" y="82"/>
                  </a:lnTo>
                  <a:lnTo>
                    <a:pt x="27" y="102"/>
                  </a:lnTo>
                  <a:lnTo>
                    <a:pt x="82" y="107"/>
                  </a:lnTo>
                  <a:lnTo>
                    <a:pt x="97" y="87"/>
                  </a:lnTo>
                  <a:lnTo>
                    <a:pt x="99" y="52"/>
                  </a:lnTo>
                  <a:lnTo>
                    <a:pt x="79" y="25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Freeform 133">
              <a:extLst>
                <a:ext uri="{FF2B5EF4-FFF2-40B4-BE49-F238E27FC236}">
                  <a16:creationId xmlns:a16="http://schemas.microsoft.com/office/drawing/2014/main" id="{6E85600C-ACFF-2F03-8F20-25B9FE237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173" y="1414705"/>
              <a:ext cx="621750" cy="354052"/>
            </a:xfrm>
            <a:custGeom>
              <a:avLst/>
              <a:gdLst>
                <a:gd name="T0" fmla="*/ 35 w 432"/>
                <a:gd name="T1" fmla="*/ 47 h 246"/>
                <a:gd name="T2" fmla="*/ 42 w 432"/>
                <a:gd name="T3" fmla="*/ 64 h 246"/>
                <a:gd name="T4" fmla="*/ 59 w 432"/>
                <a:gd name="T5" fmla="*/ 84 h 246"/>
                <a:gd name="T6" fmla="*/ 74 w 432"/>
                <a:gd name="T7" fmla="*/ 89 h 246"/>
                <a:gd name="T8" fmla="*/ 104 w 432"/>
                <a:gd name="T9" fmla="*/ 99 h 246"/>
                <a:gd name="T10" fmla="*/ 131 w 432"/>
                <a:gd name="T11" fmla="*/ 87 h 246"/>
                <a:gd name="T12" fmla="*/ 169 w 432"/>
                <a:gd name="T13" fmla="*/ 77 h 246"/>
                <a:gd name="T14" fmla="*/ 181 w 432"/>
                <a:gd name="T15" fmla="*/ 72 h 246"/>
                <a:gd name="T16" fmla="*/ 181 w 432"/>
                <a:gd name="T17" fmla="*/ 92 h 246"/>
                <a:gd name="T18" fmla="*/ 141 w 432"/>
                <a:gd name="T19" fmla="*/ 102 h 246"/>
                <a:gd name="T20" fmla="*/ 117 w 432"/>
                <a:gd name="T21" fmla="*/ 114 h 246"/>
                <a:gd name="T22" fmla="*/ 139 w 432"/>
                <a:gd name="T23" fmla="*/ 124 h 246"/>
                <a:gd name="T24" fmla="*/ 99 w 432"/>
                <a:gd name="T25" fmla="*/ 124 h 246"/>
                <a:gd name="T26" fmla="*/ 79 w 432"/>
                <a:gd name="T27" fmla="*/ 112 h 246"/>
                <a:gd name="T28" fmla="*/ 77 w 432"/>
                <a:gd name="T29" fmla="*/ 134 h 246"/>
                <a:gd name="T30" fmla="*/ 92 w 432"/>
                <a:gd name="T31" fmla="*/ 156 h 246"/>
                <a:gd name="T32" fmla="*/ 74 w 432"/>
                <a:gd name="T33" fmla="*/ 171 h 246"/>
                <a:gd name="T34" fmla="*/ 59 w 432"/>
                <a:gd name="T35" fmla="*/ 184 h 246"/>
                <a:gd name="T36" fmla="*/ 40 w 432"/>
                <a:gd name="T37" fmla="*/ 196 h 246"/>
                <a:gd name="T38" fmla="*/ 32 w 432"/>
                <a:gd name="T39" fmla="*/ 211 h 246"/>
                <a:gd name="T40" fmla="*/ 0 w 432"/>
                <a:gd name="T41" fmla="*/ 206 h 246"/>
                <a:gd name="T42" fmla="*/ 15 w 432"/>
                <a:gd name="T43" fmla="*/ 233 h 246"/>
                <a:gd name="T44" fmla="*/ 102 w 432"/>
                <a:gd name="T45" fmla="*/ 246 h 246"/>
                <a:gd name="T46" fmla="*/ 151 w 432"/>
                <a:gd name="T47" fmla="*/ 236 h 246"/>
                <a:gd name="T48" fmla="*/ 174 w 432"/>
                <a:gd name="T49" fmla="*/ 211 h 246"/>
                <a:gd name="T50" fmla="*/ 154 w 432"/>
                <a:gd name="T51" fmla="*/ 189 h 246"/>
                <a:gd name="T52" fmla="*/ 174 w 432"/>
                <a:gd name="T53" fmla="*/ 181 h 246"/>
                <a:gd name="T54" fmla="*/ 194 w 432"/>
                <a:gd name="T55" fmla="*/ 174 h 246"/>
                <a:gd name="T56" fmla="*/ 226 w 432"/>
                <a:gd name="T57" fmla="*/ 144 h 246"/>
                <a:gd name="T58" fmla="*/ 233 w 432"/>
                <a:gd name="T59" fmla="*/ 129 h 246"/>
                <a:gd name="T60" fmla="*/ 258 w 432"/>
                <a:gd name="T61" fmla="*/ 114 h 246"/>
                <a:gd name="T62" fmla="*/ 293 w 432"/>
                <a:gd name="T63" fmla="*/ 124 h 246"/>
                <a:gd name="T64" fmla="*/ 353 w 432"/>
                <a:gd name="T65" fmla="*/ 72 h 246"/>
                <a:gd name="T66" fmla="*/ 340 w 432"/>
                <a:gd name="T67" fmla="*/ 50 h 246"/>
                <a:gd name="T68" fmla="*/ 397 w 432"/>
                <a:gd name="T69" fmla="*/ 40 h 246"/>
                <a:gd name="T70" fmla="*/ 432 w 432"/>
                <a:gd name="T71" fmla="*/ 25 h 246"/>
                <a:gd name="T72" fmla="*/ 412 w 432"/>
                <a:gd name="T73" fmla="*/ 2 h 246"/>
                <a:gd name="T74" fmla="*/ 375 w 432"/>
                <a:gd name="T75" fmla="*/ 2 h 246"/>
                <a:gd name="T76" fmla="*/ 283 w 432"/>
                <a:gd name="T77" fmla="*/ 0 h 246"/>
                <a:gd name="T78" fmla="*/ 253 w 432"/>
                <a:gd name="T79" fmla="*/ 25 h 246"/>
                <a:gd name="T80" fmla="*/ 226 w 432"/>
                <a:gd name="T81" fmla="*/ 0 h 246"/>
                <a:gd name="T82" fmla="*/ 221 w 432"/>
                <a:gd name="T83" fmla="*/ 12 h 246"/>
                <a:gd name="T84" fmla="*/ 169 w 432"/>
                <a:gd name="T85" fmla="*/ 10 h 246"/>
                <a:gd name="T86" fmla="*/ 144 w 432"/>
                <a:gd name="T87" fmla="*/ 37 h 246"/>
                <a:gd name="T88" fmla="*/ 119 w 432"/>
                <a:gd name="T89" fmla="*/ 37 h 246"/>
                <a:gd name="T90" fmla="*/ 109 w 432"/>
                <a:gd name="T91" fmla="*/ 22 h 246"/>
                <a:gd name="T92" fmla="*/ 79 w 432"/>
                <a:gd name="T93" fmla="*/ 27 h 246"/>
                <a:gd name="T94" fmla="*/ 74 w 432"/>
                <a:gd name="T95" fmla="*/ 40 h 246"/>
                <a:gd name="T96" fmla="*/ 35 w 432"/>
                <a:gd name="T97" fmla="*/ 4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2" h="246">
                  <a:moveTo>
                    <a:pt x="35" y="47"/>
                  </a:moveTo>
                  <a:lnTo>
                    <a:pt x="42" y="64"/>
                  </a:lnTo>
                  <a:lnTo>
                    <a:pt x="59" y="84"/>
                  </a:lnTo>
                  <a:lnTo>
                    <a:pt x="74" y="89"/>
                  </a:lnTo>
                  <a:lnTo>
                    <a:pt x="104" y="99"/>
                  </a:lnTo>
                  <a:lnTo>
                    <a:pt x="131" y="87"/>
                  </a:lnTo>
                  <a:lnTo>
                    <a:pt x="169" y="77"/>
                  </a:lnTo>
                  <a:lnTo>
                    <a:pt x="181" y="72"/>
                  </a:lnTo>
                  <a:lnTo>
                    <a:pt x="181" y="92"/>
                  </a:lnTo>
                  <a:lnTo>
                    <a:pt x="141" y="102"/>
                  </a:lnTo>
                  <a:lnTo>
                    <a:pt x="117" y="114"/>
                  </a:lnTo>
                  <a:lnTo>
                    <a:pt x="139" y="124"/>
                  </a:lnTo>
                  <a:lnTo>
                    <a:pt x="99" y="124"/>
                  </a:lnTo>
                  <a:lnTo>
                    <a:pt x="79" y="112"/>
                  </a:lnTo>
                  <a:lnTo>
                    <a:pt x="77" y="134"/>
                  </a:lnTo>
                  <a:lnTo>
                    <a:pt x="92" y="156"/>
                  </a:lnTo>
                  <a:lnTo>
                    <a:pt x="74" y="171"/>
                  </a:lnTo>
                  <a:lnTo>
                    <a:pt x="59" y="184"/>
                  </a:lnTo>
                  <a:lnTo>
                    <a:pt x="40" y="196"/>
                  </a:lnTo>
                  <a:lnTo>
                    <a:pt x="32" y="211"/>
                  </a:lnTo>
                  <a:lnTo>
                    <a:pt x="0" y="206"/>
                  </a:lnTo>
                  <a:lnTo>
                    <a:pt x="15" y="233"/>
                  </a:lnTo>
                  <a:lnTo>
                    <a:pt x="102" y="246"/>
                  </a:lnTo>
                  <a:lnTo>
                    <a:pt x="151" y="236"/>
                  </a:lnTo>
                  <a:lnTo>
                    <a:pt x="174" y="211"/>
                  </a:lnTo>
                  <a:lnTo>
                    <a:pt x="154" y="189"/>
                  </a:lnTo>
                  <a:lnTo>
                    <a:pt x="174" y="181"/>
                  </a:lnTo>
                  <a:lnTo>
                    <a:pt x="194" y="174"/>
                  </a:lnTo>
                  <a:lnTo>
                    <a:pt x="226" y="144"/>
                  </a:lnTo>
                  <a:lnTo>
                    <a:pt x="233" y="129"/>
                  </a:lnTo>
                  <a:lnTo>
                    <a:pt x="258" y="114"/>
                  </a:lnTo>
                  <a:lnTo>
                    <a:pt x="293" y="124"/>
                  </a:lnTo>
                  <a:lnTo>
                    <a:pt x="353" y="72"/>
                  </a:lnTo>
                  <a:lnTo>
                    <a:pt x="340" y="50"/>
                  </a:lnTo>
                  <a:lnTo>
                    <a:pt x="397" y="40"/>
                  </a:lnTo>
                  <a:lnTo>
                    <a:pt x="432" y="25"/>
                  </a:lnTo>
                  <a:lnTo>
                    <a:pt x="412" y="2"/>
                  </a:lnTo>
                  <a:lnTo>
                    <a:pt x="375" y="2"/>
                  </a:lnTo>
                  <a:lnTo>
                    <a:pt x="283" y="0"/>
                  </a:lnTo>
                  <a:lnTo>
                    <a:pt x="253" y="25"/>
                  </a:lnTo>
                  <a:lnTo>
                    <a:pt x="226" y="0"/>
                  </a:lnTo>
                  <a:lnTo>
                    <a:pt x="221" y="12"/>
                  </a:lnTo>
                  <a:lnTo>
                    <a:pt x="169" y="10"/>
                  </a:lnTo>
                  <a:lnTo>
                    <a:pt x="144" y="37"/>
                  </a:lnTo>
                  <a:lnTo>
                    <a:pt x="119" y="37"/>
                  </a:lnTo>
                  <a:lnTo>
                    <a:pt x="109" y="22"/>
                  </a:lnTo>
                  <a:lnTo>
                    <a:pt x="79" y="27"/>
                  </a:lnTo>
                  <a:lnTo>
                    <a:pt x="74" y="40"/>
                  </a:lnTo>
                  <a:lnTo>
                    <a:pt x="35" y="4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Freeform 134">
              <a:extLst>
                <a:ext uri="{FF2B5EF4-FFF2-40B4-BE49-F238E27FC236}">
                  <a16:creationId xmlns:a16="http://schemas.microsoft.com/office/drawing/2014/main" id="{F469D001-0AEB-6793-B1EF-8BF1825A9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548" y="1715505"/>
              <a:ext cx="282090" cy="128091"/>
            </a:xfrm>
            <a:custGeom>
              <a:avLst/>
              <a:gdLst>
                <a:gd name="T0" fmla="*/ 25 w 196"/>
                <a:gd name="T1" fmla="*/ 0 h 89"/>
                <a:gd name="T2" fmla="*/ 0 w 196"/>
                <a:gd name="T3" fmla="*/ 22 h 89"/>
                <a:gd name="T4" fmla="*/ 15 w 196"/>
                <a:gd name="T5" fmla="*/ 42 h 89"/>
                <a:gd name="T6" fmla="*/ 42 w 196"/>
                <a:gd name="T7" fmla="*/ 74 h 89"/>
                <a:gd name="T8" fmla="*/ 69 w 196"/>
                <a:gd name="T9" fmla="*/ 87 h 89"/>
                <a:gd name="T10" fmla="*/ 149 w 196"/>
                <a:gd name="T11" fmla="*/ 77 h 89"/>
                <a:gd name="T12" fmla="*/ 196 w 196"/>
                <a:gd name="T13" fmla="*/ 89 h 89"/>
                <a:gd name="T14" fmla="*/ 189 w 196"/>
                <a:gd name="T15" fmla="*/ 57 h 89"/>
                <a:gd name="T16" fmla="*/ 124 w 196"/>
                <a:gd name="T17" fmla="*/ 52 h 89"/>
                <a:gd name="T18" fmla="*/ 67 w 196"/>
                <a:gd name="T19" fmla="*/ 37 h 89"/>
                <a:gd name="T20" fmla="*/ 57 w 196"/>
                <a:gd name="T21" fmla="*/ 2 h 89"/>
                <a:gd name="T22" fmla="*/ 25 w 196"/>
                <a:gd name="T2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6" h="89">
                  <a:moveTo>
                    <a:pt x="25" y="0"/>
                  </a:moveTo>
                  <a:lnTo>
                    <a:pt x="0" y="22"/>
                  </a:lnTo>
                  <a:lnTo>
                    <a:pt x="15" y="42"/>
                  </a:lnTo>
                  <a:lnTo>
                    <a:pt x="42" y="74"/>
                  </a:lnTo>
                  <a:lnTo>
                    <a:pt x="69" y="87"/>
                  </a:lnTo>
                  <a:lnTo>
                    <a:pt x="149" y="77"/>
                  </a:lnTo>
                  <a:lnTo>
                    <a:pt x="196" y="89"/>
                  </a:lnTo>
                  <a:lnTo>
                    <a:pt x="189" y="57"/>
                  </a:lnTo>
                  <a:lnTo>
                    <a:pt x="124" y="52"/>
                  </a:lnTo>
                  <a:lnTo>
                    <a:pt x="67" y="37"/>
                  </a:lnTo>
                  <a:lnTo>
                    <a:pt x="57" y="2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Freeform 135">
              <a:extLst>
                <a:ext uri="{FF2B5EF4-FFF2-40B4-BE49-F238E27FC236}">
                  <a16:creationId xmlns:a16="http://schemas.microsoft.com/office/drawing/2014/main" id="{E01D2857-6E19-9813-44E1-D5487303A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782" y="1790345"/>
              <a:ext cx="57569" cy="38859"/>
            </a:xfrm>
            <a:custGeom>
              <a:avLst/>
              <a:gdLst>
                <a:gd name="T0" fmla="*/ 15 w 40"/>
                <a:gd name="T1" fmla="*/ 0 h 27"/>
                <a:gd name="T2" fmla="*/ 0 w 40"/>
                <a:gd name="T3" fmla="*/ 20 h 27"/>
                <a:gd name="T4" fmla="*/ 22 w 40"/>
                <a:gd name="T5" fmla="*/ 27 h 27"/>
                <a:gd name="T6" fmla="*/ 40 w 40"/>
                <a:gd name="T7" fmla="*/ 20 h 27"/>
                <a:gd name="T8" fmla="*/ 37 w 40"/>
                <a:gd name="T9" fmla="*/ 5 h 27"/>
                <a:gd name="T10" fmla="*/ 15 w 40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7">
                  <a:moveTo>
                    <a:pt x="15" y="0"/>
                  </a:moveTo>
                  <a:lnTo>
                    <a:pt x="0" y="20"/>
                  </a:lnTo>
                  <a:lnTo>
                    <a:pt x="22" y="27"/>
                  </a:lnTo>
                  <a:lnTo>
                    <a:pt x="40" y="20"/>
                  </a:lnTo>
                  <a:lnTo>
                    <a:pt x="37" y="5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Freeform 136">
              <a:extLst>
                <a:ext uri="{FF2B5EF4-FFF2-40B4-BE49-F238E27FC236}">
                  <a16:creationId xmlns:a16="http://schemas.microsoft.com/office/drawing/2014/main" id="{B8561A16-16C8-A8E9-DEFB-FE94CD79A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813" y="1374406"/>
              <a:ext cx="1269406" cy="1077988"/>
            </a:xfrm>
            <a:custGeom>
              <a:avLst/>
              <a:gdLst>
                <a:gd name="T0" fmla="*/ 169 w 882"/>
                <a:gd name="T1" fmla="*/ 102 h 749"/>
                <a:gd name="T2" fmla="*/ 114 w 882"/>
                <a:gd name="T3" fmla="*/ 152 h 749"/>
                <a:gd name="T4" fmla="*/ 37 w 882"/>
                <a:gd name="T5" fmla="*/ 192 h 749"/>
                <a:gd name="T6" fmla="*/ 5 w 882"/>
                <a:gd name="T7" fmla="*/ 217 h 749"/>
                <a:gd name="T8" fmla="*/ 79 w 882"/>
                <a:gd name="T9" fmla="*/ 232 h 749"/>
                <a:gd name="T10" fmla="*/ 25 w 882"/>
                <a:gd name="T11" fmla="*/ 239 h 749"/>
                <a:gd name="T12" fmla="*/ 176 w 882"/>
                <a:gd name="T13" fmla="*/ 271 h 749"/>
                <a:gd name="T14" fmla="*/ 221 w 882"/>
                <a:gd name="T15" fmla="*/ 351 h 749"/>
                <a:gd name="T16" fmla="*/ 233 w 882"/>
                <a:gd name="T17" fmla="*/ 421 h 749"/>
                <a:gd name="T18" fmla="*/ 268 w 882"/>
                <a:gd name="T19" fmla="*/ 435 h 749"/>
                <a:gd name="T20" fmla="*/ 281 w 882"/>
                <a:gd name="T21" fmla="*/ 465 h 749"/>
                <a:gd name="T22" fmla="*/ 241 w 882"/>
                <a:gd name="T23" fmla="*/ 520 h 749"/>
                <a:gd name="T24" fmla="*/ 246 w 882"/>
                <a:gd name="T25" fmla="*/ 602 h 749"/>
                <a:gd name="T26" fmla="*/ 296 w 882"/>
                <a:gd name="T27" fmla="*/ 716 h 749"/>
                <a:gd name="T28" fmla="*/ 343 w 882"/>
                <a:gd name="T29" fmla="*/ 749 h 749"/>
                <a:gd name="T30" fmla="*/ 400 w 882"/>
                <a:gd name="T31" fmla="*/ 664 h 749"/>
                <a:gd name="T32" fmla="*/ 425 w 882"/>
                <a:gd name="T33" fmla="*/ 597 h 749"/>
                <a:gd name="T34" fmla="*/ 532 w 882"/>
                <a:gd name="T35" fmla="*/ 572 h 749"/>
                <a:gd name="T36" fmla="*/ 626 w 882"/>
                <a:gd name="T37" fmla="*/ 522 h 749"/>
                <a:gd name="T38" fmla="*/ 713 w 882"/>
                <a:gd name="T39" fmla="*/ 453 h 749"/>
                <a:gd name="T40" fmla="*/ 646 w 882"/>
                <a:gd name="T41" fmla="*/ 435 h 749"/>
                <a:gd name="T42" fmla="*/ 673 w 882"/>
                <a:gd name="T43" fmla="*/ 411 h 749"/>
                <a:gd name="T44" fmla="*/ 723 w 882"/>
                <a:gd name="T45" fmla="*/ 440 h 749"/>
                <a:gd name="T46" fmla="*/ 721 w 882"/>
                <a:gd name="T47" fmla="*/ 391 h 749"/>
                <a:gd name="T48" fmla="*/ 688 w 882"/>
                <a:gd name="T49" fmla="*/ 356 h 749"/>
                <a:gd name="T50" fmla="*/ 723 w 882"/>
                <a:gd name="T51" fmla="*/ 366 h 749"/>
                <a:gd name="T52" fmla="*/ 758 w 882"/>
                <a:gd name="T53" fmla="*/ 344 h 749"/>
                <a:gd name="T54" fmla="*/ 768 w 882"/>
                <a:gd name="T55" fmla="*/ 329 h 749"/>
                <a:gd name="T56" fmla="*/ 793 w 882"/>
                <a:gd name="T57" fmla="*/ 294 h 749"/>
                <a:gd name="T58" fmla="*/ 763 w 882"/>
                <a:gd name="T59" fmla="*/ 259 h 749"/>
                <a:gd name="T60" fmla="*/ 790 w 882"/>
                <a:gd name="T61" fmla="*/ 239 h 749"/>
                <a:gd name="T62" fmla="*/ 736 w 882"/>
                <a:gd name="T63" fmla="*/ 207 h 749"/>
                <a:gd name="T64" fmla="*/ 775 w 882"/>
                <a:gd name="T65" fmla="*/ 157 h 749"/>
                <a:gd name="T66" fmla="*/ 760 w 882"/>
                <a:gd name="T67" fmla="*/ 130 h 749"/>
                <a:gd name="T68" fmla="*/ 800 w 882"/>
                <a:gd name="T69" fmla="*/ 117 h 749"/>
                <a:gd name="T70" fmla="*/ 882 w 882"/>
                <a:gd name="T71" fmla="*/ 78 h 749"/>
                <a:gd name="T72" fmla="*/ 765 w 882"/>
                <a:gd name="T73" fmla="*/ 83 h 749"/>
                <a:gd name="T74" fmla="*/ 738 w 882"/>
                <a:gd name="T75" fmla="*/ 63 h 749"/>
                <a:gd name="T76" fmla="*/ 681 w 882"/>
                <a:gd name="T77" fmla="*/ 55 h 749"/>
                <a:gd name="T78" fmla="*/ 636 w 882"/>
                <a:gd name="T79" fmla="*/ 45 h 749"/>
                <a:gd name="T80" fmla="*/ 736 w 882"/>
                <a:gd name="T81" fmla="*/ 28 h 749"/>
                <a:gd name="T82" fmla="*/ 579 w 882"/>
                <a:gd name="T83" fmla="*/ 25 h 749"/>
                <a:gd name="T84" fmla="*/ 507 w 882"/>
                <a:gd name="T85" fmla="*/ 3 h 749"/>
                <a:gd name="T86" fmla="*/ 420 w 882"/>
                <a:gd name="T87" fmla="*/ 18 h 749"/>
                <a:gd name="T88" fmla="*/ 410 w 882"/>
                <a:gd name="T89" fmla="*/ 70 h 749"/>
                <a:gd name="T90" fmla="*/ 373 w 882"/>
                <a:gd name="T91" fmla="*/ 50 h 749"/>
                <a:gd name="T92" fmla="*/ 348 w 882"/>
                <a:gd name="T93" fmla="*/ 80 h 749"/>
                <a:gd name="T94" fmla="*/ 318 w 882"/>
                <a:gd name="T95" fmla="*/ 55 h 749"/>
                <a:gd name="T96" fmla="*/ 296 w 882"/>
                <a:gd name="T97" fmla="*/ 68 h 749"/>
                <a:gd name="T98" fmla="*/ 226 w 882"/>
                <a:gd name="T99" fmla="*/ 63 h 749"/>
                <a:gd name="T100" fmla="*/ 186 w 882"/>
                <a:gd name="T101" fmla="*/ 80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2" h="749">
                  <a:moveTo>
                    <a:pt x="186" y="80"/>
                  </a:moveTo>
                  <a:lnTo>
                    <a:pt x="169" y="102"/>
                  </a:lnTo>
                  <a:lnTo>
                    <a:pt x="117" y="115"/>
                  </a:lnTo>
                  <a:lnTo>
                    <a:pt x="114" y="152"/>
                  </a:lnTo>
                  <a:lnTo>
                    <a:pt x="74" y="162"/>
                  </a:lnTo>
                  <a:lnTo>
                    <a:pt x="37" y="192"/>
                  </a:lnTo>
                  <a:lnTo>
                    <a:pt x="0" y="202"/>
                  </a:lnTo>
                  <a:lnTo>
                    <a:pt x="5" y="217"/>
                  </a:lnTo>
                  <a:lnTo>
                    <a:pt x="69" y="212"/>
                  </a:lnTo>
                  <a:lnTo>
                    <a:pt x="79" y="232"/>
                  </a:lnTo>
                  <a:lnTo>
                    <a:pt x="52" y="237"/>
                  </a:lnTo>
                  <a:lnTo>
                    <a:pt x="25" y="239"/>
                  </a:lnTo>
                  <a:lnTo>
                    <a:pt x="69" y="271"/>
                  </a:lnTo>
                  <a:lnTo>
                    <a:pt x="176" y="271"/>
                  </a:lnTo>
                  <a:lnTo>
                    <a:pt x="204" y="301"/>
                  </a:lnTo>
                  <a:lnTo>
                    <a:pt x="221" y="351"/>
                  </a:lnTo>
                  <a:lnTo>
                    <a:pt x="231" y="401"/>
                  </a:lnTo>
                  <a:lnTo>
                    <a:pt x="233" y="421"/>
                  </a:lnTo>
                  <a:lnTo>
                    <a:pt x="258" y="411"/>
                  </a:lnTo>
                  <a:lnTo>
                    <a:pt x="268" y="435"/>
                  </a:lnTo>
                  <a:lnTo>
                    <a:pt x="238" y="448"/>
                  </a:lnTo>
                  <a:lnTo>
                    <a:pt x="281" y="465"/>
                  </a:lnTo>
                  <a:lnTo>
                    <a:pt x="273" y="500"/>
                  </a:lnTo>
                  <a:lnTo>
                    <a:pt x="241" y="520"/>
                  </a:lnTo>
                  <a:lnTo>
                    <a:pt x="231" y="547"/>
                  </a:lnTo>
                  <a:lnTo>
                    <a:pt x="246" y="602"/>
                  </a:lnTo>
                  <a:lnTo>
                    <a:pt x="268" y="662"/>
                  </a:lnTo>
                  <a:lnTo>
                    <a:pt x="296" y="716"/>
                  </a:lnTo>
                  <a:lnTo>
                    <a:pt x="325" y="724"/>
                  </a:lnTo>
                  <a:lnTo>
                    <a:pt x="343" y="749"/>
                  </a:lnTo>
                  <a:lnTo>
                    <a:pt x="370" y="741"/>
                  </a:lnTo>
                  <a:lnTo>
                    <a:pt x="400" y="664"/>
                  </a:lnTo>
                  <a:lnTo>
                    <a:pt x="422" y="637"/>
                  </a:lnTo>
                  <a:lnTo>
                    <a:pt x="425" y="597"/>
                  </a:lnTo>
                  <a:lnTo>
                    <a:pt x="477" y="585"/>
                  </a:lnTo>
                  <a:lnTo>
                    <a:pt x="532" y="572"/>
                  </a:lnTo>
                  <a:lnTo>
                    <a:pt x="562" y="518"/>
                  </a:lnTo>
                  <a:lnTo>
                    <a:pt x="626" y="522"/>
                  </a:lnTo>
                  <a:lnTo>
                    <a:pt x="686" y="483"/>
                  </a:lnTo>
                  <a:lnTo>
                    <a:pt x="713" y="453"/>
                  </a:lnTo>
                  <a:lnTo>
                    <a:pt x="683" y="443"/>
                  </a:lnTo>
                  <a:lnTo>
                    <a:pt x="646" y="435"/>
                  </a:lnTo>
                  <a:lnTo>
                    <a:pt x="651" y="416"/>
                  </a:lnTo>
                  <a:lnTo>
                    <a:pt x="673" y="411"/>
                  </a:lnTo>
                  <a:lnTo>
                    <a:pt x="698" y="428"/>
                  </a:lnTo>
                  <a:lnTo>
                    <a:pt x="723" y="440"/>
                  </a:lnTo>
                  <a:lnTo>
                    <a:pt x="736" y="421"/>
                  </a:lnTo>
                  <a:lnTo>
                    <a:pt x="721" y="391"/>
                  </a:lnTo>
                  <a:lnTo>
                    <a:pt x="686" y="378"/>
                  </a:lnTo>
                  <a:lnTo>
                    <a:pt x="688" y="356"/>
                  </a:lnTo>
                  <a:lnTo>
                    <a:pt x="713" y="356"/>
                  </a:lnTo>
                  <a:lnTo>
                    <a:pt x="723" y="366"/>
                  </a:lnTo>
                  <a:lnTo>
                    <a:pt x="733" y="351"/>
                  </a:lnTo>
                  <a:lnTo>
                    <a:pt x="758" y="344"/>
                  </a:lnTo>
                  <a:lnTo>
                    <a:pt x="748" y="329"/>
                  </a:lnTo>
                  <a:lnTo>
                    <a:pt x="768" y="329"/>
                  </a:lnTo>
                  <a:lnTo>
                    <a:pt x="788" y="311"/>
                  </a:lnTo>
                  <a:lnTo>
                    <a:pt x="793" y="294"/>
                  </a:lnTo>
                  <a:lnTo>
                    <a:pt x="765" y="279"/>
                  </a:lnTo>
                  <a:lnTo>
                    <a:pt x="763" y="259"/>
                  </a:lnTo>
                  <a:lnTo>
                    <a:pt x="775" y="244"/>
                  </a:lnTo>
                  <a:lnTo>
                    <a:pt x="790" y="239"/>
                  </a:lnTo>
                  <a:lnTo>
                    <a:pt x="788" y="212"/>
                  </a:lnTo>
                  <a:lnTo>
                    <a:pt x="736" y="207"/>
                  </a:lnTo>
                  <a:lnTo>
                    <a:pt x="748" y="177"/>
                  </a:lnTo>
                  <a:lnTo>
                    <a:pt x="775" y="157"/>
                  </a:lnTo>
                  <a:lnTo>
                    <a:pt x="790" y="145"/>
                  </a:lnTo>
                  <a:lnTo>
                    <a:pt x="760" y="130"/>
                  </a:lnTo>
                  <a:lnTo>
                    <a:pt x="780" y="120"/>
                  </a:lnTo>
                  <a:lnTo>
                    <a:pt x="800" y="117"/>
                  </a:lnTo>
                  <a:lnTo>
                    <a:pt x="843" y="105"/>
                  </a:lnTo>
                  <a:lnTo>
                    <a:pt x="882" y="78"/>
                  </a:lnTo>
                  <a:lnTo>
                    <a:pt x="805" y="70"/>
                  </a:lnTo>
                  <a:lnTo>
                    <a:pt x="765" y="83"/>
                  </a:lnTo>
                  <a:lnTo>
                    <a:pt x="711" y="112"/>
                  </a:lnTo>
                  <a:lnTo>
                    <a:pt x="738" y="63"/>
                  </a:lnTo>
                  <a:lnTo>
                    <a:pt x="676" y="83"/>
                  </a:lnTo>
                  <a:lnTo>
                    <a:pt x="681" y="55"/>
                  </a:lnTo>
                  <a:lnTo>
                    <a:pt x="579" y="65"/>
                  </a:lnTo>
                  <a:lnTo>
                    <a:pt x="636" y="45"/>
                  </a:lnTo>
                  <a:lnTo>
                    <a:pt x="711" y="35"/>
                  </a:lnTo>
                  <a:lnTo>
                    <a:pt x="736" y="28"/>
                  </a:lnTo>
                  <a:lnTo>
                    <a:pt x="686" y="10"/>
                  </a:lnTo>
                  <a:lnTo>
                    <a:pt x="579" y="25"/>
                  </a:lnTo>
                  <a:lnTo>
                    <a:pt x="636" y="0"/>
                  </a:lnTo>
                  <a:lnTo>
                    <a:pt x="507" y="3"/>
                  </a:lnTo>
                  <a:lnTo>
                    <a:pt x="470" y="38"/>
                  </a:lnTo>
                  <a:lnTo>
                    <a:pt x="420" y="18"/>
                  </a:lnTo>
                  <a:lnTo>
                    <a:pt x="420" y="43"/>
                  </a:lnTo>
                  <a:lnTo>
                    <a:pt x="410" y="70"/>
                  </a:lnTo>
                  <a:lnTo>
                    <a:pt x="390" y="50"/>
                  </a:lnTo>
                  <a:lnTo>
                    <a:pt x="373" y="50"/>
                  </a:lnTo>
                  <a:lnTo>
                    <a:pt x="348" y="50"/>
                  </a:lnTo>
                  <a:lnTo>
                    <a:pt x="348" y="80"/>
                  </a:lnTo>
                  <a:lnTo>
                    <a:pt x="320" y="80"/>
                  </a:lnTo>
                  <a:lnTo>
                    <a:pt x="318" y="55"/>
                  </a:lnTo>
                  <a:lnTo>
                    <a:pt x="288" y="53"/>
                  </a:lnTo>
                  <a:lnTo>
                    <a:pt x="296" y="68"/>
                  </a:lnTo>
                  <a:lnTo>
                    <a:pt x="246" y="50"/>
                  </a:lnTo>
                  <a:lnTo>
                    <a:pt x="226" y="63"/>
                  </a:lnTo>
                  <a:lnTo>
                    <a:pt x="206" y="63"/>
                  </a:lnTo>
                  <a:lnTo>
                    <a:pt x="186" y="8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Freeform 137">
              <a:extLst>
                <a:ext uri="{FF2B5EF4-FFF2-40B4-BE49-F238E27FC236}">
                  <a16:creationId xmlns:a16="http://schemas.microsoft.com/office/drawing/2014/main" id="{8CB28F2F-6C6E-13A5-5E8F-EB34A5CA1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5" y="1983203"/>
              <a:ext cx="38860" cy="50373"/>
            </a:xfrm>
            <a:custGeom>
              <a:avLst/>
              <a:gdLst>
                <a:gd name="T0" fmla="*/ 10 w 27"/>
                <a:gd name="T1" fmla="*/ 0 h 35"/>
                <a:gd name="T2" fmla="*/ 0 w 27"/>
                <a:gd name="T3" fmla="*/ 35 h 35"/>
                <a:gd name="T4" fmla="*/ 27 w 27"/>
                <a:gd name="T5" fmla="*/ 12 h 35"/>
                <a:gd name="T6" fmla="*/ 10 w 27"/>
                <a:gd name="T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5">
                  <a:moveTo>
                    <a:pt x="10" y="0"/>
                  </a:moveTo>
                  <a:lnTo>
                    <a:pt x="0" y="35"/>
                  </a:lnTo>
                  <a:lnTo>
                    <a:pt x="27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Freeform 138">
              <a:extLst>
                <a:ext uri="{FF2B5EF4-FFF2-40B4-BE49-F238E27FC236}">
                  <a16:creationId xmlns:a16="http://schemas.microsoft.com/office/drawing/2014/main" id="{8DAE63E2-1B69-BAB8-608B-D7ADEBDD2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1304" y="4165084"/>
              <a:ext cx="225960" cy="172708"/>
            </a:xfrm>
            <a:custGeom>
              <a:avLst/>
              <a:gdLst>
                <a:gd name="T0" fmla="*/ 115 w 157"/>
                <a:gd name="T1" fmla="*/ 55 h 120"/>
                <a:gd name="T2" fmla="*/ 102 w 157"/>
                <a:gd name="T3" fmla="*/ 53 h 120"/>
                <a:gd name="T4" fmla="*/ 92 w 157"/>
                <a:gd name="T5" fmla="*/ 65 h 120"/>
                <a:gd name="T6" fmla="*/ 82 w 157"/>
                <a:gd name="T7" fmla="*/ 85 h 120"/>
                <a:gd name="T8" fmla="*/ 77 w 157"/>
                <a:gd name="T9" fmla="*/ 102 h 120"/>
                <a:gd name="T10" fmla="*/ 75 w 157"/>
                <a:gd name="T11" fmla="*/ 117 h 120"/>
                <a:gd name="T12" fmla="*/ 52 w 157"/>
                <a:gd name="T13" fmla="*/ 120 h 120"/>
                <a:gd name="T14" fmla="*/ 40 w 157"/>
                <a:gd name="T15" fmla="*/ 110 h 120"/>
                <a:gd name="T16" fmla="*/ 33 w 157"/>
                <a:gd name="T17" fmla="*/ 120 h 120"/>
                <a:gd name="T18" fmla="*/ 8 w 157"/>
                <a:gd name="T19" fmla="*/ 117 h 120"/>
                <a:gd name="T20" fmla="*/ 0 w 157"/>
                <a:gd name="T21" fmla="*/ 110 h 120"/>
                <a:gd name="T22" fmla="*/ 8 w 157"/>
                <a:gd name="T23" fmla="*/ 100 h 120"/>
                <a:gd name="T24" fmla="*/ 10 w 157"/>
                <a:gd name="T25" fmla="*/ 82 h 120"/>
                <a:gd name="T26" fmla="*/ 33 w 157"/>
                <a:gd name="T27" fmla="*/ 85 h 120"/>
                <a:gd name="T28" fmla="*/ 42 w 157"/>
                <a:gd name="T29" fmla="*/ 65 h 120"/>
                <a:gd name="T30" fmla="*/ 60 w 157"/>
                <a:gd name="T31" fmla="*/ 53 h 120"/>
                <a:gd name="T32" fmla="*/ 75 w 157"/>
                <a:gd name="T33" fmla="*/ 45 h 120"/>
                <a:gd name="T34" fmla="*/ 80 w 157"/>
                <a:gd name="T35" fmla="*/ 25 h 120"/>
                <a:gd name="T36" fmla="*/ 92 w 157"/>
                <a:gd name="T37" fmla="*/ 18 h 120"/>
                <a:gd name="T38" fmla="*/ 95 w 157"/>
                <a:gd name="T39" fmla="*/ 0 h 120"/>
                <a:gd name="T40" fmla="*/ 117 w 157"/>
                <a:gd name="T41" fmla="*/ 13 h 120"/>
                <a:gd name="T42" fmla="*/ 129 w 157"/>
                <a:gd name="T43" fmla="*/ 15 h 120"/>
                <a:gd name="T44" fmla="*/ 152 w 157"/>
                <a:gd name="T45" fmla="*/ 20 h 120"/>
                <a:gd name="T46" fmla="*/ 157 w 157"/>
                <a:gd name="T47" fmla="*/ 40 h 120"/>
                <a:gd name="T48" fmla="*/ 139 w 157"/>
                <a:gd name="T49" fmla="*/ 53 h 120"/>
                <a:gd name="T50" fmla="*/ 125 w 157"/>
                <a:gd name="T51" fmla="*/ 65 h 120"/>
                <a:gd name="T52" fmla="*/ 115 w 157"/>
                <a:gd name="T53" fmla="*/ 5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" h="120">
                  <a:moveTo>
                    <a:pt x="115" y="55"/>
                  </a:moveTo>
                  <a:lnTo>
                    <a:pt x="102" y="53"/>
                  </a:lnTo>
                  <a:lnTo>
                    <a:pt x="92" y="65"/>
                  </a:lnTo>
                  <a:lnTo>
                    <a:pt x="82" y="85"/>
                  </a:lnTo>
                  <a:lnTo>
                    <a:pt x="77" y="102"/>
                  </a:lnTo>
                  <a:lnTo>
                    <a:pt x="75" y="117"/>
                  </a:lnTo>
                  <a:lnTo>
                    <a:pt x="52" y="120"/>
                  </a:lnTo>
                  <a:lnTo>
                    <a:pt x="40" y="110"/>
                  </a:lnTo>
                  <a:lnTo>
                    <a:pt x="33" y="120"/>
                  </a:lnTo>
                  <a:lnTo>
                    <a:pt x="8" y="117"/>
                  </a:lnTo>
                  <a:lnTo>
                    <a:pt x="0" y="110"/>
                  </a:lnTo>
                  <a:lnTo>
                    <a:pt x="8" y="100"/>
                  </a:lnTo>
                  <a:lnTo>
                    <a:pt x="10" y="82"/>
                  </a:lnTo>
                  <a:lnTo>
                    <a:pt x="33" y="85"/>
                  </a:lnTo>
                  <a:lnTo>
                    <a:pt x="42" y="65"/>
                  </a:lnTo>
                  <a:lnTo>
                    <a:pt x="60" y="53"/>
                  </a:lnTo>
                  <a:lnTo>
                    <a:pt x="75" y="45"/>
                  </a:lnTo>
                  <a:lnTo>
                    <a:pt x="80" y="25"/>
                  </a:lnTo>
                  <a:lnTo>
                    <a:pt x="92" y="18"/>
                  </a:lnTo>
                  <a:lnTo>
                    <a:pt x="95" y="0"/>
                  </a:lnTo>
                  <a:lnTo>
                    <a:pt x="117" y="13"/>
                  </a:lnTo>
                  <a:lnTo>
                    <a:pt x="129" y="15"/>
                  </a:lnTo>
                  <a:lnTo>
                    <a:pt x="152" y="20"/>
                  </a:lnTo>
                  <a:lnTo>
                    <a:pt x="157" y="40"/>
                  </a:lnTo>
                  <a:lnTo>
                    <a:pt x="139" y="53"/>
                  </a:lnTo>
                  <a:lnTo>
                    <a:pt x="125" y="65"/>
                  </a:lnTo>
                  <a:lnTo>
                    <a:pt x="115" y="5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Freeform 139">
              <a:extLst>
                <a:ext uri="{FF2B5EF4-FFF2-40B4-BE49-F238E27FC236}">
                  <a16:creationId xmlns:a16="http://schemas.microsoft.com/office/drawing/2014/main" id="{A09D0808-3882-3631-4D3B-16D7D72FA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998" y="4337792"/>
              <a:ext cx="43177" cy="21588"/>
            </a:xfrm>
            <a:custGeom>
              <a:avLst/>
              <a:gdLst>
                <a:gd name="T0" fmla="*/ 2 w 30"/>
                <a:gd name="T1" fmla="*/ 2 h 15"/>
                <a:gd name="T2" fmla="*/ 30 w 30"/>
                <a:gd name="T3" fmla="*/ 0 h 15"/>
                <a:gd name="T4" fmla="*/ 25 w 30"/>
                <a:gd name="T5" fmla="*/ 12 h 15"/>
                <a:gd name="T6" fmla="*/ 5 w 30"/>
                <a:gd name="T7" fmla="*/ 15 h 15"/>
                <a:gd name="T8" fmla="*/ 0 w 30"/>
                <a:gd name="T9" fmla="*/ 10 h 15"/>
                <a:gd name="T10" fmla="*/ 2 w 30"/>
                <a:gd name="T11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5">
                  <a:moveTo>
                    <a:pt x="2" y="2"/>
                  </a:moveTo>
                  <a:lnTo>
                    <a:pt x="30" y="0"/>
                  </a:lnTo>
                  <a:lnTo>
                    <a:pt x="25" y="12"/>
                  </a:lnTo>
                  <a:lnTo>
                    <a:pt x="5" y="15"/>
                  </a:lnTo>
                  <a:lnTo>
                    <a:pt x="0" y="10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Freeform 140">
              <a:extLst>
                <a:ext uri="{FF2B5EF4-FFF2-40B4-BE49-F238E27FC236}">
                  <a16:creationId xmlns:a16="http://schemas.microsoft.com/office/drawing/2014/main" id="{C959C14C-4CE7-C5B6-DD03-8E077A471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008" y="2702821"/>
              <a:ext cx="1446431" cy="1065034"/>
            </a:xfrm>
            <a:custGeom>
              <a:avLst/>
              <a:gdLst>
                <a:gd name="T0" fmla="*/ 766 w 1005"/>
                <a:gd name="T1" fmla="*/ 355 h 740"/>
                <a:gd name="T2" fmla="*/ 818 w 1005"/>
                <a:gd name="T3" fmla="*/ 358 h 740"/>
                <a:gd name="T4" fmla="*/ 826 w 1005"/>
                <a:gd name="T5" fmla="*/ 392 h 740"/>
                <a:gd name="T6" fmla="*/ 831 w 1005"/>
                <a:gd name="T7" fmla="*/ 465 h 740"/>
                <a:gd name="T8" fmla="*/ 858 w 1005"/>
                <a:gd name="T9" fmla="*/ 529 h 740"/>
                <a:gd name="T10" fmla="*/ 850 w 1005"/>
                <a:gd name="T11" fmla="*/ 599 h 740"/>
                <a:gd name="T12" fmla="*/ 818 w 1005"/>
                <a:gd name="T13" fmla="*/ 651 h 740"/>
                <a:gd name="T14" fmla="*/ 791 w 1005"/>
                <a:gd name="T15" fmla="*/ 676 h 740"/>
                <a:gd name="T16" fmla="*/ 734 w 1005"/>
                <a:gd name="T17" fmla="*/ 698 h 740"/>
                <a:gd name="T18" fmla="*/ 666 w 1005"/>
                <a:gd name="T19" fmla="*/ 740 h 740"/>
                <a:gd name="T20" fmla="*/ 639 w 1005"/>
                <a:gd name="T21" fmla="*/ 731 h 740"/>
                <a:gd name="T22" fmla="*/ 567 w 1005"/>
                <a:gd name="T23" fmla="*/ 683 h 740"/>
                <a:gd name="T24" fmla="*/ 527 w 1005"/>
                <a:gd name="T25" fmla="*/ 723 h 740"/>
                <a:gd name="T26" fmla="*/ 483 w 1005"/>
                <a:gd name="T27" fmla="*/ 711 h 740"/>
                <a:gd name="T28" fmla="*/ 448 w 1005"/>
                <a:gd name="T29" fmla="*/ 658 h 740"/>
                <a:gd name="T30" fmla="*/ 470 w 1005"/>
                <a:gd name="T31" fmla="*/ 619 h 740"/>
                <a:gd name="T32" fmla="*/ 438 w 1005"/>
                <a:gd name="T33" fmla="*/ 591 h 740"/>
                <a:gd name="T34" fmla="*/ 378 w 1005"/>
                <a:gd name="T35" fmla="*/ 564 h 740"/>
                <a:gd name="T36" fmla="*/ 318 w 1005"/>
                <a:gd name="T37" fmla="*/ 589 h 740"/>
                <a:gd name="T38" fmla="*/ 271 w 1005"/>
                <a:gd name="T39" fmla="*/ 591 h 740"/>
                <a:gd name="T40" fmla="*/ 202 w 1005"/>
                <a:gd name="T41" fmla="*/ 571 h 740"/>
                <a:gd name="T42" fmla="*/ 174 w 1005"/>
                <a:gd name="T43" fmla="*/ 554 h 740"/>
                <a:gd name="T44" fmla="*/ 125 w 1005"/>
                <a:gd name="T45" fmla="*/ 524 h 740"/>
                <a:gd name="T46" fmla="*/ 85 w 1005"/>
                <a:gd name="T47" fmla="*/ 474 h 740"/>
                <a:gd name="T48" fmla="*/ 23 w 1005"/>
                <a:gd name="T49" fmla="*/ 477 h 740"/>
                <a:gd name="T50" fmla="*/ 18 w 1005"/>
                <a:gd name="T51" fmla="*/ 422 h 740"/>
                <a:gd name="T52" fmla="*/ 20 w 1005"/>
                <a:gd name="T53" fmla="*/ 380 h 740"/>
                <a:gd name="T54" fmla="*/ 18 w 1005"/>
                <a:gd name="T55" fmla="*/ 330 h 740"/>
                <a:gd name="T56" fmla="*/ 50 w 1005"/>
                <a:gd name="T57" fmla="*/ 328 h 740"/>
                <a:gd name="T58" fmla="*/ 102 w 1005"/>
                <a:gd name="T59" fmla="*/ 303 h 740"/>
                <a:gd name="T60" fmla="*/ 95 w 1005"/>
                <a:gd name="T61" fmla="*/ 236 h 740"/>
                <a:gd name="T62" fmla="*/ 137 w 1005"/>
                <a:gd name="T63" fmla="*/ 199 h 740"/>
                <a:gd name="T64" fmla="*/ 187 w 1005"/>
                <a:gd name="T65" fmla="*/ 154 h 740"/>
                <a:gd name="T66" fmla="*/ 214 w 1005"/>
                <a:gd name="T67" fmla="*/ 129 h 740"/>
                <a:gd name="T68" fmla="*/ 259 w 1005"/>
                <a:gd name="T69" fmla="*/ 149 h 740"/>
                <a:gd name="T70" fmla="*/ 318 w 1005"/>
                <a:gd name="T71" fmla="*/ 206 h 740"/>
                <a:gd name="T72" fmla="*/ 368 w 1005"/>
                <a:gd name="T73" fmla="*/ 243 h 740"/>
                <a:gd name="T74" fmla="*/ 500 w 1005"/>
                <a:gd name="T75" fmla="*/ 268 h 740"/>
                <a:gd name="T76" fmla="*/ 567 w 1005"/>
                <a:gd name="T77" fmla="*/ 263 h 740"/>
                <a:gd name="T78" fmla="*/ 634 w 1005"/>
                <a:gd name="T79" fmla="*/ 223 h 740"/>
                <a:gd name="T80" fmla="*/ 674 w 1005"/>
                <a:gd name="T81" fmla="*/ 194 h 740"/>
                <a:gd name="T82" fmla="*/ 746 w 1005"/>
                <a:gd name="T83" fmla="*/ 151 h 740"/>
                <a:gd name="T84" fmla="*/ 689 w 1005"/>
                <a:gd name="T85" fmla="*/ 141 h 740"/>
                <a:gd name="T86" fmla="*/ 686 w 1005"/>
                <a:gd name="T87" fmla="*/ 79 h 740"/>
                <a:gd name="T88" fmla="*/ 729 w 1005"/>
                <a:gd name="T89" fmla="*/ 59 h 740"/>
                <a:gd name="T90" fmla="*/ 739 w 1005"/>
                <a:gd name="T91" fmla="*/ 0 h 740"/>
                <a:gd name="T92" fmla="*/ 850 w 1005"/>
                <a:gd name="T93" fmla="*/ 34 h 740"/>
                <a:gd name="T94" fmla="*/ 880 w 1005"/>
                <a:gd name="T95" fmla="*/ 89 h 740"/>
                <a:gd name="T96" fmla="*/ 940 w 1005"/>
                <a:gd name="T97" fmla="*/ 119 h 740"/>
                <a:gd name="T98" fmla="*/ 995 w 1005"/>
                <a:gd name="T99" fmla="*/ 124 h 740"/>
                <a:gd name="T100" fmla="*/ 992 w 1005"/>
                <a:gd name="T101" fmla="*/ 159 h 740"/>
                <a:gd name="T102" fmla="*/ 965 w 1005"/>
                <a:gd name="T103" fmla="*/ 218 h 740"/>
                <a:gd name="T104" fmla="*/ 965 w 1005"/>
                <a:gd name="T105" fmla="*/ 256 h 740"/>
                <a:gd name="T106" fmla="*/ 913 w 1005"/>
                <a:gd name="T107" fmla="*/ 283 h 740"/>
                <a:gd name="T108" fmla="*/ 870 w 1005"/>
                <a:gd name="T109" fmla="*/ 315 h 740"/>
                <a:gd name="T110" fmla="*/ 823 w 1005"/>
                <a:gd name="T111" fmla="*/ 315 h 740"/>
                <a:gd name="T112" fmla="*/ 798 w 1005"/>
                <a:gd name="T113" fmla="*/ 305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5" h="740">
                  <a:moveTo>
                    <a:pt x="791" y="318"/>
                  </a:moveTo>
                  <a:lnTo>
                    <a:pt x="766" y="338"/>
                  </a:lnTo>
                  <a:lnTo>
                    <a:pt x="766" y="355"/>
                  </a:lnTo>
                  <a:lnTo>
                    <a:pt x="786" y="370"/>
                  </a:lnTo>
                  <a:lnTo>
                    <a:pt x="803" y="373"/>
                  </a:lnTo>
                  <a:lnTo>
                    <a:pt x="818" y="358"/>
                  </a:lnTo>
                  <a:lnTo>
                    <a:pt x="843" y="363"/>
                  </a:lnTo>
                  <a:lnTo>
                    <a:pt x="850" y="385"/>
                  </a:lnTo>
                  <a:lnTo>
                    <a:pt x="826" y="392"/>
                  </a:lnTo>
                  <a:lnTo>
                    <a:pt x="806" y="410"/>
                  </a:lnTo>
                  <a:lnTo>
                    <a:pt x="816" y="435"/>
                  </a:lnTo>
                  <a:lnTo>
                    <a:pt x="831" y="465"/>
                  </a:lnTo>
                  <a:lnTo>
                    <a:pt x="853" y="487"/>
                  </a:lnTo>
                  <a:lnTo>
                    <a:pt x="853" y="507"/>
                  </a:lnTo>
                  <a:lnTo>
                    <a:pt x="858" y="529"/>
                  </a:lnTo>
                  <a:lnTo>
                    <a:pt x="865" y="579"/>
                  </a:lnTo>
                  <a:lnTo>
                    <a:pt x="855" y="581"/>
                  </a:lnTo>
                  <a:lnTo>
                    <a:pt x="850" y="599"/>
                  </a:lnTo>
                  <a:lnTo>
                    <a:pt x="833" y="614"/>
                  </a:lnTo>
                  <a:lnTo>
                    <a:pt x="836" y="639"/>
                  </a:lnTo>
                  <a:lnTo>
                    <a:pt x="818" y="651"/>
                  </a:lnTo>
                  <a:lnTo>
                    <a:pt x="806" y="651"/>
                  </a:lnTo>
                  <a:lnTo>
                    <a:pt x="803" y="671"/>
                  </a:lnTo>
                  <a:lnTo>
                    <a:pt x="791" y="676"/>
                  </a:lnTo>
                  <a:lnTo>
                    <a:pt x="786" y="691"/>
                  </a:lnTo>
                  <a:lnTo>
                    <a:pt x="756" y="701"/>
                  </a:lnTo>
                  <a:lnTo>
                    <a:pt x="734" y="698"/>
                  </a:lnTo>
                  <a:lnTo>
                    <a:pt x="706" y="708"/>
                  </a:lnTo>
                  <a:lnTo>
                    <a:pt x="676" y="728"/>
                  </a:lnTo>
                  <a:lnTo>
                    <a:pt x="666" y="740"/>
                  </a:lnTo>
                  <a:lnTo>
                    <a:pt x="659" y="716"/>
                  </a:lnTo>
                  <a:lnTo>
                    <a:pt x="647" y="708"/>
                  </a:lnTo>
                  <a:lnTo>
                    <a:pt x="639" y="731"/>
                  </a:lnTo>
                  <a:lnTo>
                    <a:pt x="612" y="691"/>
                  </a:lnTo>
                  <a:lnTo>
                    <a:pt x="584" y="683"/>
                  </a:lnTo>
                  <a:lnTo>
                    <a:pt x="567" y="683"/>
                  </a:lnTo>
                  <a:lnTo>
                    <a:pt x="540" y="698"/>
                  </a:lnTo>
                  <a:lnTo>
                    <a:pt x="525" y="706"/>
                  </a:lnTo>
                  <a:lnTo>
                    <a:pt x="527" y="723"/>
                  </a:lnTo>
                  <a:lnTo>
                    <a:pt x="505" y="726"/>
                  </a:lnTo>
                  <a:lnTo>
                    <a:pt x="500" y="713"/>
                  </a:lnTo>
                  <a:lnTo>
                    <a:pt x="483" y="711"/>
                  </a:lnTo>
                  <a:lnTo>
                    <a:pt x="478" y="681"/>
                  </a:lnTo>
                  <a:lnTo>
                    <a:pt x="468" y="663"/>
                  </a:lnTo>
                  <a:lnTo>
                    <a:pt x="448" y="658"/>
                  </a:lnTo>
                  <a:lnTo>
                    <a:pt x="450" y="643"/>
                  </a:lnTo>
                  <a:lnTo>
                    <a:pt x="463" y="636"/>
                  </a:lnTo>
                  <a:lnTo>
                    <a:pt x="470" y="619"/>
                  </a:lnTo>
                  <a:lnTo>
                    <a:pt x="463" y="599"/>
                  </a:lnTo>
                  <a:lnTo>
                    <a:pt x="458" y="589"/>
                  </a:lnTo>
                  <a:lnTo>
                    <a:pt x="438" y="591"/>
                  </a:lnTo>
                  <a:lnTo>
                    <a:pt x="425" y="574"/>
                  </a:lnTo>
                  <a:lnTo>
                    <a:pt x="405" y="564"/>
                  </a:lnTo>
                  <a:lnTo>
                    <a:pt x="378" y="564"/>
                  </a:lnTo>
                  <a:lnTo>
                    <a:pt x="356" y="574"/>
                  </a:lnTo>
                  <a:lnTo>
                    <a:pt x="346" y="589"/>
                  </a:lnTo>
                  <a:lnTo>
                    <a:pt x="318" y="589"/>
                  </a:lnTo>
                  <a:lnTo>
                    <a:pt x="299" y="579"/>
                  </a:lnTo>
                  <a:lnTo>
                    <a:pt x="289" y="596"/>
                  </a:lnTo>
                  <a:lnTo>
                    <a:pt x="271" y="591"/>
                  </a:lnTo>
                  <a:lnTo>
                    <a:pt x="231" y="589"/>
                  </a:lnTo>
                  <a:lnTo>
                    <a:pt x="214" y="579"/>
                  </a:lnTo>
                  <a:lnTo>
                    <a:pt x="202" y="571"/>
                  </a:lnTo>
                  <a:lnTo>
                    <a:pt x="199" y="552"/>
                  </a:lnTo>
                  <a:lnTo>
                    <a:pt x="194" y="564"/>
                  </a:lnTo>
                  <a:lnTo>
                    <a:pt x="174" y="554"/>
                  </a:lnTo>
                  <a:lnTo>
                    <a:pt x="159" y="539"/>
                  </a:lnTo>
                  <a:lnTo>
                    <a:pt x="139" y="539"/>
                  </a:lnTo>
                  <a:lnTo>
                    <a:pt x="125" y="524"/>
                  </a:lnTo>
                  <a:lnTo>
                    <a:pt x="97" y="519"/>
                  </a:lnTo>
                  <a:lnTo>
                    <a:pt x="97" y="487"/>
                  </a:lnTo>
                  <a:lnTo>
                    <a:pt x="85" y="474"/>
                  </a:lnTo>
                  <a:lnTo>
                    <a:pt x="65" y="474"/>
                  </a:lnTo>
                  <a:lnTo>
                    <a:pt x="40" y="489"/>
                  </a:lnTo>
                  <a:lnTo>
                    <a:pt x="23" y="477"/>
                  </a:lnTo>
                  <a:lnTo>
                    <a:pt x="25" y="452"/>
                  </a:lnTo>
                  <a:lnTo>
                    <a:pt x="15" y="440"/>
                  </a:lnTo>
                  <a:lnTo>
                    <a:pt x="18" y="422"/>
                  </a:lnTo>
                  <a:lnTo>
                    <a:pt x="23" y="395"/>
                  </a:lnTo>
                  <a:lnTo>
                    <a:pt x="23" y="378"/>
                  </a:lnTo>
                  <a:lnTo>
                    <a:pt x="20" y="380"/>
                  </a:lnTo>
                  <a:lnTo>
                    <a:pt x="0" y="368"/>
                  </a:lnTo>
                  <a:lnTo>
                    <a:pt x="3" y="340"/>
                  </a:lnTo>
                  <a:lnTo>
                    <a:pt x="18" y="330"/>
                  </a:lnTo>
                  <a:lnTo>
                    <a:pt x="45" y="348"/>
                  </a:lnTo>
                  <a:lnTo>
                    <a:pt x="52" y="338"/>
                  </a:lnTo>
                  <a:lnTo>
                    <a:pt x="50" y="328"/>
                  </a:lnTo>
                  <a:lnTo>
                    <a:pt x="80" y="320"/>
                  </a:lnTo>
                  <a:lnTo>
                    <a:pt x="87" y="310"/>
                  </a:lnTo>
                  <a:lnTo>
                    <a:pt x="102" y="303"/>
                  </a:lnTo>
                  <a:lnTo>
                    <a:pt x="102" y="256"/>
                  </a:lnTo>
                  <a:lnTo>
                    <a:pt x="90" y="248"/>
                  </a:lnTo>
                  <a:lnTo>
                    <a:pt x="95" y="236"/>
                  </a:lnTo>
                  <a:lnTo>
                    <a:pt x="130" y="231"/>
                  </a:lnTo>
                  <a:lnTo>
                    <a:pt x="137" y="223"/>
                  </a:lnTo>
                  <a:lnTo>
                    <a:pt x="137" y="199"/>
                  </a:lnTo>
                  <a:lnTo>
                    <a:pt x="157" y="189"/>
                  </a:lnTo>
                  <a:lnTo>
                    <a:pt x="179" y="194"/>
                  </a:lnTo>
                  <a:lnTo>
                    <a:pt x="187" y="154"/>
                  </a:lnTo>
                  <a:lnTo>
                    <a:pt x="194" y="146"/>
                  </a:lnTo>
                  <a:lnTo>
                    <a:pt x="209" y="141"/>
                  </a:lnTo>
                  <a:lnTo>
                    <a:pt x="214" y="129"/>
                  </a:lnTo>
                  <a:lnTo>
                    <a:pt x="224" y="121"/>
                  </a:lnTo>
                  <a:lnTo>
                    <a:pt x="234" y="134"/>
                  </a:lnTo>
                  <a:lnTo>
                    <a:pt x="259" y="149"/>
                  </a:lnTo>
                  <a:lnTo>
                    <a:pt x="266" y="169"/>
                  </a:lnTo>
                  <a:lnTo>
                    <a:pt x="279" y="196"/>
                  </a:lnTo>
                  <a:lnTo>
                    <a:pt x="318" y="206"/>
                  </a:lnTo>
                  <a:lnTo>
                    <a:pt x="336" y="208"/>
                  </a:lnTo>
                  <a:lnTo>
                    <a:pt x="356" y="221"/>
                  </a:lnTo>
                  <a:lnTo>
                    <a:pt x="368" y="243"/>
                  </a:lnTo>
                  <a:lnTo>
                    <a:pt x="381" y="253"/>
                  </a:lnTo>
                  <a:lnTo>
                    <a:pt x="480" y="261"/>
                  </a:lnTo>
                  <a:lnTo>
                    <a:pt x="500" y="268"/>
                  </a:lnTo>
                  <a:lnTo>
                    <a:pt x="527" y="283"/>
                  </a:lnTo>
                  <a:lnTo>
                    <a:pt x="552" y="273"/>
                  </a:lnTo>
                  <a:lnTo>
                    <a:pt x="567" y="263"/>
                  </a:lnTo>
                  <a:lnTo>
                    <a:pt x="602" y="268"/>
                  </a:lnTo>
                  <a:lnTo>
                    <a:pt x="629" y="246"/>
                  </a:lnTo>
                  <a:lnTo>
                    <a:pt x="634" y="223"/>
                  </a:lnTo>
                  <a:lnTo>
                    <a:pt x="632" y="204"/>
                  </a:lnTo>
                  <a:lnTo>
                    <a:pt x="657" y="211"/>
                  </a:lnTo>
                  <a:lnTo>
                    <a:pt x="674" y="194"/>
                  </a:lnTo>
                  <a:lnTo>
                    <a:pt x="689" y="181"/>
                  </a:lnTo>
                  <a:lnTo>
                    <a:pt x="714" y="166"/>
                  </a:lnTo>
                  <a:lnTo>
                    <a:pt x="746" y="151"/>
                  </a:lnTo>
                  <a:lnTo>
                    <a:pt x="731" y="134"/>
                  </a:lnTo>
                  <a:lnTo>
                    <a:pt x="704" y="136"/>
                  </a:lnTo>
                  <a:lnTo>
                    <a:pt x="689" y="141"/>
                  </a:lnTo>
                  <a:lnTo>
                    <a:pt x="684" y="134"/>
                  </a:lnTo>
                  <a:lnTo>
                    <a:pt x="681" y="94"/>
                  </a:lnTo>
                  <a:lnTo>
                    <a:pt x="686" y="79"/>
                  </a:lnTo>
                  <a:lnTo>
                    <a:pt x="701" y="94"/>
                  </a:lnTo>
                  <a:lnTo>
                    <a:pt x="724" y="94"/>
                  </a:lnTo>
                  <a:lnTo>
                    <a:pt x="729" y="59"/>
                  </a:lnTo>
                  <a:lnTo>
                    <a:pt x="741" y="47"/>
                  </a:lnTo>
                  <a:lnTo>
                    <a:pt x="729" y="17"/>
                  </a:lnTo>
                  <a:lnTo>
                    <a:pt x="739" y="0"/>
                  </a:lnTo>
                  <a:lnTo>
                    <a:pt x="816" y="0"/>
                  </a:lnTo>
                  <a:lnTo>
                    <a:pt x="833" y="20"/>
                  </a:lnTo>
                  <a:lnTo>
                    <a:pt x="850" y="34"/>
                  </a:lnTo>
                  <a:lnTo>
                    <a:pt x="863" y="52"/>
                  </a:lnTo>
                  <a:lnTo>
                    <a:pt x="865" y="72"/>
                  </a:lnTo>
                  <a:lnTo>
                    <a:pt x="880" y="89"/>
                  </a:lnTo>
                  <a:lnTo>
                    <a:pt x="910" y="97"/>
                  </a:lnTo>
                  <a:lnTo>
                    <a:pt x="925" y="109"/>
                  </a:lnTo>
                  <a:lnTo>
                    <a:pt x="940" y="119"/>
                  </a:lnTo>
                  <a:lnTo>
                    <a:pt x="947" y="129"/>
                  </a:lnTo>
                  <a:lnTo>
                    <a:pt x="965" y="131"/>
                  </a:lnTo>
                  <a:lnTo>
                    <a:pt x="995" y="124"/>
                  </a:lnTo>
                  <a:lnTo>
                    <a:pt x="1002" y="134"/>
                  </a:lnTo>
                  <a:lnTo>
                    <a:pt x="1005" y="149"/>
                  </a:lnTo>
                  <a:lnTo>
                    <a:pt x="992" y="159"/>
                  </a:lnTo>
                  <a:lnTo>
                    <a:pt x="990" y="204"/>
                  </a:lnTo>
                  <a:lnTo>
                    <a:pt x="975" y="201"/>
                  </a:lnTo>
                  <a:lnTo>
                    <a:pt x="965" y="218"/>
                  </a:lnTo>
                  <a:lnTo>
                    <a:pt x="967" y="238"/>
                  </a:lnTo>
                  <a:lnTo>
                    <a:pt x="982" y="243"/>
                  </a:lnTo>
                  <a:lnTo>
                    <a:pt x="965" y="256"/>
                  </a:lnTo>
                  <a:lnTo>
                    <a:pt x="947" y="261"/>
                  </a:lnTo>
                  <a:lnTo>
                    <a:pt x="930" y="283"/>
                  </a:lnTo>
                  <a:lnTo>
                    <a:pt x="913" y="283"/>
                  </a:lnTo>
                  <a:lnTo>
                    <a:pt x="898" y="276"/>
                  </a:lnTo>
                  <a:lnTo>
                    <a:pt x="888" y="305"/>
                  </a:lnTo>
                  <a:lnTo>
                    <a:pt x="870" y="315"/>
                  </a:lnTo>
                  <a:lnTo>
                    <a:pt x="850" y="330"/>
                  </a:lnTo>
                  <a:lnTo>
                    <a:pt x="823" y="338"/>
                  </a:lnTo>
                  <a:lnTo>
                    <a:pt x="823" y="315"/>
                  </a:lnTo>
                  <a:lnTo>
                    <a:pt x="818" y="298"/>
                  </a:lnTo>
                  <a:lnTo>
                    <a:pt x="811" y="295"/>
                  </a:lnTo>
                  <a:lnTo>
                    <a:pt x="798" y="305"/>
                  </a:lnTo>
                  <a:lnTo>
                    <a:pt x="791" y="3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Freeform 141">
              <a:extLst>
                <a:ext uri="{FF2B5EF4-FFF2-40B4-BE49-F238E27FC236}">
                  <a16:creationId xmlns:a16="http://schemas.microsoft.com/office/drawing/2014/main" id="{D2DC1915-6620-FADF-ABD7-6F8BBE910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142" y="3078461"/>
              <a:ext cx="122335" cy="156877"/>
            </a:xfrm>
            <a:custGeom>
              <a:avLst/>
              <a:gdLst>
                <a:gd name="T0" fmla="*/ 85 w 85"/>
                <a:gd name="T1" fmla="*/ 0 h 109"/>
                <a:gd name="T2" fmla="*/ 85 w 85"/>
                <a:gd name="T3" fmla="*/ 32 h 109"/>
                <a:gd name="T4" fmla="*/ 75 w 85"/>
                <a:gd name="T5" fmla="*/ 37 h 109"/>
                <a:gd name="T6" fmla="*/ 65 w 85"/>
                <a:gd name="T7" fmla="*/ 54 h 109"/>
                <a:gd name="T8" fmla="*/ 48 w 85"/>
                <a:gd name="T9" fmla="*/ 62 h 109"/>
                <a:gd name="T10" fmla="*/ 70 w 85"/>
                <a:gd name="T11" fmla="*/ 82 h 109"/>
                <a:gd name="T12" fmla="*/ 62 w 85"/>
                <a:gd name="T13" fmla="*/ 102 h 109"/>
                <a:gd name="T14" fmla="*/ 38 w 85"/>
                <a:gd name="T15" fmla="*/ 109 h 109"/>
                <a:gd name="T16" fmla="*/ 28 w 85"/>
                <a:gd name="T17" fmla="*/ 99 h 109"/>
                <a:gd name="T18" fmla="*/ 5 w 85"/>
                <a:gd name="T19" fmla="*/ 89 h 109"/>
                <a:gd name="T20" fmla="*/ 20 w 85"/>
                <a:gd name="T21" fmla="*/ 79 h 109"/>
                <a:gd name="T22" fmla="*/ 20 w 85"/>
                <a:gd name="T23" fmla="*/ 59 h 109"/>
                <a:gd name="T24" fmla="*/ 5 w 85"/>
                <a:gd name="T25" fmla="*/ 54 h 109"/>
                <a:gd name="T26" fmla="*/ 0 w 85"/>
                <a:gd name="T27" fmla="*/ 54 h 109"/>
                <a:gd name="T28" fmla="*/ 18 w 85"/>
                <a:gd name="T29" fmla="*/ 44 h 109"/>
                <a:gd name="T30" fmla="*/ 28 w 85"/>
                <a:gd name="T31" fmla="*/ 15 h 109"/>
                <a:gd name="T32" fmla="*/ 43 w 85"/>
                <a:gd name="T33" fmla="*/ 22 h 109"/>
                <a:gd name="T34" fmla="*/ 60 w 85"/>
                <a:gd name="T35" fmla="*/ 22 h 109"/>
                <a:gd name="T36" fmla="*/ 77 w 85"/>
                <a:gd name="T37" fmla="*/ 0 h 109"/>
                <a:gd name="T38" fmla="*/ 85 w 85"/>
                <a:gd name="T3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" h="109">
                  <a:moveTo>
                    <a:pt x="85" y="0"/>
                  </a:moveTo>
                  <a:lnTo>
                    <a:pt x="85" y="32"/>
                  </a:lnTo>
                  <a:lnTo>
                    <a:pt x="75" y="37"/>
                  </a:lnTo>
                  <a:lnTo>
                    <a:pt x="65" y="54"/>
                  </a:lnTo>
                  <a:lnTo>
                    <a:pt x="48" y="62"/>
                  </a:lnTo>
                  <a:lnTo>
                    <a:pt x="70" y="82"/>
                  </a:lnTo>
                  <a:lnTo>
                    <a:pt x="62" y="102"/>
                  </a:lnTo>
                  <a:lnTo>
                    <a:pt x="38" y="109"/>
                  </a:lnTo>
                  <a:lnTo>
                    <a:pt x="28" y="99"/>
                  </a:lnTo>
                  <a:lnTo>
                    <a:pt x="5" y="89"/>
                  </a:lnTo>
                  <a:lnTo>
                    <a:pt x="20" y="79"/>
                  </a:lnTo>
                  <a:lnTo>
                    <a:pt x="20" y="59"/>
                  </a:lnTo>
                  <a:lnTo>
                    <a:pt x="5" y="54"/>
                  </a:lnTo>
                  <a:lnTo>
                    <a:pt x="0" y="54"/>
                  </a:lnTo>
                  <a:lnTo>
                    <a:pt x="18" y="44"/>
                  </a:lnTo>
                  <a:lnTo>
                    <a:pt x="28" y="15"/>
                  </a:lnTo>
                  <a:lnTo>
                    <a:pt x="43" y="22"/>
                  </a:lnTo>
                  <a:lnTo>
                    <a:pt x="60" y="22"/>
                  </a:lnTo>
                  <a:lnTo>
                    <a:pt x="77" y="0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Freeform 142">
              <a:extLst>
                <a:ext uri="{FF2B5EF4-FFF2-40B4-BE49-F238E27FC236}">
                  <a16:creationId xmlns:a16="http://schemas.microsoft.com/office/drawing/2014/main" id="{7BBF8D6C-00D8-1AC9-D2C4-2D95CA483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317" y="4412632"/>
              <a:ext cx="28785" cy="14392"/>
            </a:xfrm>
            <a:custGeom>
              <a:avLst/>
              <a:gdLst>
                <a:gd name="T0" fmla="*/ 10 w 20"/>
                <a:gd name="T1" fmla="*/ 10 h 10"/>
                <a:gd name="T2" fmla="*/ 3 w 20"/>
                <a:gd name="T3" fmla="*/ 7 h 10"/>
                <a:gd name="T4" fmla="*/ 0 w 20"/>
                <a:gd name="T5" fmla="*/ 5 h 10"/>
                <a:gd name="T6" fmla="*/ 3 w 20"/>
                <a:gd name="T7" fmla="*/ 2 h 10"/>
                <a:gd name="T8" fmla="*/ 10 w 20"/>
                <a:gd name="T9" fmla="*/ 0 h 10"/>
                <a:gd name="T10" fmla="*/ 17 w 20"/>
                <a:gd name="T11" fmla="*/ 2 h 10"/>
                <a:gd name="T12" fmla="*/ 20 w 20"/>
                <a:gd name="T13" fmla="*/ 5 h 10"/>
                <a:gd name="T14" fmla="*/ 17 w 20"/>
                <a:gd name="T15" fmla="*/ 7 h 10"/>
                <a:gd name="T16" fmla="*/ 12 w 20"/>
                <a:gd name="T17" fmla="*/ 10 h 10"/>
                <a:gd name="T18" fmla="*/ 10 w 20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0">
                  <a:moveTo>
                    <a:pt x="10" y="10"/>
                  </a:moveTo>
                  <a:lnTo>
                    <a:pt x="3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17" y="2"/>
                  </a:lnTo>
                  <a:lnTo>
                    <a:pt x="20" y="5"/>
                  </a:lnTo>
                  <a:lnTo>
                    <a:pt x="17" y="7"/>
                  </a:lnTo>
                  <a:lnTo>
                    <a:pt x="12" y="10"/>
                  </a:lnTo>
                  <a:lnTo>
                    <a:pt x="1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Freeform 143">
              <a:extLst>
                <a:ext uri="{FF2B5EF4-FFF2-40B4-BE49-F238E27FC236}">
                  <a16:creationId xmlns:a16="http://schemas.microsoft.com/office/drawing/2014/main" id="{FEFEFC5D-CF3B-6A62-A628-150985A72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317" y="4412632"/>
              <a:ext cx="28785" cy="14392"/>
            </a:xfrm>
            <a:custGeom>
              <a:avLst/>
              <a:gdLst>
                <a:gd name="T0" fmla="*/ 10 w 20"/>
                <a:gd name="T1" fmla="*/ 10 h 10"/>
                <a:gd name="T2" fmla="*/ 3 w 20"/>
                <a:gd name="T3" fmla="*/ 7 h 10"/>
                <a:gd name="T4" fmla="*/ 0 w 20"/>
                <a:gd name="T5" fmla="*/ 5 h 10"/>
                <a:gd name="T6" fmla="*/ 3 w 20"/>
                <a:gd name="T7" fmla="*/ 2 h 10"/>
                <a:gd name="T8" fmla="*/ 10 w 20"/>
                <a:gd name="T9" fmla="*/ 0 h 10"/>
                <a:gd name="T10" fmla="*/ 17 w 20"/>
                <a:gd name="T11" fmla="*/ 2 h 10"/>
                <a:gd name="T12" fmla="*/ 20 w 20"/>
                <a:gd name="T13" fmla="*/ 5 h 10"/>
                <a:gd name="T14" fmla="*/ 17 w 20"/>
                <a:gd name="T15" fmla="*/ 7 h 10"/>
                <a:gd name="T16" fmla="*/ 10 w 20"/>
                <a:gd name="T1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10">
                  <a:moveTo>
                    <a:pt x="10" y="10"/>
                  </a:moveTo>
                  <a:lnTo>
                    <a:pt x="3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17" y="2"/>
                  </a:lnTo>
                  <a:lnTo>
                    <a:pt x="20" y="5"/>
                  </a:lnTo>
                  <a:lnTo>
                    <a:pt x="17" y="7"/>
                  </a:lnTo>
                  <a:lnTo>
                    <a:pt x="1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Freeform 144">
              <a:extLst>
                <a:ext uri="{FF2B5EF4-FFF2-40B4-BE49-F238E27FC236}">
                  <a16:creationId xmlns:a16="http://schemas.microsoft.com/office/drawing/2014/main" id="{FD9CF146-E2AD-C3FE-36A7-0FE0B1CA2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646" y="3550530"/>
              <a:ext cx="197175" cy="510929"/>
            </a:xfrm>
            <a:custGeom>
              <a:avLst/>
              <a:gdLst>
                <a:gd name="T0" fmla="*/ 0 w 137"/>
                <a:gd name="T1" fmla="*/ 134 h 355"/>
                <a:gd name="T2" fmla="*/ 8 w 137"/>
                <a:gd name="T3" fmla="*/ 119 h 355"/>
                <a:gd name="T4" fmla="*/ 8 w 137"/>
                <a:gd name="T5" fmla="*/ 84 h 355"/>
                <a:gd name="T6" fmla="*/ 25 w 137"/>
                <a:gd name="T7" fmla="*/ 67 h 355"/>
                <a:gd name="T8" fmla="*/ 32 w 137"/>
                <a:gd name="T9" fmla="*/ 42 h 355"/>
                <a:gd name="T10" fmla="*/ 45 w 137"/>
                <a:gd name="T11" fmla="*/ 25 h 355"/>
                <a:gd name="T12" fmla="*/ 67 w 137"/>
                <a:gd name="T13" fmla="*/ 15 h 355"/>
                <a:gd name="T14" fmla="*/ 70 w 137"/>
                <a:gd name="T15" fmla="*/ 2 h 355"/>
                <a:gd name="T16" fmla="*/ 90 w 137"/>
                <a:gd name="T17" fmla="*/ 0 h 355"/>
                <a:gd name="T18" fmla="*/ 95 w 137"/>
                <a:gd name="T19" fmla="*/ 10 h 355"/>
                <a:gd name="T20" fmla="*/ 102 w 137"/>
                <a:gd name="T21" fmla="*/ 30 h 355"/>
                <a:gd name="T22" fmla="*/ 95 w 137"/>
                <a:gd name="T23" fmla="*/ 47 h 355"/>
                <a:gd name="T24" fmla="*/ 82 w 137"/>
                <a:gd name="T25" fmla="*/ 54 h 355"/>
                <a:gd name="T26" fmla="*/ 80 w 137"/>
                <a:gd name="T27" fmla="*/ 69 h 355"/>
                <a:gd name="T28" fmla="*/ 100 w 137"/>
                <a:gd name="T29" fmla="*/ 74 h 355"/>
                <a:gd name="T30" fmla="*/ 110 w 137"/>
                <a:gd name="T31" fmla="*/ 92 h 355"/>
                <a:gd name="T32" fmla="*/ 115 w 137"/>
                <a:gd name="T33" fmla="*/ 122 h 355"/>
                <a:gd name="T34" fmla="*/ 132 w 137"/>
                <a:gd name="T35" fmla="*/ 124 h 355"/>
                <a:gd name="T36" fmla="*/ 137 w 137"/>
                <a:gd name="T37" fmla="*/ 137 h 355"/>
                <a:gd name="T38" fmla="*/ 127 w 137"/>
                <a:gd name="T39" fmla="*/ 154 h 355"/>
                <a:gd name="T40" fmla="*/ 117 w 137"/>
                <a:gd name="T41" fmla="*/ 164 h 355"/>
                <a:gd name="T42" fmla="*/ 100 w 137"/>
                <a:gd name="T43" fmla="*/ 171 h 355"/>
                <a:gd name="T44" fmla="*/ 97 w 137"/>
                <a:gd name="T45" fmla="*/ 204 h 355"/>
                <a:gd name="T46" fmla="*/ 102 w 137"/>
                <a:gd name="T47" fmla="*/ 216 h 355"/>
                <a:gd name="T48" fmla="*/ 117 w 137"/>
                <a:gd name="T49" fmla="*/ 233 h 355"/>
                <a:gd name="T50" fmla="*/ 112 w 137"/>
                <a:gd name="T51" fmla="*/ 266 h 355"/>
                <a:gd name="T52" fmla="*/ 112 w 137"/>
                <a:gd name="T53" fmla="*/ 281 h 355"/>
                <a:gd name="T54" fmla="*/ 119 w 137"/>
                <a:gd name="T55" fmla="*/ 303 h 355"/>
                <a:gd name="T56" fmla="*/ 134 w 137"/>
                <a:gd name="T57" fmla="*/ 316 h 355"/>
                <a:gd name="T58" fmla="*/ 122 w 137"/>
                <a:gd name="T59" fmla="*/ 343 h 355"/>
                <a:gd name="T60" fmla="*/ 115 w 137"/>
                <a:gd name="T61" fmla="*/ 355 h 355"/>
                <a:gd name="T62" fmla="*/ 107 w 137"/>
                <a:gd name="T63" fmla="*/ 320 h 355"/>
                <a:gd name="T64" fmla="*/ 102 w 137"/>
                <a:gd name="T65" fmla="*/ 298 h 355"/>
                <a:gd name="T66" fmla="*/ 87 w 137"/>
                <a:gd name="T67" fmla="*/ 288 h 355"/>
                <a:gd name="T68" fmla="*/ 95 w 137"/>
                <a:gd name="T69" fmla="*/ 243 h 355"/>
                <a:gd name="T70" fmla="*/ 77 w 137"/>
                <a:gd name="T71" fmla="*/ 216 h 355"/>
                <a:gd name="T72" fmla="*/ 67 w 137"/>
                <a:gd name="T73" fmla="*/ 231 h 355"/>
                <a:gd name="T74" fmla="*/ 55 w 137"/>
                <a:gd name="T75" fmla="*/ 243 h 355"/>
                <a:gd name="T76" fmla="*/ 37 w 137"/>
                <a:gd name="T77" fmla="*/ 236 h 355"/>
                <a:gd name="T78" fmla="*/ 35 w 137"/>
                <a:gd name="T79" fmla="*/ 196 h 355"/>
                <a:gd name="T80" fmla="*/ 30 w 137"/>
                <a:gd name="T81" fmla="*/ 179 h 355"/>
                <a:gd name="T82" fmla="*/ 15 w 137"/>
                <a:gd name="T83" fmla="*/ 159 h 355"/>
                <a:gd name="T84" fmla="*/ 0 w 137"/>
                <a:gd name="T85" fmla="*/ 144 h 355"/>
                <a:gd name="T86" fmla="*/ 0 w 137"/>
                <a:gd name="T87" fmla="*/ 134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7" h="355">
                  <a:moveTo>
                    <a:pt x="0" y="134"/>
                  </a:moveTo>
                  <a:lnTo>
                    <a:pt x="8" y="119"/>
                  </a:lnTo>
                  <a:lnTo>
                    <a:pt x="8" y="84"/>
                  </a:lnTo>
                  <a:lnTo>
                    <a:pt x="25" y="67"/>
                  </a:lnTo>
                  <a:lnTo>
                    <a:pt x="32" y="42"/>
                  </a:lnTo>
                  <a:lnTo>
                    <a:pt x="45" y="25"/>
                  </a:lnTo>
                  <a:lnTo>
                    <a:pt x="67" y="15"/>
                  </a:lnTo>
                  <a:lnTo>
                    <a:pt x="70" y="2"/>
                  </a:lnTo>
                  <a:lnTo>
                    <a:pt x="90" y="0"/>
                  </a:lnTo>
                  <a:lnTo>
                    <a:pt x="95" y="10"/>
                  </a:lnTo>
                  <a:lnTo>
                    <a:pt x="102" y="30"/>
                  </a:lnTo>
                  <a:lnTo>
                    <a:pt x="95" y="47"/>
                  </a:lnTo>
                  <a:lnTo>
                    <a:pt x="82" y="54"/>
                  </a:lnTo>
                  <a:lnTo>
                    <a:pt x="80" y="69"/>
                  </a:lnTo>
                  <a:lnTo>
                    <a:pt x="100" y="74"/>
                  </a:lnTo>
                  <a:lnTo>
                    <a:pt x="110" y="92"/>
                  </a:lnTo>
                  <a:lnTo>
                    <a:pt x="115" y="122"/>
                  </a:lnTo>
                  <a:lnTo>
                    <a:pt x="132" y="124"/>
                  </a:lnTo>
                  <a:lnTo>
                    <a:pt x="137" y="137"/>
                  </a:lnTo>
                  <a:lnTo>
                    <a:pt x="127" y="154"/>
                  </a:lnTo>
                  <a:lnTo>
                    <a:pt x="117" y="164"/>
                  </a:lnTo>
                  <a:lnTo>
                    <a:pt x="100" y="171"/>
                  </a:lnTo>
                  <a:lnTo>
                    <a:pt x="97" y="204"/>
                  </a:lnTo>
                  <a:lnTo>
                    <a:pt x="102" y="216"/>
                  </a:lnTo>
                  <a:lnTo>
                    <a:pt x="117" y="233"/>
                  </a:lnTo>
                  <a:lnTo>
                    <a:pt x="112" y="266"/>
                  </a:lnTo>
                  <a:lnTo>
                    <a:pt x="112" y="281"/>
                  </a:lnTo>
                  <a:lnTo>
                    <a:pt x="119" y="303"/>
                  </a:lnTo>
                  <a:lnTo>
                    <a:pt x="134" y="316"/>
                  </a:lnTo>
                  <a:lnTo>
                    <a:pt x="122" y="343"/>
                  </a:lnTo>
                  <a:lnTo>
                    <a:pt x="115" y="355"/>
                  </a:lnTo>
                  <a:lnTo>
                    <a:pt x="107" y="320"/>
                  </a:lnTo>
                  <a:lnTo>
                    <a:pt x="102" y="298"/>
                  </a:lnTo>
                  <a:lnTo>
                    <a:pt x="87" y="288"/>
                  </a:lnTo>
                  <a:lnTo>
                    <a:pt x="95" y="243"/>
                  </a:lnTo>
                  <a:lnTo>
                    <a:pt x="77" y="216"/>
                  </a:lnTo>
                  <a:lnTo>
                    <a:pt x="67" y="231"/>
                  </a:lnTo>
                  <a:lnTo>
                    <a:pt x="55" y="243"/>
                  </a:lnTo>
                  <a:lnTo>
                    <a:pt x="37" y="236"/>
                  </a:lnTo>
                  <a:lnTo>
                    <a:pt x="35" y="196"/>
                  </a:lnTo>
                  <a:lnTo>
                    <a:pt x="30" y="179"/>
                  </a:lnTo>
                  <a:lnTo>
                    <a:pt x="15" y="159"/>
                  </a:lnTo>
                  <a:lnTo>
                    <a:pt x="0" y="144"/>
                  </a:lnTo>
                  <a:lnTo>
                    <a:pt x="0" y="13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Freeform 145">
              <a:extLst>
                <a:ext uri="{FF2B5EF4-FFF2-40B4-BE49-F238E27FC236}">
                  <a16:creationId xmlns:a16="http://schemas.microsoft.com/office/drawing/2014/main" id="{20803582-8E81-716D-2555-7210D1E9E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486" y="4212578"/>
              <a:ext cx="300800" cy="328146"/>
            </a:xfrm>
            <a:custGeom>
              <a:avLst/>
              <a:gdLst>
                <a:gd name="T0" fmla="*/ 80 w 209"/>
                <a:gd name="T1" fmla="*/ 34 h 228"/>
                <a:gd name="T2" fmla="*/ 53 w 209"/>
                <a:gd name="T3" fmla="*/ 25 h 228"/>
                <a:gd name="T4" fmla="*/ 30 w 209"/>
                <a:gd name="T5" fmla="*/ 0 h 228"/>
                <a:gd name="T6" fmla="*/ 3 w 209"/>
                <a:gd name="T7" fmla="*/ 2 h 228"/>
                <a:gd name="T8" fmla="*/ 0 w 209"/>
                <a:gd name="T9" fmla="*/ 12 h 228"/>
                <a:gd name="T10" fmla="*/ 33 w 209"/>
                <a:gd name="T11" fmla="*/ 34 h 228"/>
                <a:gd name="T12" fmla="*/ 60 w 209"/>
                <a:gd name="T13" fmla="*/ 59 h 228"/>
                <a:gd name="T14" fmla="*/ 80 w 209"/>
                <a:gd name="T15" fmla="*/ 77 h 228"/>
                <a:gd name="T16" fmla="*/ 85 w 209"/>
                <a:gd name="T17" fmla="*/ 102 h 228"/>
                <a:gd name="T18" fmla="*/ 97 w 209"/>
                <a:gd name="T19" fmla="*/ 126 h 228"/>
                <a:gd name="T20" fmla="*/ 132 w 209"/>
                <a:gd name="T21" fmla="*/ 174 h 228"/>
                <a:gd name="T22" fmla="*/ 164 w 209"/>
                <a:gd name="T23" fmla="*/ 213 h 228"/>
                <a:gd name="T24" fmla="*/ 177 w 209"/>
                <a:gd name="T25" fmla="*/ 228 h 228"/>
                <a:gd name="T26" fmla="*/ 209 w 209"/>
                <a:gd name="T27" fmla="*/ 213 h 228"/>
                <a:gd name="T28" fmla="*/ 204 w 209"/>
                <a:gd name="T29" fmla="*/ 194 h 228"/>
                <a:gd name="T30" fmla="*/ 204 w 209"/>
                <a:gd name="T31" fmla="*/ 169 h 228"/>
                <a:gd name="T32" fmla="*/ 194 w 209"/>
                <a:gd name="T33" fmla="*/ 154 h 228"/>
                <a:gd name="T34" fmla="*/ 167 w 209"/>
                <a:gd name="T35" fmla="*/ 144 h 228"/>
                <a:gd name="T36" fmla="*/ 167 w 209"/>
                <a:gd name="T37" fmla="*/ 134 h 228"/>
                <a:gd name="T38" fmla="*/ 157 w 209"/>
                <a:gd name="T39" fmla="*/ 119 h 228"/>
                <a:gd name="T40" fmla="*/ 154 w 209"/>
                <a:gd name="T41" fmla="*/ 97 h 228"/>
                <a:gd name="T42" fmla="*/ 137 w 209"/>
                <a:gd name="T43" fmla="*/ 79 h 228"/>
                <a:gd name="T44" fmla="*/ 112 w 209"/>
                <a:gd name="T45" fmla="*/ 64 h 228"/>
                <a:gd name="T46" fmla="*/ 80 w 209"/>
                <a:gd name="T47" fmla="*/ 3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9" h="228">
                  <a:moveTo>
                    <a:pt x="80" y="34"/>
                  </a:moveTo>
                  <a:lnTo>
                    <a:pt x="53" y="25"/>
                  </a:lnTo>
                  <a:lnTo>
                    <a:pt x="30" y="0"/>
                  </a:lnTo>
                  <a:lnTo>
                    <a:pt x="3" y="2"/>
                  </a:lnTo>
                  <a:lnTo>
                    <a:pt x="0" y="12"/>
                  </a:lnTo>
                  <a:lnTo>
                    <a:pt x="33" y="34"/>
                  </a:lnTo>
                  <a:lnTo>
                    <a:pt x="60" y="59"/>
                  </a:lnTo>
                  <a:lnTo>
                    <a:pt x="80" y="77"/>
                  </a:lnTo>
                  <a:lnTo>
                    <a:pt x="85" y="102"/>
                  </a:lnTo>
                  <a:lnTo>
                    <a:pt x="97" y="126"/>
                  </a:lnTo>
                  <a:lnTo>
                    <a:pt x="132" y="174"/>
                  </a:lnTo>
                  <a:lnTo>
                    <a:pt x="164" y="213"/>
                  </a:lnTo>
                  <a:lnTo>
                    <a:pt x="177" y="228"/>
                  </a:lnTo>
                  <a:lnTo>
                    <a:pt x="209" y="213"/>
                  </a:lnTo>
                  <a:lnTo>
                    <a:pt x="204" y="194"/>
                  </a:lnTo>
                  <a:lnTo>
                    <a:pt x="204" y="169"/>
                  </a:lnTo>
                  <a:lnTo>
                    <a:pt x="194" y="154"/>
                  </a:lnTo>
                  <a:lnTo>
                    <a:pt x="167" y="144"/>
                  </a:lnTo>
                  <a:lnTo>
                    <a:pt x="167" y="134"/>
                  </a:lnTo>
                  <a:lnTo>
                    <a:pt x="157" y="119"/>
                  </a:lnTo>
                  <a:lnTo>
                    <a:pt x="154" y="97"/>
                  </a:lnTo>
                  <a:lnTo>
                    <a:pt x="137" y="79"/>
                  </a:lnTo>
                  <a:lnTo>
                    <a:pt x="112" y="64"/>
                  </a:lnTo>
                  <a:lnTo>
                    <a:pt x="80" y="3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Freeform 146">
              <a:extLst>
                <a:ext uri="{FF2B5EF4-FFF2-40B4-BE49-F238E27FC236}">
                  <a16:creationId xmlns:a16="http://schemas.microsoft.com/office/drawing/2014/main" id="{FE3D8447-FD50-96F6-8104-325C0D69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1698" y="4405436"/>
              <a:ext cx="43177" cy="43177"/>
            </a:xfrm>
            <a:custGeom>
              <a:avLst/>
              <a:gdLst>
                <a:gd name="T0" fmla="*/ 3 w 30"/>
                <a:gd name="T1" fmla="*/ 0 h 30"/>
                <a:gd name="T2" fmla="*/ 15 w 30"/>
                <a:gd name="T3" fmla="*/ 2 h 30"/>
                <a:gd name="T4" fmla="*/ 28 w 30"/>
                <a:gd name="T5" fmla="*/ 12 h 30"/>
                <a:gd name="T6" fmla="*/ 30 w 30"/>
                <a:gd name="T7" fmla="*/ 27 h 30"/>
                <a:gd name="T8" fmla="*/ 20 w 30"/>
                <a:gd name="T9" fmla="*/ 30 h 30"/>
                <a:gd name="T10" fmla="*/ 0 w 30"/>
                <a:gd name="T11" fmla="*/ 10 h 30"/>
                <a:gd name="T12" fmla="*/ 3 w 30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0">
                  <a:moveTo>
                    <a:pt x="3" y="0"/>
                  </a:moveTo>
                  <a:lnTo>
                    <a:pt x="15" y="2"/>
                  </a:lnTo>
                  <a:lnTo>
                    <a:pt x="28" y="12"/>
                  </a:lnTo>
                  <a:lnTo>
                    <a:pt x="30" y="27"/>
                  </a:lnTo>
                  <a:lnTo>
                    <a:pt x="20" y="30"/>
                  </a:lnTo>
                  <a:lnTo>
                    <a:pt x="0" y="1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Freeform 147">
              <a:extLst>
                <a:ext uri="{FF2B5EF4-FFF2-40B4-BE49-F238E27FC236}">
                  <a16:creationId xmlns:a16="http://schemas.microsoft.com/office/drawing/2014/main" id="{9AFFACEC-9980-0138-D699-3F45FED2F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1698" y="4405436"/>
              <a:ext cx="43177" cy="43177"/>
            </a:xfrm>
            <a:custGeom>
              <a:avLst/>
              <a:gdLst>
                <a:gd name="T0" fmla="*/ 3 w 30"/>
                <a:gd name="T1" fmla="*/ 0 h 30"/>
                <a:gd name="T2" fmla="*/ 15 w 30"/>
                <a:gd name="T3" fmla="*/ 2 h 30"/>
                <a:gd name="T4" fmla="*/ 28 w 30"/>
                <a:gd name="T5" fmla="*/ 12 h 30"/>
                <a:gd name="T6" fmla="*/ 30 w 30"/>
                <a:gd name="T7" fmla="*/ 27 h 30"/>
                <a:gd name="T8" fmla="*/ 20 w 30"/>
                <a:gd name="T9" fmla="*/ 30 h 30"/>
                <a:gd name="T10" fmla="*/ 0 w 30"/>
                <a:gd name="T11" fmla="*/ 10 h 30"/>
                <a:gd name="T12" fmla="*/ 0 w 30"/>
                <a:gd name="T13" fmla="*/ 0 h 30"/>
                <a:gd name="T14" fmla="*/ 3 w 30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3" y="0"/>
                  </a:moveTo>
                  <a:lnTo>
                    <a:pt x="15" y="2"/>
                  </a:lnTo>
                  <a:lnTo>
                    <a:pt x="28" y="12"/>
                  </a:lnTo>
                  <a:lnTo>
                    <a:pt x="30" y="27"/>
                  </a:lnTo>
                  <a:lnTo>
                    <a:pt x="20" y="3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Freeform 148">
              <a:extLst>
                <a:ext uri="{FF2B5EF4-FFF2-40B4-BE49-F238E27FC236}">
                  <a16:creationId xmlns:a16="http://schemas.microsoft.com/office/drawing/2014/main" id="{22E056BC-6700-30B6-AAEE-48CAF02F3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1698" y="4405436"/>
              <a:ext cx="43177" cy="43177"/>
            </a:xfrm>
            <a:custGeom>
              <a:avLst/>
              <a:gdLst>
                <a:gd name="T0" fmla="*/ 3 w 30"/>
                <a:gd name="T1" fmla="*/ 0 h 30"/>
                <a:gd name="T2" fmla="*/ 15 w 30"/>
                <a:gd name="T3" fmla="*/ 2 h 30"/>
                <a:gd name="T4" fmla="*/ 28 w 30"/>
                <a:gd name="T5" fmla="*/ 12 h 30"/>
                <a:gd name="T6" fmla="*/ 30 w 30"/>
                <a:gd name="T7" fmla="*/ 27 h 30"/>
                <a:gd name="T8" fmla="*/ 20 w 30"/>
                <a:gd name="T9" fmla="*/ 30 h 30"/>
                <a:gd name="T10" fmla="*/ 0 w 30"/>
                <a:gd name="T11" fmla="*/ 10 h 30"/>
                <a:gd name="T12" fmla="*/ 3 w 30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0">
                  <a:moveTo>
                    <a:pt x="3" y="0"/>
                  </a:moveTo>
                  <a:lnTo>
                    <a:pt x="15" y="2"/>
                  </a:lnTo>
                  <a:lnTo>
                    <a:pt x="28" y="12"/>
                  </a:lnTo>
                  <a:lnTo>
                    <a:pt x="30" y="27"/>
                  </a:lnTo>
                  <a:lnTo>
                    <a:pt x="20" y="30"/>
                  </a:lnTo>
                  <a:lnTo>
                    <a:pt x="0" y="1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Freeform 149">
              <a:extLst>
                <a:ext uri="{FF2B5EF4-FFF2-40B4-BE49-F238E27FC236}">
                  <a16:creationId xmlns:a16="http://schemas.microsoft.com/office/drawing/2014/main" id="{55B58E0E-28F1-195F-6592-2197D27C2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6015" y="4533528"/>
              <a:ext cx="238913" cy="79157"/>
            </a:xfrm>
            <a:custGeom>
              <a:avLst/>
              <a:gdLst>
                <a:gd name="T0" fmla="*/ 25 w 166"/>
                <a:gd name="T1" fmla="*/ 3 h 55"/>
                <a:gd name="T2" fmla="*/ 10 w 166"/>
                <a:gd name="T3" fmla="*/ 8 h 55"/>
                <a:gd name="T4" fmla="*/ 0 w 166"/>
                <a:gd name="T5" fmla="*/ 20 h 55"/>
                <a:gd name="T6" fmla="*/ 12 w 166"/>
                <a:gd name="T7" fmla="*/ 38 h 55"/>
                <a:gd name="T8" fmla="*/ 45 w 166"/>
                <a:gd name="T9" fmla="*/ 38 h 55"/>
                <a:gd name="T10" fmla="*/ 57 w 166"/>
                <a:gd name="T11" fmla="*/ 45 h 55"/>
                <a:gd name="T12" fmla="*/ 84 w 166"/>
                <a:gd name="T13" fmla="*/ 45 h 55"/>
                <a:gd name="T14" fmla="*/ 87 w 166"/>
                <a:gd name="T15" fmla="*/ 55 h 55"/>
                <a:gd name="T16" fmla="*/ 139 w 166"/>
                <a:gd name="T17" fmla="*/ 55 h 55"/>
                <a:gd name="T18" fmla="*/ 154 w 166"/>
                <a:gd name="T19" fmla="*/ 55 h 55"/>
                <a:gd name="T20" fmla="*/ 166 w 166"/>
                <a:gd name="T21" fmla="*/ 55 h 55"/>
                <a:gd name="T22" fmla="*/ 166 w 166"/>
                <a:gd name="T23" fmla="*/ 43 h 55"/>
                <a:gd name="T24" fmla="*/ 149 w 166"/>
                <a:gd name="T25" fmla="*/ 35 h 55"/>
                <a:gd name="T26" fmla="*/ 154 w 166"/>
                <a:gd name="T27" fmla="*/ 20 h 55"/>
                <a:gd name="T28" fmla="*/ 136 w 166"/>
                <a:gd name="T29" fmla="*/ 23 h 55"/>
                <a:gd name="T30" fmla="*/ 117 w 166"/>
                <a:gd name="T31" fmla="*/ 20 h 55"/>
                <a:gd name="T32" fmla="*/ 102 w 166"/>
                <a:gd name="T33" fmla="*/ 13 h 55"/>
                <a:gd name="T34" fmla="*/ 77 w 166"/>
                <a:gd name="T35" fmla="*/ 10 h 55"/>
                <a:gd name="T36" fmla="*/ 49 w 166"/>
                <a:gd name="T37" fmla="*/ 0 h 55"/>
                <a:gd name="T38" fmla="*/ 25 w 166"/>
                <a:gd name="T39" fmla="*/ 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6" h="55">
                  <a:moveTo>
                    <a:pt x="25" y="3"/>
                  </a:moveTo>
                  <a:lnTo>
                    <a:pt x="10" y="8"/>
                  </a:lnTo>
                  <a:lnTo>
                    <a:pt x="0" y="20"/>
                  </a:lnTo>
                  <a:lnTo>
                    <a:pt x="12" y="38"/>
                  </a:lnTo>
                  <a:lnTo>
                    <a:pt x="45" y="38"/>
                  </a:lnTo>
                  <a:lnTo>
                    <a:pt x="57" y="45"/>
                  </a:lnTo>
                  <a:lnTo>
                    <a:pt x="84" y="45"/>
                  </a:lnTo>
                  <a:lnTo>
                    <a:pt x="87" y="55"/>
                  </a:lnTo>
                  <a:lnTo>
                    <a:pt x="139" y="55"/>
                  </a:lnTo>
                  <a:lnTo>
                    <a:pt x="154" y="55"/>
                  </a:lnTo>
                  <a:lnTo>
                    <a:pt x="166" y="55"/>
                  </a:lnTo>
                  <a:lnTo>
                    <a:pt x="166" y="43"/>
                  </a:lnTo>
                  <a:lnTo>
                    <a:pt x="149" y="35"/>
                  </a:lnTo>
                  <a:lnTo>
                    <a:pt x="154" y="20"/>
                  </a:lnTo>
                  <a:lnTo>
                    <a:pt x="136" y="23"/>
                  </a:lnTo>
                  <a:lnTo>
                    <a:pt x="117" y="20"/>
                  </a:lnTo>
                  <a:lnTo>
                    <a:pt x="102" y="13"/>
                  </a:lnTo>
                  <a:lnTo>
                    <a:pt x="77" y="10"/>
                  </a:lnTo>
                  <a:lnTo>
                    <a:pt x="49" y="0"/>
                  </a:lnTo>
                  <a:lnTo>
                    <a:pt x="25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Freeform 150">
              <a:extLst>
                <a:ext uri="{FF2B5EF4-FFF2-40B4-BE49-F238E27FC236}">
                  <a16:creationId xmlns:a16="http://schemas.microsoft.com/office/drawing/2014/main" id="{E2238D57-D750-4A22-AD8C-8F6D7FF02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9321" y="4609807"/>
              <a:ext cx="21589" cy="14392"/>
            </a:xfrm>
            <a:custGeom>
              <a:avLst/>
              <a:gdLst>
                <a:gd name="T0" fmla="*/ 8 w 15"/>
                <a:gd name="T1" fmla="*/ 10 h 10"/>
                <a:gd name="T2" fmla="*/ 13 w 15"/>
                <a:gd name="T3" fmla="*/ 7 h 10"/>
                <a:gd name="T4" fmla="*/ 15 w 15"/>
                <a:gd name="T5" fmla="*/ 5 h 10"/>
                <a:gd name="T6" fmla="*/ 13 w 15"/>
                <a:gd name="T7" fmla="*/ 0 h 10"/>
                <a:gd name="T8" fmla="*/ 8 w 15"/>
                <a:gd name="T9" fmla="*/ 0 h 10"/>
                <a:gd name="T10" fmla="*/ 3 w 15"/>
                <a:gd name="T11" fmla="*/ 0 h 10"/>
                <a:gd name="T12" fmla="*/ 0 w 15"/>
                <a:gd name="T13" fmla="*/ 5 h 10"/>
                <a:gd name="T14" fmla="*/ 3 w 15"/>
                <a:gd name="T15" fmla="*/ 7 h 10"/>
                <a:gd name="T16" fmla="*/ 5 w 15"/>
                <a:gd name="T17" fmla="*/ 10 h 10"/>
                <a:gd name="T18" fmla="*/ 8 w 15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0">
                  <a:moveTo>
                    <a:pt x="8" y="10"/>
                  </a:moveTo>
                  <a:lnTo>
                    <a:pt x="13" y="7"/>
                  </a:lnTo>
                  <a:lnTo>
                    <a:pt x="15" y="5"/>
                  </a:lnTo>
                  <a:lnTo>
                    <a:pt x="13" y="0"/>
                  </a:lnTo>
                  <a:lnTo>
                    <a:pt x="8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3" y="7"/>
                  </a:lnTo>
                  <a:lnTo>
                    <a:pt x="5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8" name="Freeform 151">
              <a:extLst>
                <a:ext uri="{FF2B5EF4-FFF2-40B4-BE49-F238E27FC236}">
                  <a16:creationId xmlns:a16="http://schemas.microsoft.com/office/drawing/2014/main" id="{D4EE5D55-44EF-ECCA-6891-27EE53181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9321" y="4609807"/>
              <a:ext cx="21589" cy="14392"/>
            </a:xfrm>
            <a:custGeom>
              <a:avLst/>
              <a:gdLst>
                <a:gd name="T0" fmla="*/ 8 w 15"/>
                <a:gd name="T1" fmla="*/ 10 h 10"/>
                <a:gd name="T2" fmla="*/ 13 w 15"/>
                <a:gd name="T3" fmla="*/ 7 h 10"/>
                <a:gd name="T4" fmla="*/ 15 w 15"/>
                <a:gd name="T5" fmla="*/ 5 h 10"/>
                <a:gd name="T6" fmla="*/ 13 w 15"/>
                <a:gd name="T7" fmla="*/ 0 h 10"/>
                <a:gd name="T8" fmla="*/ 8 w 15"/>
                <a:gd name="T9" fmla="*/ 0 h 10"/>
                <a:gd name="T10" fmla="*/ 3 w 15"/>
                <a:gd name="T11" fmla="*/ 0 h 10"/>
                <a:gd name="T12" fmla="*/ 0 w 15"/>
                <a:gd name="T13" fmla="*/ 5 h 10"/>
                <a:gd name="T14" fmla="*/ 3 w 15"/>
                <a:gd name="T15" fmla="*/ 7 h 10"/>
                <a:gd name="T16" fmla="*/ 8 w 15"/>
                <a:gd name="T1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0">
                  <a:moveTo>
                    <a:pt x="8" y="10"/>
                  </a:moveTo>
                  <a:lnTo>
                    <a:pt x="13" y="7"/>
                  </a:lnTo>
                  <a:lnTo>
                    <a:pt x="15" y="5"/>
                  </a:lnTo>
                  <a:lnTo>
                    <a:pt x="13" y="0"/>
                  </a:lnTo>
                  <a:lnTo>
                    <a:pt x="8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3" y="7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9" name="Freeform 152">
              <a:extLst>
                <a:ext uri="{FF2B5EF4-FFF2-40B4-BE49-F238E27FC236}">
                  <a16:creationId xmlns:a16="http://schemas.microsoft.com/office/drawing/2014/main" id="{2520690E-A5A9-E6C9-9C09-13DA45371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424" y="4609807"/>
              <a:ext cx="10074" cy="14392"/>
            </a:xfrm>
            <a:custGeom>
              <a:avLst/>
              <a:gdLst>
                <a:gd name="T0" fmla="*/ 5 w 7"/>
                <a:gd name="T1" fmla="*/ 10 h 10"/>
                <a:gd name="T2" fmla="*/ 2 w 7"/>
                <a:gd name="T3" fmla="*/ 7 h 10"/>
                <a:gd name="T4" fmla="*/ 0 w 7"/>
                <a:gd name="T5" fmla="*/ 5 h 10"/>
                <a:gd name="T6" fmla="*/ 2 w 7"/>
                <a:gd name="T7" fmla="*/ 0 h 10"/>
                <a:gd name="T8" fmla="*/ 5 w 7"/>
                <a:gd name="T9" fmla="*/ 0 h 10"/>
                <a:gd name="T10" fmla="*/ 7 w 7"/>
                <a:gd name="T11" fmla="*/ 0 h 10"/>
                <a:gd name="T12" fmla="*/ 7 w 7"/>
                <a:gd name="T13" fmla="*/ 5 h 10"/>
                <a:gd name="T14" fmla="*/ 7 w 7"/>
                <a:gd name="T15" fmla="*/ 7 h 10"/>
                <a:gd name="T16" fmla="*/ 7 w 7"/>
                <a:gd name="T17" fmla="*/ 10 h 10"/>
                <a:gd name="T18" fmla="*/ 5 w 7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0">
                  <a:moveTo>
                    <a:pt x="5" y="10"/>
                  </a:moveTo>
                  <a:lnTo>
                    <a:pt x="2" y="7"/>
                  </a:lnTo>
                  <a:lnTo>
                    <a:pt x="0" y="5"/>
                  </a:ln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0" name="Freeform 153">
              <a:extLst>
                <a:ext uri="{FF2B5EF4-FFF2-40B4-BE49-F238E27FC236}">
                  <a16:creationId xmlns:a16="http://schemas.microsoft.com/office/drawing/2014/main" id="{B7C11EDE-9542-BF2F-4C30-273D7CB13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424" y="4609807"/>
              <a:ext cx="10074" cy="14392"/>
            </a:xfrm>
            <a:custGeom>
              <a:avLst/>
              <a:gdLst>
                <a:gd name="T0" fmla="*/ 5 w 7"/>
                <a:gd name="T1" fmla="*/ 10 h 10"/>
                <a:gd name="T2" fmla="*/ 2 w 7"/>
                <a:gd name="T3" fmla="*/ 7 h 10"/>
                <a:gd name="T4" fmla="*/ 0 w 7"/>
                <a:gd name="T5" fmla="*/ 5 h 10"/>
                <a:gd name="T6" fmla="*/ 2 w 7"/>
                <a:gd name="T7" fmla="*/ 0 h 10"/>
                <a:gd name="T8" fmla="*/ 5 w 7"/>
                <a:gd name="T9" fmla="*/ 0 h 10"/>
                <a:gd name="T10" fmla="*/ 7 w 7"/>
                <a:gd name="T11" fmla="*/ 0 h 10"/>
                <a:gd name="T12" fmla="*/ 7 w 7"/>
                <a:gd name="T13" fmla="*/ 5 h 10"/>
                <a:gd name="T14" fmla="*/ 7 w 7"/>
                <a:gd name="T15" fmla="*/ 7 h 10"/>
                <a:gd name="T16" fmla="*/ 5 w 7"/>
                <a:gd name="T1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0">
                  <a:moveTo>
                    <a:pt x="5" y="10"/>
                  </a:moveTo>
                  <a:lnTo>
                    <a:pt x="2" y="7"/>
                  </a:lnTo>
                  <a:lnTo>
                    <a:pt x="0" y="5"/>
                  </a:ln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5"/>
                  </a:lnTo>
                  <a:lnTo>
                    <a:pt x="7" y="7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1" name="Freeform 154">
              <a:extLst>
                <a:ext uri="{FF2B5EF4-FFF2-40B4-BE49-F238E27FC236}">
                  <a16:creationId xmlns:a16="http://schemas.microsoft.com/office/drawing/2014/main" id="{CFC331EF-611C-CEE5-E554-B8F02CCF7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1208" y="4598293"/>
              <a:ext cx="27345" cy="25906"/>
            </a:xfrm>
            <a:custGeom>
              <a:avLst/>
              <a:gdLst>
                <a:gd name="T0" fmla="*/ 2 w 19"/>
                <a:gd name="T1" fmla="*/ 8 h 18"/>
                <a:gd name="T2" fmla="*/ 12 w 19"/>
                <a:gd name="T3" fmla="*/ 0 h 18"/>
                <a:gd name="T4" fmla="*/ 19 w 19"/>
                <a:gd name="T5" fmla="*/ 8 h 18"/>
                <a:gd name="T6" fmla="*/ 17 w 19"/>
                <a:gd name="T7" fmla="*/ 18 h 18"/>
                <a:gd name="T8" fmla="*/ 0 w 19"/>
                <a:gd name="T9" fmla="*/ 13 h 18"/>
                <a:gd name="T10" fmla="*/ 2 w 19"/>
                <a:gd name="T1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8">
                  <a:moveTo>
                    <a:pt x="2" y="8"/>
                  </a:moveTo>
                  <a:lnTo>
                    <a:pt x="12" y="0"/>
                  </a:lnTo>
                  <a:lnTo>
                    <a:pt x="19" y="8"/>
                  </a:lnTo>
                  <a:lnTo>
                    <a:pt x="17" y="18"/>
                  </a:lnTo>
                  <a:lnTo>
                    <a:pt x="0" y="13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2" name="Freeform 155">
              <a:extLst>
                <a:ext uri="{FF2B5EF4-FFF2-40B4-BE49-F238E27FC236}">
                  <a16:creationId xmlns:a16="http://schemas.microsoft.com/office/drawing/2014/main" id="{36F18624-E411-FCCF-922C-0273A4FF4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5750" y="4644349"/>
              <a:ext cx="33102" cy="21589"/>
            </a:xfrm>
            <a:custGeom>
              <a:avLst/>
              <a:gdLst>
                <a:gd name="T0" fmla="*/ 3 w 23"/>
                <a:gd name="T1" fmla="*/ 3 h 15"/>
                <a:gd name="T2" fmla="*/ 0 w 23"/>
                <a:gd name="T3" fmla="*/ 15 h 15"/>
                <a:gd name="T4" fmla="*/ 18 w 23"/>
                <a:gd name="T5" fmla="*/ 8 h 15"/>
                <a:gd name="T6" fmla="*/ 23 w 23"/>
                <a:gd name="T7" fmla="*/ 0 h 15"/>
                <a:gd name="T8" fmla="*/ 3 w 23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3" y="3"/>
                  </a:moveTo>
                  <a:lnTo>
                    <a:pt x="0" y="15"/>
                  </a:lnTo>
                  <a:lnTo>
                    <a:pt x="18" y="8"/>
                  </a:lnTo>
                  <a:lnTo>
                    <a:pt x="2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3" name="Freeform 156">
              <a:extLst>
                <a:ext uri="{FF2B5EF4-FFF2-40B4-BE49-F238E27FC236}">
                  <a16:creationId xmlns:a16="http://schemas.microsoft.com/office/drawing/2014/main" id="{54CCB025-4A3B-7D05-07A2-E5CCE4C61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1656" y="4609807"/>
              <a:ext cx="57569" cy="24467"/>
            </a:xfrm>
            <a:custGeom>
              <a:avLst/>
              <a:gdLst>
                <a:gd name="T0" fmla="*/ 0 w 40"/>
                <a:gd name="T1" fmla="*/ 2 h 17"/>
                <a:gd name="T2" fmla="*/ 20 w 40"/>
                <a:gd name="T3" fmla="*/ 0 h 17"/>
                <a:gd name="T4" fmla="*/ 40 w 40"/>
                <a:gd name="T5" fmla="*/ 7 h 17"/>
                <a:gd name="T6" fmla="*/ 25 w 40"/>
                <a:gd name="T7" fmla="*/ 17 h 17"/>
                <a:gd name="T8" fmla="*/ 2 w 40"/>
                <a:gd name="T9" fmla="*/ 15 h 17"/>
                <a:gd name="T10" fmla="*/ 0 w 40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7">
                  <a:moveTo>
                    <a:pt x="0" y="2"/>
                  </a:moveTo>
                  <a:lnTo>
                    <a:pt x="20" y="0"/>
                  </a:lnTo>
                  <a:lnTo>
                    <a:pt x="40" y="7"/>
                  </a:lnTo>
                  <a:lnTo>
                    <a:pt x="25" y="17"/>
                  </a:lnTo>
                  <a:lnTo>
                    <a:pt x="2" y="15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4" name="Freeform 157">
              <a:extLst>
                <a:ext uri="{FF2B5EF4-FFF2-40B4-BE49-F238E27FC236}">
                  <a16:creationId xmlns:a16="http://schemas.microsoft.com/office/drawing/2014/main" id="{E1D91ECD-B8C1-50C3-4549-B0CAC7E9F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3618" y="4644349"/>
              <a:ext cx="31663" cy="21589"/>
            </a:xfrm>
            <a:custGeom>
              <a:avLst/>
              <a:gdLst>
                <a:gd name="T0" fmla="*/ 22 w 22"/>
                <a:gd name="T1" fmla="*/ 0 h 15"/>
                <a:gd name="T2" fmla="*/ 7 w 22"/>
                <a:gd name="T3" fmla="*/ 3 h 15"/>
                <a:gd name="T4" fmla="*/ 0 w 22"/>
                <a:gd name="T5" fmla="*/ 15 h 15"/>
                <a:gd name="T6" fmla="*/ 12 w 22"/>
                <a:gd name="T7" fmla="*/ 15 h 15"/>
                <a:gd name="T8" fmla="*/ 22 w 22"/>
                <a:gd name="T9" fmla="*/ 8 h 15"/>
                <a:gd name="T10" fmla="*/ 22 w 22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5">
                  <a:moveTo>
                    <a:pt x="22" y="0"/>
                  </a:moveTo>
                  <a:lnTo>
                    <a:pt x="7" y="3"/>
                  </a:lnTo>
                  <a:lnTo>
                    <a:pt x="0" y="15"/>
                  </a:lnTo>
                  <a:lnTo>
                    <a:pt x="12" y="15"/>
                  </a:lnTo>
                  <a:lnTo>
                    <a:pt x="22" y="8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5" name="Freeform 158">
              <a:extLst>
                <a:ext uri="{FF2B5EF4-FFF2-40B4-BE49-F238E27FC236}">
                  <a16:creationId xmlns:a16="http://schemas.microsoft.com/office/drawing/2014/main" id="{A3A15A50-50D7-7788-3F77-ED89AD6B0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479" y="4316203"/>
              <a:ext cx="168390" cy="214447"/>
            </a:xfrm>
            <a:custGeom>
              <a:avLst/>
              <a:gdLst>
                <a:gd name="T0" fmla="*/ 27 w 117"/>
                <a:gd name="T1" fmla="*/ 20 h 149"/>
                <a:gd name="T2" fmla="*/ 25 w 117"/>
                <a:gd name="T3" fmla="*/ 45 h 149"/>
                <a:gd name="T4" fmla="*/ 15 w 117"/>
                <a:gd name="T5" fmla="*/ 54 h 149"/>
                <a:gd name="T6" fmla="*/ 12 w 117"/>
                <a:gd name="T7" fmla="*/ 72 h 149"/>
                <a:gd name="T8" fmla="*/ 0 w 117"/>
                <a:gd name="T9" fmla="*/ 82 h 149"/>
                <a:gd name="T10" fmla="*/ 0 w 117"/>
                <a:gd name="T11" fmla="*/ 114 h 149"/>
                <a:gd name="T12" fmla="*/ 15 w 117"/>
                <a:gd name="T13" fmla="*/ 122 h 149"/>
                <a:gd name="T14" fmla="*/ 17 w 117"/>
                <a:gd name="T15" fmla="*/ 144 h 149"/>
                <a:gd name="T16" fmla="*/ 32 w 117"/>
                <a:gd name="T17" fmla="*/ 146 h 149"/>
                <a:gd name="T18" fmla="*/ 40 w 117"/>
                <a:gd name="T19" fmla="*/ 112 h 149"/>
                <a:gd name="T20" fmla="*/ 50 w 117"/>
                <a:gd name="T21" fmla="*/ 109 h 149"/>
                <a:gd name="T22" fmla="*/ 50 w 117"/>
                <a:gd name="T23" fmla="*/ 136 h 149"/>
                <a:gd name="T24" fmla="*/ 62 w 117"/>
                <a:gd name="T25" fmla="*/ 141 h 149"/>
                <a:gd name="T26" fmla="*/ 67 w 117"/>
                <a:gd name="T27" fmla="*/ 149 h 149"/>
                <a:gd name="T28" fmla="*/ 84 w 117"/>
                <a:gd name="T29" fmla="*/ 146 h 149"/>
                <a:gd name="T30" fmla="*/ 82 w 117"/>
                <a:gd name="T31" fmla="*/ 127 h 149"/>
                <a:gd name="T32" fmla="*/ 60 w 117"/>
                <a:gd name="T33" fmla="*/ 87 h 149"/>
                <a:gd name="T34" fmla="*/ 70 w 117"/>
                <a:gd name="T35" fmla="*/ 79 h 149"/>
                <a:gd name="T36" fmla="*/ 82 w 117"/>
                <a:gd name="T37" fmla="*/ 57 h 149"/>
                <a:gd name="T38" fmla="*/ 75 w 117"/>
                <a:gd name="T39" fmla="*/ 49 h 149"/>
                <a:gd name="T40" fmla="*/ 62 w 117"/>
                <a:gd name="T41" fmla="*/ 57 h 149"/>
                <a:gd name="T42" fmla="*/ 50 w 117"/>
                <a:gd name="T43" fmla="*/ 62 h 149"/>
                <a:gd name="T44" fmla="*/ 42 w 117"/>
                <a:gd name="T45" fmla="*/ 40 h 149"/>
                <a:gd name="T46" fmla="*/ 40 w 117"/>
                <a:gd name="T47" fmla="*/ 17 h 149"/>
                <a:gd name="T48" fmla="*/ 47 w 117"/>
                <a:gd name="T49" fmla="*/ 22 h 149"/>
                <a:gd name="T50" fmla="*/ 60 w 117"/>
                <a:gd name="T51" fmla="*/ 30 h 149"/>
                <a:gd name="T52" fmla="*/ 77 w 117"/>
                <a:gd name="T53" fmla="*/ 25 h 149"/>
                <a:gd name="T54" fmla="*/ 87 w 117"/>
                <a:gd name="T55" fmla="*/ 32 h 149"/>
                <a:gd name="T56" fmla="*/ 107 w 117"/>
                <a:gd name="T57" fmla="*/ 25 h 149"/>
                <a:gd name="T58" fmla="*/ 117 w 117"/>
                <a:gd name="T59" fmla="*/ 20 h 149"/>
                <a:gd name="T60" fmla="*/ 112 w 117"/>
                <a:gd name="T61" fmla="*/ 0 h 149"/>
                <a:gd name="T62" fmla="*/ 102 w 117"/>
                <a:gd name="T63" fmla="*/ 0 h 149"/>
                <a:gd name="T64" fmla="*/ 94 w 117"/>
                <a:gd name="T65" fmla="*/ 15 h 149"/>
                <a:gd name="T66" fmla="*/ 55 w 117"/>
                <a:gd name="T67" fmla="*/ 10 h 149"/>
                <a:gd name="T68" fmla="*/ 30 w 117"/>
                <a:gd name="T69" fmla="*/ 12 h 149"/>
                <a:gd name="T70" fmla="*/ 27 w 117"/>
                <a:gd name="T71" fmla="*/ 2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" h="149">
                  <a:moveTo>
                    <a:pt x="27" y="20"/>
                  </a:moveTo>
                  <a:lnTo>
                    <a:pt x="25" y="45"/>
                  </a:lnTo>
                  <a:lnTo>
                    <a:pt x="15" y="54"/>
                  </a:lnTo>
                  <a:lnTo>
                    <a:pt x="12" y="72"/>
                  </a:lnTo>
                  <a:lnTo>
                    <a:pt x="0" y="82"/>
                  </a:lnTo>
                  <a:lnTo>
                    <a:pt x="0" y="114"/>
                  </a:lnTo>
                  <a:lnTo>
                    <a:pt x="15" y="122"/>
                  </a:lnTo>
                  <a:lnTo>
                    <a:pt x="17" y="144"/>
                  </a:lnTo>
                  <a:lnTo>
                    <a:pt x="32" y="146"/>
                  </a:lnTo>
                  <a:lnTo>
                    <a:pt x="40" y="112"/>
                  </a:lnTo>
                  <a:lnTo>
                    <a:pt x="50" y="109"/>
                  </a:lnTo>
                  <a:lnTo>
                    <a:pt x="50" y="136"/>
                  </a:lnTo>
                  <a:lnTo>
                    <a:pt x="62" y="141"/>
                  </a:lnTo>
                  <a:lnTo>
                    <a:pt x="67" y="149"/>
                  </a:lnTo>
                  <a:lnTo>
                    <a:pt x="84" y="146"/>
                  </a:lnTo>
                  <a:lnTo>
                    <a:pt x="82" y="127"/>
                  </a:lnTo>
                  <a:lnTo>
                    <a:pt x="60" y="87"/>
                  </a:lnTo>
                  <a:lnTo>
                    <a:pt x="70" y="79"/>
                  </a:lnTo>
                  <a:lnTo>
                    <a:pt x="82" y="57"/>
                  </a:lnTo>
                  <a:lnTo>
                    <a:pt x="75" y="49"/>
                  </a:lnTo>
                  <a:lnTo>
                    <a:pt x="62" y="57"/>
                  </a:lnTo>
                  <a:lnTo>
                    <a:pt x="50" y="62"/>
                  </a:lnTo>
                  <a:lnTo>
                    <a:pt x="42" y="40"/>
                  </a:lnTo>
                  <a:lnTo>
                    <a:pt x="40" y="17"/>
                  </a:lnTo>
                  <a:lnTo>
                    <a:pt x="47" y="22"/>
                  </a:lnTo>
                  <a:lnTo>
                    <a:pt x="60" y="30"/>
                  </a:lnTo>
                  <a:lnTo>
                    <a:pt x="77" y="25"/>
                  </a:lnTo>
                  <a:lnTo>
                    <a:pt x="87" y="32"/>
                  </a:lnTo>
                  <a:lnTo>
                    <a:pt x="107" y="25"/>
                  </a:lnTo>
                  <a:lnTo>
                    <a:pt x="117" y="20"/>
                  </a:lnTo>
                  <a:lnTo>
                    <a:pt x="112" y="0"/>
                  </a:lnTo>
                  <a:lnTo>
                    <a:pt x="102" y="0"/>
                  </a:lnTo>
                  <a:lnTo>
                    <a:pt x="94" y="15"/>
                  </a:lnTo>
                  <a:lnTo>
                    <a:pt x="55" y="10"/>
                  </a:lnTo>
                  <a:lnTo>
                    <a:pt x="30" y="12"/>
                  </a:lnTo>
                  <a:lnTo>
                    <a:pt x="27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6" name="Freeform 159">
              <a:extLst>
                <a:ext uri="{FF2B5EF4-FFF2-40B4-BE49-F238E27FC236}">
                  <a16:creationId xmlns:a16="http://schemas.microsoft.com/office/drawing/2014/main" id="{4C70AA31-D729-884B-E9DA-DF9F57F8A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2390" y="3943442"/>
              <a:ext cx="142485" cy="125213"/>
            </a:xfrm>
            <a:custGeom>
              <a:avLst/>
              <a:gdLst>
                <a:gd name="T0" fmla="*/ 39 w 99"/>
                <a:gd name="T1" fmla="*/ 72 h 87"/>
                <a:gd name="T2" fmla="*/ 17 w 99"/>
                <a:gd name="T3" fmla="*/ 80 h 87"/>
                <a:gd name="T4" fmla="*/ 15 w 99"/>
                <a:gd name="T5" fmla="*/ 50 h 87"/>
                <a:gd name="T6" fmla="*/ 0 w 99"/>
                <a:gd name="T7" fmla="*/ 38 h 87"/>
                <a:gd name="T8" fmla="*/ 7 w 99"/>
                <a:gd name="T9" fmla="*/ 15 h 87"/>
                <a:gd name="T10" fmla="*/ 22 w 99"/>
                <a:gd name="T11" fmla="*/ 0 h 87"/>
                <a:gd name="T12" fmla="*/ 39 w 99"/>
                <a:gd name="T13" fmla="*/ 10 h 87"/>
                <a:gd name="T14" fmla="*/ 59 w 99"/>
                <a:gd name="T15" fmla="*/ 8 h 87"/>
                <a:gd name="T16" fmla="*/ 72 w 99"/>
                <a:gd name="T17" fmla="*/ 20 h 87"/>
                <a:gd name="T18" fmla="*/ 89 w 99"/>
                <a:gd name="T19" fmla="*/ 8 h 87"/>
                <a:gd name="T20" fmla="*/ 97 w 99"/>
                <a:gd name="T21" fmla="*/ 13 h 87"/>
                <a:gd name="T22" fmla="*/ 99 w 99"/>
                <a:gd name="T23" fmla="*/ 47 h 87"/>
                <a:gd name="T24" fmla="*/ 87 w 99"/>
                <a:gd name="T25" fmla="*/ 55 h 87"/>
                <a:gd name="T26" fmla="*/ 69 w 99"/>
                <a:gd name="T27" fmla="*/ 72 h 87"/>
                <a:gd name="T28" fmla="*/ 52 w 99"/>
                <a:gd name="T29" fmla="*/ 87 h 87"/>
                <a:gd name="T30" fmla="*/ 39 w 99"/>
                <a:gd name="T31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9" h="87">
                  <a:moveTo>
                    <a:pt x="39" y="72"/>
                  </a:moveTo>
                  <a:lnTo>
                    <a:pt x="17" y="80"/>
                  </a:lnTo>
                  <a:lnTo>
                    <a:pt x="15" y="50"/>
                  </a:lnTo>
                  <a:lnTo>
                    <a:pt x="0" y="38"/>
                  </a:lnTo>
                  <a:lnTo>
                    <a:pt x="7" y="15"/>
                  </a:lnTo>
                  <a:lnTo>
                    <a:pt x="22" y="0"/>
                  </a:lnTo>
                  <a:lnTo>
                    <a:pt x="39" y="10"/>
                  </a:lnTo>
                  <a:lnTo>
                    <a:pt x="59" y="8"/>
                  </a:lnTo>
                  <a:lnTo>
                    <a:pt x="72" y="20"/>
                  </a:lnTo>
                  <a:lnTo>
                    <a:pt x="89" y="8"/>
                  </a:lnTo>
                  <a:lnTo>
                    <a:pt x="97" y="13"/>
                  </a:lnTo>
                  <a:lnTo>
                    <a:pt x="99" y="47"/>
                  </a:lnTo>
                  <a:lnTo>
                    <a:pt x="87" y="55"/>
                  </a:lnTo>
                  <a:lnTo>
                    <a:pt x="69" y="72"/>
                  </a:lnTo>
                  <a:lnTo>
                    <a:pt x="52" y="87"/>
                  </a:lnTo>
                  <a:lnTo>
                    <a:pt x="39" y="7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7" name="Freeform 160">
              <a:extLst>
                <a:ext uri="{FF2B5EF4-FFF2-40B4-BE49-F238E27FC236}">
                  <a16:creationId xmlns:a16="http://schemas.microsoft.com/office/drawing/2014/main" id="{7135C35F-BD2C-5C59-13ED-ED29AD009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821" y="3707407"/>
              <a:ext cx="185662" cy="264819"/>
            </a:xfrm>
            <a:custGeom>
              <a:avLst/>
              <a:gdLst>
                <a:gd name="T0" fmla="*/ 0 w 129"/>
                <a:gd name="T1" fmla="*/ 28 h 184"/>
                <a:gd name="T2" fmla="*/ 2 w 129"/>
                <a:gd name="T3" fmla="*/ 42 h 184"/>
                <a:gd name="T4" fmla="*/ 7 w 129"/>
                <a:gd name="T5" fmla="*/ 62 h 184"/>
                <a:gd name="T6" fmla="*/ 15 w 129"/>
                <a:gd name="T7" fmla="*/ 70 h 184"/>
                <a:gd name="T8" fmla="*/ 27 w 129"/>
                <a:gd name="T9" fmla="*/ 75 h 184"/>
                <a:gd name="T10" fmla="*/ 47 w 129"/>
                <a:gd name="T11" fmla="*/ 100 h 184"/>
                <a:gd name="T12" fmla="*/ 60 w 129"/>
                <a:gd name="T13" fmla="*/ 87 h 184"/>
                <a:gd name="T14" fmla="*/ 74 w 129"/>
                <a:gd name="T15" fmla="*/ 102 h 184"/>
                <a:gd name="T16" fmla="*/ 84 w 129"/>
                <a:gd name="T17" fmla="*/ 127 h 184"/>
                <a:gd name="T18" fmla="*/ 89 w 129"/>
                <a:gd name="T19" fmla="*/ 139 h 184"/>
                <a:gd name="T20" fmla="*/ 99 w 129"/>
                <a:gd name="T21" fmla="*/ 142 h 184"/>
                <a:gd name="T22" fmla="*/ 99 w 129"/>
                <a:gd name="T23" fmla="*/ 172 h 184"/>
                <a:gd name="T24" fmla="*/ 112 w 129"/>
                <a:gd name="T25" fmla="*/ 184 h 184"/>
                <a:gd name="T26" fmla="*/ 129 w 129"/>
                <a:gd name="T27" fmla="*/ 172 h 184"/>
                <a:gd name="T28" fmla="*/ 129 w 129"/>
                <a:gd name="T29" fmla="*/ 134 h 184"/>
                <a:gd name="T30" fmla="*/ 114 w 129"/>
                <a:gd name="T31" fmla="*/ 124 h 184"/>
                <a:gd name="T32" fmla="*/ 87 w 129"/>
                <a:gd name="T33" fmla="*/ 85 h 184"/>
                <a:gd name="T34" fmla="*/ 74 w 129"/>
                <a:gd name="T35" fmla="*/ 70 h 184"/>
                <a:gd name="T36" fmla="*/ 79 w 129"/>
                <a:gd name="T37" fmla="*/ 50 h 184"/>
                <a:gd name="T38" fmla="*/ 77 w 129"/>
                <a:gd name="T39" fmla="*/ 37 h 184"/>
                <a:gd name="T40" fmla="*/ 45 w 129"/>
                <a:gd name="T41" fmla="*/ 28 h 184"/>
                <a:gd name="T42" fmla="*/ 35 w 129"/>
                <a:gd name="T43" fmla="*/ 0 h 184"/>
                <a:gd name="T44" fmla="*/ 20 w 129"/>
                <a:gd name="T45" fmla="*/ 8 h 184"/>
                <a:gd name="T46" fmla="*/ 22 w 129"/>
                <a:gd name="T47" fmla="*/ 25 h 184"/>
                <a:gd name="T48" fmla="*/ 0 w 129"/>
                <a:gd name="T49" fmla="*/ 2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9" h="184">
                  <a:moveTo>
                    <a:pt x="0" y="28"/>
                  </a:moveTo>
                  <a:lnTo>
                    <a:pt x="2" y="42"/>
                  </a:lnTo>
                  <a:lnTo>
                    <a:pt x="7" y="62"/>
                  </a:lnTo>
                  <a:lnTo>
                    <a:pt x="15" y="70"/>
                  </a:lnTo>
                  <a:lnTo>
                    <a:pt x="27" y="75"/>
                  </a:lnTo>
                  <a:lnTo>
                    <a:pt x="47" y="100"/>
                  </a:lnTo>
                  <a:lnTo>
                    <a:pt x="60" y="87"/>
                  </a:lnTo>
                  <a:lnTo>
                    <a:pt x="74" y="102"/>
                  </a:lnTo>
                  <a:lnTo>
                    <a:pt x="84" y="127"/>
                  </a:lnTo>
                  <a:lnTo>
                    <a:pt x="89" y="139"/>
                  </a:lnTo>
                  <a:lnTo>
                    <a:pt x="99" y="142"/>
                  </a:lnTo>
                  <a:lnTo>
                    <a:pt x="99" y="172"/>
                  </a:lnTo>
                  <a:lnTo>
                    <a:pt x="112" y="184"/>
                  </a:lnTo>
                  <a:lnTo>
                    <a:pt x="129" y="172"/>
                  </a:lnTo>
                  <a:lnTo>
                    <a:pt x="129" y="134"/>
                  </a:lnTo>
                  <a:lnTo>
                    <a:pt x="114" y="124"/>
                  </a:lnTo>
                  <a:lnTo>
                    <a:pt x="87" y="85"/>
                  </a:lnTo>
                  <a:lnTo>
                    <a:pt x="74" y="70"/>
                  </a:lnTo>
                  <a:lnTo>
                    <a:pt x="79" y="50"/>
                  </a:lnTo>
                  <a:lnTo>
                    <a:pt x="77" y="37"/>
                  </a:lnTo>
                  <a:lnTo>
                    <a:pt x="45" y="28"/>
                  </a:lnTo>
                  <a:lnTo>
                    <a:pt x="35" y="0"/>
                  </a:lnTo>
                  <a:lnTo>
                    <a:pt x="20" y="8"/>
                  </a:lnTo>
                  <a:lnTo>
                    <a:pt x="22" y="25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" name="Freeform 161">
              <a:extLst>
                <a:ext uri="{FF2B5EF4-FFF2-40B4-BE49-F238E27FC236}">
                  <a16:creationId xmlns:a16="http://schemas.microsoft.com/office/drawing/2014/main" id="{74944732-DA1C-FA91-2BFD-41A0DAF8D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195" y="3685818"/>
              <a:ext cx="192858" cy="440406"/>
            </a:xfrm>
            <a:custGeom>
              <a:avLst/>
              <a:gdLst>
                <a:gd name="T0" fmla="*/ 0 w 134"/>
                <a:gd name="T1" fmla="*/ 15 h 306"/>
                <a:gd name="T2" fmla="*/ 10 w 134"/>
                <a:gd name="T3" fmla="*/ 43 h 306"/>
                <a:gd name="T4" fmla="*/ 42 w 134"/>
                <a:gd name="T5" fmla="*/ 52 h 306"/>
                <a:gd name="T6" fmla="*/ 44 w 134"/>
                <a:gd name="T7" fmla="*/ 65 h 306"/>
                <a:gd name="T8" fmla="*/ 39 w 134"/>
                <a:gd name="T9" fmla="*/ 85 h 306"/>
                <a:gd name="T10" fmla="*/ 52 w 134"/>
                <a:gd name="T11" fmla="*/ 100 h 306"/>
                <a:gd name="T12" fmla="*/ 79 w 134"/>
                <a:gd name="T13" fmla="*/ 139 h 306"/>
                <a:gd name="T14" fmla="*/ 94 w 134"/>
                <a:gd name="T15" fmla="*/ 149 h 306"/>
                <a:gd name="T16" fmla="*/ 94 w 134"/>
                <a:gd name="T17" fmla="*/ 187 h 306"/>
                <a:gd name="T18" fmla="*/ 102 w 134"/>
                <a:gd name="T19" fmla="*/ 192 h 306"/>
                <a:gd name="T20" fmla="*/ 104 w 134"/>
                <a:gd name="T21" fmla="*/ 226 h 306"/>
                <a:gd name="T22" fmla="*/ 92 w 134"/>
                <a:gd name="T23" fmla="*/ 234 h 306"/>
                <a:gd name="T24" fmla="*/ 74 w 134"/>
                <a:gd name="T25" fmla="*/ 251 h 306"/>
                <a:gd name="T26" fmla="*/ 57 w 134"/>
                <a:gd name="T27" fmla="*/ 266 h 306"/>
                <a:gd name="T28" fmla="*/ 64 w 134"/>
                <a:gd name="T29" fmla="*/ 276 h 306"/>
                <a:gd name="T30" fmla="*/ 57 w 134"/>
                <a:gd name="T31" fmla="*/ 289 h 306"/>
                <a:gd name="T32" fmla="*/ 62 w 134"/>
                <a:gd name="T33" fmla="*/ 306 h 306"/>
                <a:gd name="T34" fmla="*/ 94 w 134"/>
                <a:gd name="T35" fmla="*/ 281 h 306"/>
                <a:gd name="T36" fmla="*/ 122 w 134"/>
                <a:gd name="T37" fmla="*/ 259 h 306"/>
                <a:gd name="T38" fmla="*/ 129 w 134"/>
                <a:gd name="T39" fmla="*/ 246 h 306"/>
                <a:gd name="T40" fmla="*/ 134 w 134"/>
                <a:gd name="T41" fmla="*/ 202 h 306"/>
                <a:gd name="T42" fmla="*/ 126 w 134"/>
                <a:gd name="T43" fmla="*/ 162 h 306"/>
                <a:gd name="T44" fmla="*/ 99 w 134"/>
                <a:gd name="T45" fmla="*/ 135 h 306"/>
                <a:gd name="T46" fmla="*/ 69 w 134"/>
                <a:gd name="T47" fmla="*/ 97 h 306"/>
                <a:gd name="T48" fmla="*/ 69 w 134"/>
                <a:gd name="T49" fmla="*/ 72 h 306"/>
                <a:gd name="T50" fmla="*/ 77 w 134"/>
                <a:gd name="T51" fmla="*/ 62 h 306"/>
                <a:gd name="T52" fmla="*/ 99 w 134"/>
                <a:gd name="T53" fmla="*/ 48 h 306"/>
                <a:gd name="T54" fmla="*/ 72 w 134"/>
                <a:gd name="T55" fmla="*/ 8 h 306"/>
                <a:gd name="T56" fmla="*/ 44 w 134"/>
                <a:gd name="T57" fmla="*/ 0 h 306"/>
                <a:gd name="T58" fmla="*/ 27 w 134"/>
                <a:gd name="T59" fmla="*/ 0 h 306"/>
                <a:gd name="T60" fmla="*/ 0 w 134"/>
                <a:gd name="T61" fmla="*/ 15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4" h="306">
                  <a:moveTo>
                    <a:pt x="0" y="15"/>
                  </a:moveTo>
                  <a:lnTo>
                    <a:pt x="10" y="43"/>
                  </a:lnTo>
                  <a:lnTo>
                    <a:pt x="42" y="52"/>
                  </a:lnTo>
                  <a:lnTo>
                    <a:pt x="44" y="65"/>
                  </a:lnTo>
                  <a:lnTo>
                    <a:pt x="39" y="85"/>
                  </a:lnTo>
                  <a:lnTo>
                    <a:pt x="52" y="100"/>
                  </a:lnTo>
                  <a:lnTo>
                    <a:pt x="79" y="139"/>
                  </a:lnTo>
                  <a:lnTo>
                    <a:pt x="94" y="149"/>
                  </a:lnTo>
                  <a:lnTo>
                    <a:pt x="94" y="187"/>
                  </a:lnTo>
                  <a:lnTo>
                    <a:pt x="102" y="192"/>
                  </a:lnTo>
                  <a:lnTo>
                    <a:pt x="104" y="226"/>
                  </a:lnTo>
                  <a:lnTo>
                    <a:pt x="92" y="234"/>
                  </a:lnTo>
                  <a:lnTo>
                    <a:pt x="74" y="251"/>
                  </a:lnTo>
                  <a:lnTo>
                    <a:pt x="57" y="266"/>
                  </a:lnTo>
                  <a:lnTo>
                    <a:pt x="64" y="276"/>
                  </a:lnTo>
                  <a:lnTo>
                    <a:pt x="57" y="289"/>
                  </a:lnTo>
                  <a:lnTo>
                    <a:pt x="62" y="306"/>
                  </a:lnTo>
                  <a:lnTo>
                    <a:pt x="94" y="281"/>
                  </a:lnTo>
                  <a:lnTo>
                    <a:pt x="122" y="259"/>
                  </a:lnTo>
                  <a:lnTo>
                    <a:pt x="129" y="246"/>
                  </a:lnTo>
                  <a:lnTo>
                    <a:pt x="134" y="202"/>
                  </a:lnTo>
                  <a:lnTo>
                    <a:pt x="126" y="162"/>
                  </a:lnTo>
                  <a:lnTo>
                    <a:pt x="99" y="135"/>
                  </a:lnTo>
                  <a:lnTo>
                    <a:pt x="69" y="97"/>
                  </a:lnTo>
                  <a:lnTo>
                    <a:pt x="69" y="72"/>
                  </a:lnTo>
                  <a:lnTo>
                    <a:pt x="77" y="62"/>
                  </a:lnTo>
                  <a:lnTo>
                    <a:pt x="99" y="48"/>
                  </a:lnTo>
                  <a:lnTo>
                    <a:pt x="72" y="8"/>
                  </a:lnTo>
                  <a:lnTo>
                    <a:pt x="44" y="0"/>
                  </a:lnTo>
                  <a:lnTo>
                    <a:pt x="27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" name="Freeform 162">
              <a:extLst>
                <a:ext uri="{FF2B5EF4-FFF2-40B4-BE49-F238E27FC236}">
                  <a16:creationId xmlns:a16="http://schemas.microsoft.com/office/drawing/2014/main" id="{E784DF61-A075-2762-83AA-AEC82463F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4194" y="4408314"/>
              <a:ext cx="250427" cy="225960"/>
            </a:xfrm>
            <a:custGeom>
              <a:avLst/>
              <a:gdLst>
                <a:gd name="T0" fmla="*/ 155 w 174"/>
                <a:gd name="T1" fmla="*/ 30 h 157"/>
                <a:gd name="T2" fmla="*/ 135 w 174"/>
                <a:gd name="T3" fmla="*/ 23 h 157"/>
                <a:gd name="T4" fmla="*/ 97 w 174"/>
                <a:gd name="T5" fmla="*/ 8 h 157"/>
                <a:gd name="T6" fmla="*/ 87 w 174"/>
                <a:gd name="T7" fmla="*/ 0 h 157"/>
                <a:gd name="T8" fmla="*/ 68 w 174"/>
                <a:gd name="T9" fmla="*/ 5 h 157"/>
                <a:gd name="T10" fmla="*/ 48 w 174"/>
                <a:gd name="T11" fmla="*/ 25 h 157"/>
                <a:gd name="T12" fmla="*/ 28 w 174"/>
                <a:gd name="T13" fmla="*/ 38 h 157"/>
                <a:gd name="T14" fmla="*/ 8 w 174"/>
                <a:gd name="T15" fmla="*/ 40 h 157"/>
                <a:gd name="T16" fmla="*/ 0 w 174"/>
                <a:gd name="T17" fmla="*/ 43 h 157"/>
                <a:gd name="T18" fmla="*/ 8 w 174"/>
                <a:gd name="T19" fmla="*/ 58 h 157"/>
                <a:gd name="T20" fmla="*/ 25 w 174"/>
                <a:gd name="T21" fmla="*/ 55 h 157"/>
                <a:gd name="T22" fmla="*/ 50 w 174"/>
                <a:gd name="T23" fmla="*/ 68 h 157"/>
                <a:gd name="T24" fmla="*/ 68 w 174"/>
                <a:gd name="T25" fmla="*/ 77 h 157"/>
                <a:gd name="T26" fmla="*/ 85 w 174"/>
                <a:gd name="T27" fmla="*/ 95 h 157"/>
                <a:gd name="T28" fmla="*/ 85 w 174"/>
                <a:gd name="T29" fmla="*/ 115 h 157"/>
                <a:gd name="T30" fmla="*/ 80 w 174"/>
                <a:gd name="T31" fmla="*/ 122 h 157"/>
                <a:gd name="T32" fmla="*/ 65 w 174"/>
                <a:gd name="T33" fmla="*/ 130 h 157"/>
                <a:gd name="T34" fmla="*/ 68 w 174"/>
                <a:gd name="T35" fmla="*/ 145 h 157"/>
                <a:gd name="T36" fmla="*/ 92 w 174"/>
                <a:gd name="T37" fmla="*/ 142 h 157"/>
                <a:gd name="T38" fmla="*/ 115 w 174"/>
                <a:gd name="T39" fmla="*/ 142 h 157"/>
                <a:gd name="T40" fmla="*/ 122 w 174"/>
                <a:gd name="T41" fmla="*/ 152 h 157"/>
                <a:gd name="T42" fmla="*/ 137 w 174"/>
                <a:gd name="T43" fmla="*/ 157 h 157"/>
                <a:gd name="T44" fmla="*/ 157 w 174"/>
                <a:gd name="T45" fmla="*/ 150 h 157"/>
                <a:gd name="T46" fmla="*/ 167 w 174"/>
                <a:gd name="T47" fmla="*/ 135 h 157"/>
                <a:gd name="T48" fmla="*/ 174 w 174"/>
                <a:gd name="T49" fmla="*/ 120 h 157"/>
                <a:gd name="T50" fmla="*/ 155 w 174"/>
                <a:gd name="T51" fmla="*/ 3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157">
                  <a:moveTo>
                    <a:pt x="155" y="30"/>
                  </a:moveTo>
                  <a:lnTo>
                    <a:pt x="135" y="23"/>
                  </a:lnTo>
                  <a:lnTo>
                    <a:pt x="97" y="8"/>
                  </a:lnTo>
                  <a:lnTo>
                    <a:pt x="87" y="0"/>
                  </a:lnTo>
                  <a:lnTo>
                    <a:pt x="68" y="5"/>
                  </a:lnTo>
                  <a:lnTo>
                    <a:pt x="48" y="25"/>
                  </a:lnTo>
                  <a:lnTo>
                    <a:pt x="28" y="38"/>
                  </a:lnTo>
                  <a:lnTo>
                    <a:pt x="8" y="40"/>
                  </a:lnTo>
                  <a:lnTo>
                    <a:pt x="0" y="43"/>
                  </a:lnTo>
                  <a:lnTo>
                    <a:pt x="8" y="58"/>
                  </a:lnTo>
                  <a:lnTo>
                    <a:pt x="25" y="55"/>
                  </a:lnTo>
                  <a:lnTo>
                    <a:pt x="50" y="68"/>
                  </a:lnTo>
                  <a:lnTo>
                    <a:pt x="68" y="77"/>
                  </a:lnTo>
                  <a:lnTo>
                    <a:pt x="85" y="95"/>
                  </a:lnTo>
                  <a:lnTo>
                    <a:pt x="85" y="115"/>
                  </a:lnTo>
                  <a:lnTo>
                    <a:pt x="80" y="122"/>
                  </a:lnTo>
                  <a:lnTo>
                    <a:pt x="65" y="130"/>
                  </a:lnTo>
                  <a:lnTo>
                    <a:pt x="68" y="145"/>
                  </a:lnTo>
                  <a:lnTo>
                    <a:pt x="92" y="142"/>
                  </a:lnTo>
                  <a:lnTo>
                    <a:pt x="115" y="142"/>
                  </a:lnTo>
                  <a:lnTo>
                    <a:pt x="122" y="152"/>
                  </a:lnTo>
                  <a:lnTo>
                    <a:pt x="137" y="157"/>
                  </a:lnTo>
                  <a:lnTo>
                    <a:pt x="157" y="150"/>
                  </a:lnTo>
                  <a:lnTo>
                    <a:pt x="167" y="135"/>
                  </a:lnTo>
                  <a:lnTo>
                    <a:pt x="174" y="120"/>
                  </a:lnTo>
                  <a:lnTo>
                    <a:pt x="155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Freeform 163">
              <a:extLst>
                <a:ext uri="{FF2B5EF4-FFF2-40B4-BE49-F238E27FC236}">
                  <a16:creationId xmlns:a16="http://schemas.microsoft.com/office/drawing/2014/main" id="{9DF6A71E-AD08-94CB-1201-E391F21F2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43" y="4283101"/>
              <a:ext cx="41737" cy="93550"/>
            </a:xfrm>
            <a:custGeom>
              <a:avLst/>
              <a:gdLst>
                <a:gd name="T0" fmla="*/ 15 w 29"/>
                <a:gd name="T1" fmla="*/ 28 h 65"/>
                <a:gd name="T2" fmla="*/ 0 w 29"/>
                <a:gd name="T3" fmla="*/ 35 h 65"/>
                <a:gd name="T4" fmla="*/ 5 w 29"/>
                <a:gd name="T5" fmla="*/ 53 h 65"/>
                <a:gd name="T6" fmla="*/ 22 w 29"/>
                <a:gd name="T7" fmla="*/ 65 h 65"/>
                <a:gd name="T8" fmla="*/ 27 w 29"/>
                <a:gd name="T9" fmla="*/ 40 h 65"/>
                <a:gd name="T10" fmla="*/ 29 w 29"/>
                <a:gd name="T11" fmla="*/ 18 h 65"/>
                <a:gd name="T12" fmla="*/ 22 w 29"/>
                <a:gd name="T13" fmla="*/ 0 h 65"/>
                <a:gd name="T14" fmla="*/ 15 w 29"/>
                <a:gd name="T15" fmla="*/ 8 h 65"/>
                <a:gd name="T16" fmla="*/ 15 w 29"/>
                <a:gd name="T17" fmla="*/ 28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65">
                  <a:moveTo>
                    <a:pt x="15" y="28"/>
                  </a:moveTo>
                  <a:lnTo>
                    <a:pt x="0" y="35"/>
                  </a:lnTo>
                  <a:lnTo>
                    <a:pt x="5" y="53"/>
                  </a:lnTo>
                  <a:lnTo>
                    <a:pt x="22" y="65"/>
                  </a:lnTo>
                  <a:lnTo>
                    <a:pt x="27" y="40"/>
                  </a:lnTo>
                  <a:lnTo>
                    <a:pt x="29" y="18"/>
                  </a:lnTo>
                  <a:lnTo>
                    <a:pt x="22" y="0"/>
                  </a:lnTo>
                  <a:lnTo>
                    <a:pt x="15" y="8"/>
                  </a:lnTo>
                  <a:lnTo>
                    <a:pt x="15" y="2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Freeform 164">
              <a:extLst>
                <a:ext uri="{FF2B5EF4-FFF2-40B4-BE49-F238E27FC236}">
                  <a16:creationId xmlns:a16="http://schemas.microsoft.com/office/drawing/2014/main" id="{5F726F1E-60AD-A7AD-0173-69EF052A0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8906" y="4441417"/>
              <a:ext cx="64765" cy="31663"/>
            </a:xfrm>
            <a:custGeom>
              <a:avLst/>
              <a:gdLst>
                <a:gd name="T0" fmla="*/ 5 w 45"/>
                <a:gd name="T1" fmla="*/ 5 h 22"/>
                <a:gd name="T2" fmla="*/ 22 w 45"/>
                <a:gd name="T3" fmla="*/ 0 h 22"/>
                <a:gd name="T4" fmla="*/ 35 w 45"/>
                <a:gd name="T5" fmla="*/ 0 h 22"/>
                <a:gd name="T6" fmla="*/ 42 w 45"/>
                <a:gd name="T7" fmla="*/ 12 h 22"/>
                <a:gd name="T8" fmla="*/ 45 w 45"/>
                <a:gd name="T9" fmla="*/ 22 h 22"/>
                <a:gd name="T10" fmla="*/ 30 w 45"/>
                <a:gd name="T11" fmla="*/ 15 h 22"/>
                <a:gd name="T12" fmla="*/ 17 w 45"/>
                <a:gd name="T13" fmla="*/ 12 h 22"/>
                <a:gd name="T14" fmla="*/ 0 w 45"/>
                <a:gd name="T15" fmla="*/ 15 h 22"/>
                <a:gd name="T16" fmla="*/ 5 w 45"/>
                <a:gd name="T1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22">
                  <a:moveTo>
                    <a:pt x="5" y="5"/>
                  </a:moveTo>
                  <a:lnTo>
                    <a:pt x="22" y="0"/>
                  </a:lnTo>
                  <a:lnTo>
                    <a:pt x="35" y="0"/>
                  </a:lnTo>
                  <a:lnTo>
                    <a:pt x="42" y="12"/>
                  </a:lnTo>
                  <a:lnTo>
                    <a:pt x="45" y="22"/>
                  </a:lnTo>
                  <a:lnTo>
                    <a:pt x="30" y="15"/>
                  </a:lnTo>
                  <a:lnTo>
                    <a:pt x="17" y="12"/>
                  </a:lnTo>
                  <a:lnTo>
                    <a:pt x="0" y="1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Freeform 165">
              <a:extLst>
                <a:ext uri="{FF2B5EF4-FFF2-40B4-BE49-F238E27FC236}">
                  <a16:creationId xmlns:a16="http://schemas.microsoft.com/office/drawing/2014/main" id="{F6FA141D-8E4B-608E-3066-B8612D289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5355" y="4415511"/>
              <a:ext cx="50374" cy="11514"/>
            </a:xfrm>
            <a:custGeom>
              <a:avLst/>
              <a:gdLst>
                <a:gd name="T0" fmla="*/ 18 w 35"/>
                <a:gd name="T1" fmla="*/ 8 h 8"/>
                <a:gd name="T2" fmla="*/ 5 w 35"/>
                <a:gd name="T3" fmla="*/ 5 h 8"/>
                <a:gd name="T4" fmla="*/ 0 w 35"/>
                <a:gd name="T5" fmla="*/ 3 h 8"/>
                <a:gd name="T6" fmla="*/ 3 w 35"/>
                <a:gd name="T7" fmla="*/ 3 h 8"/>
                <a:gd name="T8" fmla="*/ 5 w 35"/>
                <a:gd name="T9" fmla="*/ 0 h 8"/>
                <a:gd name="T10" fmla="*/ 18 w 35"/>
                <a:gd name="T11" fmla="*/ 0 h 8"/>
                <a:gd name="T12" fmla="*/ 30 w 35"/>
                <a:gd name="T13" fmla="*/ 0 h 8"/>
                <a:gd name="T14" fmla="*/ 33 w 35"/>
                <a:gd name="T15" fmla="*/ 3 h 8"/>
                <a:gd name="T16" fmla="*/ 35 w 35"/>
                <a:gd name="T17" fmla="*/ 3 h 8"/>
                <a:gd name="T18" fmla="*/ 30 w 35"/>
                <a:gd name="T19" fmla="*/ 5 h 8"/>
                <a:gd name="T20" fmla="*/ 20 w 35"/>
                <a:gd name="T21" fmla="*/ 8 h 8"/>
                <a:gd name="T22" fmla="*/ 18 w 35"/>
                <a:gd name="T2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8">
                  <a:moveTo>
                    <a:pt x="18" y="8"/>
                  </a:moveTo>
                  <a:lnTo>
                    <a:pt x="5" y="5"/>
                  </a:lnTo>
                  <a:lnTo>
                    <a:pt x="0" y="3"/>
                  </a:lnTo>
                  <a:lnTo>
                    <a:pt x="3" y="3"/>
                  </a:lnTo>
                  <a:lnTo>
                    <a:pt x="5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35" y="3"/>
                  </a:lnTo>
                  <a:lnTo>
                    <a:pt x="30" y="5"/>
                  </a:lnTo>
                  <a:lnTo>
                    <a:pt x="20" y="8"/>
                  </a:lnTo>
                  <a:lnTo>
                    <a:pt x="18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3" name="Freeform 166">
              <a:extLst>
                <a:ext uri="{FF2B5EF4-FFF2-40B4-BE49-F238E27FC236}">
                  <a16:creationId xmlns:a16="http://schemas.microsoft.com/office/drawing/2014/main" id="{3E9ACDDA-6F6E-8BFF-7C67-8B72B92C3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5355" y="4415511"/>
              <a:ext cx="50374" cy="11514"/>
            </a:xfrm>
            <a:custGeom>
              <a:avLst/>
              <a:gdLst>
                <a:gd name="T0" fmla="*/ 18 w 35"/>
                <a:gd name="T1" fmla="*/ 8 h 8"/>
                <a:gd name="T2" fmla="*/ 5 w 35"/>
                <a:gd name="T3" fmla="*/ 5 h 8"/>
                <a:gd name="T4" fmla="*/ 0 w 35"/>
                <a:gd name="T5" fmla="*/ 3 h 8"/>
                <a:gd name="T6" fmla="*/ 3 w 35"/>
                <a:gd name="T7" fmla="*/ 3 h 8"/>
                <a:gd name="T8" fmla="*/ 5 w 35"/>
                <a:gd name="T9" fmla="*/ 0 h 8"/>
                <a:gd name="T10" fmla="*/ 18 w 35"/>
                <a:gd name="T11" fmla="*/ 0 h 8"/>
                <a:gd name="T12" fmla="*/ 30 w 35"/>
                <a:gd name="T13" fmla="*/ 0 h 8"/>
                <a:gd name="T14" fmla="*/ 33 w 35"/>
                <a:gd name="T15" fmla="*/ 3 h 8"/>
                <a:gd name="T16" fmla="*/ 35 w 35"/>
                <a:gd name="T17" fmla="*/ 3 h 8"/>
                <a:gd name="T18" fmla="*/ 30 w 35"/>
                <a:gd name="T19" fmla="*/ 5 h 8"/>
                <a:gd name="T20" fmla="*/ 18 w 35"/>
                <a:gd name="T2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8">
                  <a:moveTo>
                    <a:pt x="18" y="8"/>
                  </a:moveTo>
                  <a:lnTo>
                    <a:pt x="5" y="5"/>
                  </a:lnTo>
                  <a:lnTo>
                    <a:pt x="0" y="3"/>
                  </a:lnTo>
                  <a:lnTo>
                    <a:pt x="3" y="3"/>
                  </a:lnTo>
                  <a:lnTo>
                    <a:pt x="5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35" y="3"/>
                  </a:lnTo>
                  <a:lnTo>
                    <a:pt x="30" y="5"/>
                  </a:lnTo>
                  <a:lnTo>
                    <a:pt x="18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4" name="Freeform 167">
              <a:extLst>
                <a:ext uri="{FF2B5EF4-FFF2-40B4-BE49-F238E27FC236}">
                  <a16:creationId xmlns:a16="http://schemas.microsoft.com/office/drawing/2014/main" id="{7C221640-CD42-4F9A-B118-AFAA93E7D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5708" y="4386726"/>
              <a:ext cx="64765" cy="43177"/>
            </a:xfrm>
            <a:custGeom>
              <a:avLst/>
              <a:gdLst>
                <a:gd name="T0" fmla="*/ 17 w 45"/>
                <a:gd name="T1" fmla="*/ 30 h 30"/>
                <a:gd name="T2" fmla="*/ 0 w 45"/>
                <a:gd name="T3" fmla="*/ 30 h 30"/>
                <a:gd name="T4" fmla="*/ 5 w 45"/>
                <a:gd name="T5" fmla="*/ 15 h 30"/>
                <a:gd name="T6" fmla="*/ 12 w 45"/>
                <a:gd name="T7" fmla="*/ 0 h 30"/>
                <a:gd name="T8" fmla="*/ 30 w 45"/>
                <a:gd name="T9" fmla="*/ 5 h 30"/>
                <a:gd name="T10" fmla="*/ 45 w 45"/>
                <a:gd name="T11" fmla="*/ 8 h 30"/>
                <a:gd name="T12" fmla="*/ 40 w 45"/>
                <a:gd name="T13" fmla="*/ 20 h 30"/>
                <a:gd name="T14" fmla="*/ 30 w 45"/>
                <a:gd name="T15" fmla="*/ 30 h 30"/>
                <a:gd name="T16" fmla="*/ 17 w 45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30">
                  <a:moveTo>
                    <a:pt x="17" y="30"/>
                  </a:moveTo>
                  <a:lnTo>
                    <a:pt x="0" y="30"/>
                  </a:lnTo>
                  <a:lnTo>
                    <a:pt x="5" y="15"/>
                  </a:lnTo>
                  <a:lnTo>
                    <a:pt x="12" y="0"/>
                  </a:lnTo>
                  <a:lnTo>
                    <a:pt x="30" y="5"/>
                  </a:lnTo>
                  <a:lnTo>
                    <a:pt x="45" y="8"/>
                  </a:lnTo>
                  <a:lnTo>
                    <a:pt x="40" y="20"/>
                  </a:lnTo>
                  <a:lnTo>
                    <a:pt x="30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5" name="Freeform 168">
              <a:extLst>
                <a:ext uri="{FF2B5EF4-FFF2-40B4-BE49-F238E27FC236}">
                  <a16:creationId xmlns:a16="http://schemas.microsoft.com/office/drawing/2014/main" id="{DA08C046-0302-5142-5A99-0024194B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9268" y="3779369"/>
              <a:ext cx="50373" cy="71962"/>
            </a:xfrm>
            <a:custGeom>
              <a:avLst/>
              <a:gdLst>
                <a:gd name="T0" fmla="*/ 12 w 35"/>
                <a:gd name="T1" fmla="*/ 10 h 50"/>
                <a:gd name="T2" fmla="*/ 0 w 35"/>
                <a:gd name="T3" fmla="*/ 27 h 50"/>
                <a:gd name="T4" fmla="*/ 3 w 35"/>
                <a:gd name="T5" fmla="*/ 50 h 50"/>
                <a:gd name="T6" fmla="*/ 17 w 35"/>
                <a:gd name="T7" fmla="*/ 50 h 50"/>
                <a:gd name="T8" fmla="*/ 35 w 35"/>
                <a:gd name="T9" fmla="*/ 30 h 50"/>
                <a:gd name="T10" fmla="*/ 22 w 35"/>
                <a:gd name="T11" fmla="*/ 0 h 50"/>
                <a:gd name="T12" fmla="*/ 12 w 35"/>
                <a:gd name="T13" fmla="*/ 1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50">
                  <a:moveTo>
                    <a:pt x="12" y="10"/>
                  </a:moveTo>
                  <a:lnTo>
                    <a:pt x="0" y="27"/>
                  </a:lnTo>
                  <a:lnTo>
                    <a:pt x="3" y="50"/>
                  </a:lnTo>
                  <a:lnTo>
                    <a:pt x="17" y="50"/>
                  </a:lnTo>
                  <a:lnTo>
                    <a:pt x="35" y="30"/>
                  </a:lnTo>
                  <a:lnTo>
                    <a:pt x="22" y="0"/>
                  </a:lnTo>
                  <a:lnTo>
                    <a:pt x="12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6" name="Freeform 169">
              <a:extLst>
                <a:ext uri="{FF2B5EF4-FFF2-40B4-BE49-F238E27FC236}">
                  <a16:creationId xmlns:a16="http://schemas.microsoft.com/office/drawing/2014/main" id="{5716C97A-EC44-553B-B690-20E39A6D2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247" y="4190990"/>
              <a:ext cx="28785" cy="38859"/>
            </a:xfrm>
            <a:custGeom>
              <a:avLst/>
              <a:gdLst>
                <a:gd name="T0" fmla="*/ 17 w 20"/>
                <a:gd name="T1" fmla="*/ 0 h 27"/>
                <a:gd name="T2" fmla="*/ 5 w 20"/>
                <a:gd name="T3" fmla="*/ 7 h 27"/>
                <a:gd name="T4" fmla="*/ 0 w 20"/>
                <a:gd name="T5" fmla="*/ 27 h 27"/>
                <a:gd name="T6" fmla="*/ 15 w 20"/>
                <a:gd name="T7" fmla="*/ 20 h 27"/>
                <a:gd name="T8" fmla="*/ 20 w 20"/>
                <a:gd name="T9" fmla="*/ 7 h 27"/>
                <a:gd name="T10" fmla="*/ 17 w 20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7">
                  <a:moveTo>
                    <a:pt x="17" y="0"/>
                  </a:moveTo>
                  <a:lnTo>
                    <a:pt x="5" y="7"/>
                  </a:lnTo>
                  <a:lnTo>
                    <a:pt x="0" y="27"/>
                  </a:lnTo>
                  <a:lnTo>
                    <a:pt x="15" y="20"/>
                  </a:lnTo>
                  <a:lnTo>
                    <a:pt x="20" y="7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7" name="Freeform 170">
              <a:extLst>
                <a:ext uri="{FF2B5EF4-FFF2-40B4-BE49-F238E27FC236}">
                  <a16:creationId xmlns:a16="http://schemas.microsoft.com/office/drawing/2014/main" id="{FC7C17B1-3306-DA96-66BA-975DFDD07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5511" y="3160498"/>
              <a:ext cx="505171" cy="461994"/>
            </a:xfrm>
            <a:custGeom>
              <a:avLst/>
              <a:gdLst>
                <a:gd name="T0" fmla="*/ 0 w 351"/>
                <a:gd name="T1" fmla="*/ 7 h 321"/>
                <a:gd name="T2" fmla="*/ 17 w 351"/>
                <a:gd name="T3" fmla="*/ 55 h 321"/>
                <a:gd name="T4" fmla="*/ 25 w 351"/>
                <a:gd name="T5" fmla="*/ 92 h 321"/>
                <a:gd name="T6" fmla="*/ 40 w 351"/>
                <a:gd name="T7" fmla="*/ 112 h 321"/>
                <a:gd name="T8" fmla="*/ 27 w 351"/>
                <a:gd name="T9" fmla="*/ 139 h 321"/>
                <a:gd name="T10" fmla="*/ 47 w 351"/>
                <a:gd name="T11" fmla="*/ 164 h 321"/>
                <a:gd name="T12" fmla="*/ 72 w 351"/>
                <a:gd name="T13" fmla="*/ 164 h 321"/>
                <a:gd name="T14" fmla="*/ 70 w 351"/>
                <a:gd name="T15" fmla="*/ 196 h 321"/>
                <a:gd name="T16" fmla="*/ 82 w 351"/>
                <a:gd name="T17" fmla="*/ 216 h 321"/>
                <a:gd name="T18" fmla="*/ 107 w 351"/>
                <a:gd name="T19" fmla="*/ 221 h 321"/>
                <a:gd name="T20" fmla="*/ 117 w 351"/>
                <a:gd name="T21" fmla="*/ 231 h 321"/>
                <a:gd name="T22" fmla="*/ 137 w 351"/>
                <a:gd name="T23" fmla="*/ 261 h 321"/>
                <a:gd name="T24" fmla="*/ 152 w 351"/>
                <a:gd name="T25" fmla="*/ 273 h 321"/>
                <a:gd name="T26" fmla="*/ 214 w 351"/>
                <a:gd name="T27" fmla="*/ 288 h 321"/>
                <a:gd name="T28" fmla="*/ 234 w 351"/>
                <a:gd name="T29" fmla="*/ 281 h 321"/>
                <a:gd name="T30" fmla="*/ 259 w 351"/>
                <a:gd name="T31" fmla="*/ 321 h 321"/>
                <a:gd name="T32" fmla="*/ 323 w 351"/>
                <a:gd name="T33" fmla="*/ 321 h 321"/>
                <a:gd name="T34" fmla="*/ 341 w 351"/>
                <a:gd name="T35" fmla="*/ 298 h 321"/>
                <a:gd name="T36" fmla="*/ 346 w 351"/>
                <a:gd name="T37" fmla="*/ 273 h 321"/>
                <a:gd name="T38" fmla="*/ 326 w 351"/>
                <a:gd name="T39" fmla="*/ 253 h 321"/>
                <a:gd name="T40" fmla="*/ 308 w 351"/>
                <a:gd name="T41" fmla="*/ 226 h 321"/>
                <a:gd name="T42" fmla="*/ 311 w 351"/>
                <a:gd name="T43" fmla="*/ 194 h 321"/>
                <a:gd name="T44" fmla="*/ 293 w 351"/>
                <a:gd name="T45" fmla="*/ 149 h 321"/>
                <a:gd name="T46" fmla="*/ 296 w 351"/>
                <a:gd name="T47" fmla="*/ 82 h 321"/>
                <a:gd name="T48" fmla="*/ 244 w 351"/>
                <a:gd name="T49" fmla="*/ 50 h 321"/>
                <a:gd name="T50" fmla="*/ 191 w 351"/>
                <a:gd name="T51" fmla="*/ 42 h 321"/>
                <a:gd name="T52" fmla="*/ 167 w 351"/>
                <a:gd name="T53" fmla="*/ 64 h 321"/>
                <a:gd name="T54" fmla="*/ 139 w 351"/>
                <a:gd name="T55" fmla="*/ 82 h 321"/>
                <a:gd name="T56" fmla="*/ 97 w 351"/>
                <a:gd name="T57" fmla="*/ 62 h 321"/>
                <a:gd name="T58" fmla="*/ 75 w 351"/>
                <a:gd name="T59" fmla="*/ 27 h 321"/>
                <a:gd name="T60" fmla="*/ 57 w 351"/>
                <a:gd name="T61" fmla="*/ 10 h 321"/>
                <a:gd name="T62" fmla="*/ 30 w 351"/>
                <a:gd name="T63" fmla="*/ 25 h 321"/>
                <a:gd name="T64" fmla="*/ 8 w 351"/>
                <a:gd name="T65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1" h="321">
                  <a:moveTo>
                    <a:pt x="8" y="0"/>
                  </a:moveTo>
                  <a:lnTo>
                    <a:pt x="0" y="7"/>
                  </a:lnTo>
                  <a:lnTo>
                    <a:pt x="8" y="30"/>
                  </a:lnTo>
                  <a:lnTo>
                    <a:pt x="17" y="55"/>
                  </a:lnTo>
                  <a:lnTo>
                    <a:pt x="22" y="77"/>
                  </a:lnTo>
                  <a:lnTo>
                    <a:pt x="25" y="92"/>
                  </a:lnTo>
                  <a:lnTo>
                    <a:pt x="42" y="94"/>
                  </a:lnTo>
                  <a:lnTo>
                    <a:pt x="40" y="112"/>
                  </a:lnTo>
                  <a:lnTo>
                    <a:pt x="27" y="122"/>
                  </a:lnTo>
                  <a:lnTo>
                    <a:pt x="27" y="139"/>
                  </a:lnTo>
                  <a:lnTo>
                    <a:pt x="45" y="147"/>
                  </a:lnTo>
                  <a:lnTo>
                    <a:pt x="47" y="164"/>
                  </a:lnTo>
                  <a:lnTo>
                    <a:pt x="60" y="166"/>
                  </a:lnTo>
                  <a:lnTo>
                    <a:pt x="72" y="164"/>
                  </a:lnTo>
                  <a:lnTo>
                    <a:pt x="75" y="179"/>
                  </a:lnTo>
                  <a:lnTo>
                    <a:pt x="70" y="196"/>
                  </a:lnTo>
                  <a:lnTo>
                    <a:pt x="80" y="201"/>
                  </a:lnTo>
                  <a:lnTo>
                    <a:pt x="82" y="216"/>
                  </a:lnTo>
                  <a:lnTo>
                    <a:pt x="90" y="224"/>
                  </a:lnTo>
                  <a:lnTo>
                    <a:pt x="107" y="221"/>
                  </a:lnTo>
                  <a:lnTo>
                    <a:pt x="109" y="214"/>
                  </a:lnTo>
                  <a:lnTo>
                    <a:pt x="117" y="231"/>
                  </a:lnTo>
                  <a:lnTo>
                    <a:pt x="122" y="256"/>
                  </a:lnTo>
                  <a:lnTo>
                    <a:pt x="137" y="261"/>
                  </a:lnTo>
                  <a:lnTo>
                    <a:pt x="137" y="271"/>
                  </a:lnTo>
                  <a:lnTo>
                    <a:pt x="152" y="273"/>
                  </a:lnTo>
                  <a:lnTo>
                    <a:pt x="159" y="286"/>
                  </a:lnTo>
                  <a:lnTo>
                    <a:pt x="214" y="288"/>
                  </a:lnTo>
                  <a:lnTo>
                    <a:pt x="221" y="276"/>
                  </a:lnTo>
                  <a:lnTo>
                    <a:pt x="234" y="281"/>
                  </a:lnTo>
                  <a:lnTo>
                    <a:pt x="239" y="308"/>
                  </a:lnTo>
                  <a:lnTo>
                    <a:pt x="259" y="321"/>
                  </a:lnTo>
                  <a:lnTo>
                    <a:pt x="311" y="318"/>
                  </a:lnTo>
                  <a:lnTo>
                    <a:pt x="323" y="321"/>
                  </a:lnTo>
                  <a:lnTo>
                    <a:pt x="326" y="303"/>
                  </a:lnTo>
                  <a:lnTo>
                    <a:pt x="341" y="298"/>
                  </a:lnTo>
                  <a:lnTo>
                    <a:pt x="351" y="286"/>
                  </a:lnTo>
                  <a:lnTo>
                    <a:pt x="346" y="273"/>
                  </a:lnTo>
                  <a:lnTo>
                    <a:pt x="331" y="273"/>
                  </a:lnTo>
                  <a:lnTo>
                    <a:pt x="326" y="253"/>
                  </a:lnTo>
                  <a:lnTo>
                    <a:pt x="306" y="243"/>
                  </a:lnTo>
                  <a:lnTo>
                    <a:pt x="308" y="226"/>
                  </a:lnTo>
                  <a:lnTo>
                    <a:pt x="318" y="214"/>
                  </a:lnTo>
                  <a:lnTo>
                    <a:pt x="311" y="194"/>
                  </a:lnTo>
                  <a:lnTo>
                    <a:pt x="291" y="194"/>
                  </a:lnTo>
                  <a:lnTo>
                    <a:pt x="293" y="149"/>
                  </a:lnTo>
                  <a:lnTo>
                    <a:pt x="291" y="122"/>
                  </a:lnTo>
                  <a:lnTo>
                    <a:pt x="296" y="82"/>
                  </a:lnTo>
                  <a:lnTo>
                    <a:pt x="271" y="69"/>
                  </a:lnTo>
                  <a:lnTo>
                    <a:pt x="244" y="50"/>
                  </a:lnTo>
                  <a:lnTo>
                    <a:pt x="224" y="47"/>
                  </a:lnTo>
                  <a:lnTo>
                    <a:pt x="191" y="42"/>
                  </a:lnTo>
                  <a:lnTo>
                    <a:pt x="184" y="57"/>
                  </a:lnTo>
                  <a:lnTo>
                    <a:pt x="167" y="64"/>
                  </a:lnTo>
                  <a:lnTo>
                    <a:pt x="149" y="72"/>
                  </a:lnTo>
                  <a:lnTo>
                    <a:pt x="139" y="82"/>
                  </a:lnTo>
                  <a:lnTo>
                    <a:pt x="117" y="77"/>
                  </a:lnTo>
                  <a:lnTo>
                    <a:pt x="97" y="62"/>
                  </a:lnTo>
                  <a:lnTo>
                    <a:pt x="80" y="50"/>
                  </a:lnTo>
                  <a:lnTo>
                    <a:pt x="75" y="27"/>
                  </a:lnTo>
                  <a:lnTo>
                    <a:pt x="67" y="5"/>
                  </a:lnTo>
                  <a:lnTo>
                    <a:pt x="57" y="10"/>
                  </a:lnTo>
                  <a:lnTo>
                    <a:pt x="52" y="25"/>
                  </a:lnTo>
                  <a:lnTo>
                    <a:pt x="30" y="25"/>
                  </a:lnTo>
                  <a:lnTo>
                    <a:pt x="22" y="1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8" name="Freeform 172">
              <a:extLst>
                <a:ext uri="{FF2B5EF4-FFF2-40B4-BE49-F238E27FC236}">
                  <a16:creationId xmlns:a16="http://schemas.microsoft.com/office/drawing/2014/main" id="{690CB616-1F46-8B57-81DA-3F9433475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3977" y="3589390"/>
              <a:ext cx="25906" cy="46056"/>
            </a:xfrm>
            <a:custGeom>
              <a:avLst/>
              <a:gdLst>
                <a:gd name="T0" fmla="*/ 13 w 18"/>
                <a:gd name="T1" fmla="*/ 32 h 32"/>
                <a:gd name="T2" fmla="*/ 3 w 18"/>
                <a:gd name="T3" fmla="*/ 23 h 32"/>
                <a:gd name="T4" fmla="*/ 0 w 18"/>
                <a:gd name="T5" fmla="*/ 0 h 32"/>
                <a:gd name="T6" fmla="*/ 13 w 18"/>
                <a:gd name="T7" fmla="*/ 5 h 32"/>
                <a:gd name="T8" fmla="*/ 18 w 18"/>
                <a:gd name="T9" fmla="*/ 15 h 32"/>
                <a:gd name="T10" fmla="*/ 15 w 18"/>
                <a:gd name="T11" fmla="*/ 32 h 32"/>
                <a:gd name="T12" fmla="*/ 13 w 1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32">
                  <a:moveTo>
                    <a:pt x="13" y="32"/>
                  </a:moveTo>
                  <a:lnTo>
                    <a:pt x="3" y="23"/>
                  </a:lnTo>
                  <a:lnTo>
                    <a:pt x="0" y="0"/>
                  </a:lnTo>
                  <a:lnTo>
                    <a:pt x="13" y="5"/>
                  </a:lnTo>
                  <a:lnTo>
                    <a:pt x="18" y="15"/>
                  </a:lnTo>
                  <a:lnTo>
                    <a:pt x="15" y="32"/>
                  </a:lnTo>
                  <a:lnTo>
                    <a:pt x="13" y="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9" name="Freeform 173">
              <a:extLst>
                <a:ext uri="{FF2B5EF4-FFF2-40B4-BE49-F238E27FC236}">
                  <a16:creationId xmlns:a16="http://schemas.microsoft.com/office/drawing/2014/main" id="{DE9665F7-C006-005A-0D47-5065A75EC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3977" y="3589390"/>
              <a:ext cx="25906" cy="46056"/>
            </a:xfrm>
            <a:custGeom>
              <a:avLst/>
              <a:gdLst>
                <a:gd name="T0" fmla="*/ 13 w 18"/>
                <a:gd name="T1" fmla="*/ 32 h 32"/>
                <a:gd name="T2" fmla="*/ 3 w 18"/>
                <a:gd name="T3" fmla="*/ 23 h 32"/>
                <a:gd name="T4" fmla="*/ 0 w 18"/>
                <a:gd name="T5" fmla="*/ 0 h 32"/>
                <a:gd name="T6" fmla="*/ 13 w 18"/>
                <a:gd name="T7" fmla="*/ 5 h 32"/>
                <a:gd name="T8" fmla="*/ 18 w 18"/>
                <a:gd name="T9" fmla="*/ 15 h 32"/>
                <a:gd name="T10" fmla="*/ 13 w 18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2">
                  <a:moveTo>
                    <a:pt x="13" y="32"/>
                  </a:moveTo>
                  <a:lnTo>
                    <a:pt x="3" y="23"/>
                  </a:lnTo>
                  <a:lnTo>
                    <a:pt x="0" y="0"/>
                  </a:lnTo>
                  <a:lnTo>
                    <a:pt x="13" y="5"/>
                  </a:lnTo>
                  <a:lnTo>
                    <a:pt x="18" y="15"/>
                  </a:lnTo>
                  <a:lnTo>
                    <a:pt x="13" y="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0" name="Freeform 174">
              <a:extLst>
                <a:ext uri="{FF2B5EF4-FFF2-40B4-BE49-F238E27FC236}">
                  <a16:creationId xmlns:a16="http://schemas.microsoft.com/office/drawing/2014/main" id="{7CA02A86-48C2-A45D-A425-14D3B1AF3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471" y="3639763"/>
              <a:ext cx="192858" cy="246110"/>
            </a:xfrm>
            <a:custGeom>
              <a:avLst/>
              <a:gdLst>
                <a:gd name="T0" fmla="*/ 47 w 134"/>
                <a:gd name="T1" fmla="*/ 40 h 171"/>
                <a:gd name="T2" fmla="*/ 62 w 134"/>
                <a:gd name="T3" fmla="*/ 62 h 171"/>
                <a:gd name="T4" fmla="*/ 49 w 134"/>
                <a:gd name="T5" fmla="*/ 112 h 171"/>
                <a:gd name="T6" fmla="*/ 0 w 134"/>
                <a:gd name="T7" fmla="*/ 122 h 171"/>
                <a:gd name="T8" fmla="*/ 7 w 134"/>
                <a:gd name="T9" fmla="*/ 144 h 171"/>
                <a:gd name="T10" fmla="*/ 17 w 134"/>
                <a:gd name="T11" fmla="*/ 171 h 171"/>
                <a:gd name="T12" fmla="*/ 49 w 134"/>
                <a:gd name="T13" fmla="*/ 167 h 171"/>
                <a:gd name="T14" fmla="*/ 59 w 134"/>
                <a:gd name="T15" fmla="*/ 149 h 171"/>
                <a:gd name="T16" fmla="*/ 74 w 134"/>
                <a:gd name="T17" fmla="*/ 144 h 171"/>
                <a:gd name="T18" fmla="*/ 84 w 134"/>
                <a:gd name="T19" fmla="*/ 134 h 171"/>
                <a:gd name="T20" fmla="*/ 104 w 134"/>
                <a:gd name="T21" fmla="*/ 129 h 171"/>
                <a:gd name="T22" fmla="*/ 107 w 134"/>
                <a:gd name="T23" fmla="*/ 94 h 171"/>
                <a:gd name="T24" fmla="*/ 114 w 134"/>
                <a:gd name="T25" fmla="*/ 82 h 171"/>
                <a:gd name="T26" fmla="*/ 129 w 134"/>
                <a:gd name="T27" fmla="*/ 75 h 171"/>
                <a:gd name="T28" fmla="*/ 134 w 134"/>
                <a:gd name="T29" fmla="*/ 40 h 171"/>
                <a:gd name="T30" fmla="*/ 117 w 134"/>
                <a:gd name="T31" fmla="*/ 37 h 171"/>
                <a:gd name="T32" fmla="*/ 117 w 134"/>
                <a:gd name="T33" fmla="*/ 20 h 171"/>
                <a:gd name="T34" fmla="*/ 84 w 134"/>
                <a:gd name="T35" fmla="*/ 15 h 171"/>
                <a:gd name="T36" fmla="*/ 72 w 134"/>
                <a:gd name="T37" fmla="*/ 0 h 171"/>
                <a:gd name="T38" fmla="*/ 47 w 134"/>
                <a:gd name="T39" fmla="*/ 4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4" h="171">
                  <a:moveTo>
                    <a:pt x="47" y="40"/>
                  </a:moveTo>
                  <a:lnTo>
                    <a:pt x="62" y="62"/>
                  </a:lnTo>
                  <a:lnTo>
                    <a:pt x="49" y="112"/>
                  </a:lnTo>
                  <a:lnTo>
                    <a:pt x="0" y="122"/>
                  </a:lnTo>
                  <a:lnTo>
                    <a:pt x="7" y="144"/>
                  </a:lnTo>
                  <a:lnTo>
                    <a:pt x="17" y="171"/>
                  </a:lnTo>
                  <a:lnTo>
                    <a:pt x="49" y="167"/>
                  </a:lnTo>
                  <a:lnTo>
                    <a:pt x="59" y="149"/>
                  </a:lnTo>
                  <a:lnTo>
                    <a:pt x="74" y="144"/>
                  </a:lnTo>
                  <a:lnTo>
                    <a:pt x="84" y="134"/>
                  </a:lnTo>
                  <a:lnTo>
                    <a:pt x="104" y="129"/>
                  </a:lnTo>
                  <a:lnTo>
                    <a:pt x="107" y="94"/>
                  </a:lnTo>
                  <a:lnTo>
                    <a:pt x="114" y="82"/>
                  </a:lnTo>
                  <a:lnTo>
                    <a:pt x="129" y="75"/>
                  </a:lnTo>
                  <a:lnTo>
                    <a:pt x="134" y="40"/>
                  </a:lnTo>
                  <a:lnTo>
                    <a:pt x="117" y="37"/>
                  </a:lnTo>
                  <a:lnTo>
                    <a:pt x="117" y="20"/>
                  </a:lnTo>
                  <a:lnTo>
                    <a:pt x="84" y="15"/>
                  </a:lnTo>
                  <a:lnTo>
                    <a:pt x="72" y="0"/>
                  </a:lnTo>
                  <a:lnTo>
                    <a:pt x="47" y="4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1" name="Freeform 175">
              <a:extLst>
                <a:ext uri="{FF2B5EF4-FFF2-40B4-BE49-F238E27FC236}">
                  <a16:creationId xmlns:a16="http://schemas.microsoft.com/office/drawing/2014/main" id="{A6052B13-E31B-277B-F025-EB18B061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2686" y="3608099"/>
              <a:ext cx="132410" cy="89233"/>
            </a:xfrm>
            <a:custGeom>
              <a:avLst/>
              <a:gdLst>
                <a:gd name="T0" fmla="*/ 0 w 92"/>
                <a:gd name="T1" fmla="*/ 19 h 62"/>
                <a:gd name="T2" fmla="*/ 12 w 92"/>
                <a:gd name="T3" fmla="*/ 59 h 62"/>
                <a:gd name="T4" fmla="*/ 67 w 92"/>
                <a:gd name="T5" fmla="*/ 62 h 62"/>
                <a:gd name="T6" fmla="*/ 92 w 92"/>
                <a:gd name="T7" fmla="*/ 22 h 62"/>
                <a:gd name="T8" fmla="*/ 87 w 92"/>
                <a:gd name="T9" fmla="*/ 0 h 62"/>
                <a:gd name="T10" fmla="*/ 72 w 92"/>
                <a:gd name="T11" fmla="*/ 17 h 62"/>
                <a:gd name="T12" fmla="*/ 59 w 92"/>
                <a:gd name="T13" fmla="*/ 32 h 62"/>
                <a:gd name="T14" fmla="*/ 30 w 92"/>
                <a:gd name="T15" fmla="*/ 37 h 62"/>
                <a:gd name="T16" fmla="*/ 15 w 92"/>
                <a:gd name="T17" fmla="*/ 29 h 62"/>
                <a:gd name="T18" fmla="*/ 0 w 92"/>
                <a:gd name="T19" fmla="*/ 1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" h="62">
                  <a:moveTo>
                    <a:pt x="0" y="19"/>
                  </a:moveTo>
                  <a:lnTo>
                    <a:pt x="12" y="59"/>
                  </a:lnTo>
                  <a:lnTo>
                    <a:pt x="67" y="62"/>
                  </a:lnTo>
                  <a:lnTo>
                    <a:pt x="92" y="22"/>
                  </a:lnTo>
                  <a:lnTo>
                    <a:pt x="87" y="0"/>
                  </a:lnTo>
                  <a:lnTo>
                    <a:pt x="72" y="17"/>
                  </a:lnTo>
                  <a:lnTo>
                    <a:pt x="59" y="32"/>
                  </a:lnTo>
                  <a:lnTo>
                    <a:pt x="30" y="37"/>
                  </a:lnTo>
                  <a:lnTo>
                    <a:pt x="15" y="2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2" name="Freeform 176">
              <a:extLst>
                <a:ext uri="{FF2B5EF4-FFF2-40B4-BE49-F238E27FC236}">
                  <a16:creationId xmlns:a16="http://schemas.microsoft.com/office/drawing/2014/main" id="{0FDCE066-2117-78CB-13FB-81E1D493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102" y="3249730"/>
              <a:ext cx="250427" cy="286407"/>
            </a:xfrm>
            <a:custGeom>
              <a:avLst/>
              <a:gdLst>
                <a:gd name="T0" fmla="*/ 134 w 174"/>
                <a:gd name="T1" fmla="*/ 199 h 199"/>
                <a:gd name="T2" fmla="*/ 124 w 174"/>
                <a:gd name="T3" fmla="*/ 191 h 199"/>
                <a:gd name="T4" fmla="*/ 105 w 174"/>
                <a:gd name="T5" fmla="*/ 179 h 199"/>
                <a:gd name="T6" fmla="*/ 87 w 174"/>
                <a:gd name="T7" fmla="*/ 152 h 199"/>
                <a:gd name="T8" fmla="*/ 75 w 174"/>
                <a:gd name="T9" fmla="*/ 147 h 199"/>
                <a:gd name="T10" fmla="*/ 62 w 174"/>
                <a:gd name="T11" fmla="*/ 127 h 199"/>
                <a:gd name="T12" fmla="*/ 42 w 174"/>
                <a:gd name="T13" fmla="*/ 129 h 199"/>
                <a:gd name="T14" fmla="*/ 30 w 174"/>
                <a:gd name="T15" fmla="*/ 119 h 199"/>
                <a:gd name="T16" fmla="*/ 17 w 174"/>
                <a:gd name="T17" fmla="*/ 109 h 199"/>
                <a:gd name="T18" fmla="*/ 10 w 174"/>
                <a:gd name="T19" fmla="*/ 112 h 199"/>
                <a:gd name="T20" fmla="*/ 0 w 174"/>
                <a:gd name="T21" fmla="*/ 94 h 199"/>
                <a:gd name="T22" fmla="*/ 17 w 174"/>
                <a:gd name="T23" fmla="*/ 82 h 199"/>
                <a:gd name="T24" fmla="*/ 42 w 174"/>
                <a:gd name="T25" fmla="*/ 67 h 199"/>
                <a:gd name="T26" fmla="*/ 45 w 174"/>
                <a:gd name="T27" fmla="*/ 50 h 199"/>
                <a:gd name="T28" fmla="*/ 45 w 174"/>
                <a:gd name="T29" fmla="*/ 27 h 199"/>
                <a:gd name="T30" fmla="*/ 57 w 174"/>
                <a:gd name="T31" fmla="*/ 17 h 199"/>
                <a:gd name="T32" fmla="*/ 70 w 174"/>
                <a:gd name="T33" fmla="*/ 5 h 199"/>
                <a:gd name="T34" fmla="*/ 85 w 174"/>
                <a:gd name="T35" fmla="*/ 0 h 199"/>
                <a:gd name="T36" fmla="*/ 92 w 174"/>
                <a:gd name="T37" fmla="*/ 12 h 199"/>
                <a:gd name="T38" fmla="*/ 114 w 174"/>
                <a:gd name="T39" fmla="*/ 15 h 199"/>
                <a:gd name="T40" fmla="*/ 117 w 174"/>
                <a:gd name="T41" fmla="*/ 30 h 199"/>
                <a:gd name="T42" fmla="*/ 134 w 174"/>
                <a:gd name="T43" fmla="*/ 32 h 199"/>
                <a:gd name="T44" fmla="*/ 132 w 174"/>
                <a:gd name="T45" fmla="*/ 50 h 199"/>
                <a:gd name="T46" fmla="*/ 119 w 174"/>
                <a:gd name="T47" fmla="*/ 60 h 199"/>
                <a:gd name="T48" fmla="*/ 119 w 174"/>
                <a:gd name="T49" fmla="*/ 77 h 199"/>
                <a:gd name="T50" fmla="*/ 137 w 174"/>
                <a:gd name="T51" fmla="*/ 85 h 199"/>
                <a:gd name="T52" fmla="*/ 139 w 174"/>
                <a:gd name="T53" fmla="*/ 102 h 199"/>
                <a:gd name="T54" fmla="*/ 152 w 174"/>
                <a:gd name="T55" fmla="*/ 104 h 199"/>
                <a:gd name="T56" fmla="*/ 164 w 174"/>
                <a:gd name="T57" fmla="*/ 102 h 199"/>
                <a:gd name="T58" fmla="*/ 167 w 174"/>
                <a:gd name="T59" fmla="*/ 117 h 199"/>
                <a:gd name="T60" fmla="*/ 162 w 174"/>
                <a:gd name="T61" fmla="*/ 134 h 199"/>
                <a:gd name="T62" fmla="*/ 172 w 174"/>
                <a:gd name="T63" fmla="*/ 139 h 199"/>
                <a:gd name="T64" fmla="*/ 174 w 174"/>
                <a:gd name="T65" fmla="*/ 154 h 199"/>
                <a:gd name="T66" fmla="*/ 159 w 174"/>
                <a:gd name="T67" fmla="*/ 159 h 199"/>
                <a:gd name="T68" fmla="*/ 149 w 174"/>
                <a:gd name="T69" fmla="*/ 162 h 199"/>
                <a:gd name="T70" fmla="*/ 147 w 174"/>
                <a:gd name="T71" fmla="*/ 189 h 199"/>
                <a:gd name="T72" fmla="*/ 134 w 174"/>
                <a:gd name="T7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4" h="199">
                  <a:moveTo>
                    <a:pt x="134" y="199"/>
                  </a:moveTo>
                  <a:lnTo>
                    <a:pt x="124" y="191"/>
                  </a:lnTo>
                  <a:lnTo>
                    <a:pt x="105" y="179"/>
                  </a:lnTo>
                  <a:lnTo>
                    <a:pt x="87" y="152"/>
                  </a:lnTo>
                  <a:lnTo>
                    <a:pt x="75" y="147"/>
                  </a:lnTo>
                  <a:lnTo>
                    <a:pt x="62" y="127"/>
                  </a:lnTo>
                  <a:lnTo>
                    <a:pt x="42" y="129"/>
                  </a:lnTo>
                  <a:lnTo>
                    <a:pt x="30" y="119"/>
                  </a:lnTo>
                  <a:lnTo>
                    <a:pt x="17" y="109"/>
                  </a:lnTo>
                  <a:lnTo>
                    <a:pt x="10" y="112"/>
                  </a:lnTo>
                  <a:lnTo>
                    <a:pt x="0" y="94"/>
                  </a:lnTo>
                  <a:lnTo>
                    <a:pt x="17" y="82"/>
                  </a:lnTo>
                  <a:lnTo>
                    <a:pt x="42" y="67"/>
                  </a:lnTo>
                  <a:lnTo>
                    <a:pt x="45" y="50"/>
                  </a:lnTo>
                  <a:lnTo>
                    <a:pt x="45" y="27"/>
                  </a:lnTo>
                  <a:lnTo>
                    <a:pt x="57" y="17"/>
                  </a:lnTo>
                  <a:lnTo>
                    <a:pt x="70" y="5"/>
                  </a:lnTo>
                  <a:lnTo>
                    <a:pt x="85" y="0"/>
                  </a:lnTo>
                  <a:lnTo>
                    <a:pt x="92" y="12"/>
                  </a:lnTo>
                  <a:lnTo>
                    <a:pt x="114" y="15"/>
                  </a:lnTo>
                  <a:lnTo>
                    <a:pt x="117" y="30"/>
                  </a:lnTo>
                  <a:lnTo>
                    <a:pt x="134" y="32"/>
                  </a:lnTo>
                  <a:lnTo>
                    <a:pt x="132" y="50"/>
                  </a:lnTo>
                  <a:lnTo>
                    <a:pt x="119" y="60"/>
                  </a:lnTo>
                  <a:lnTo>
                    <a:pt x="119" y="77"/>
                  </a:lnTo>
                  <a:lnTo>
                    <a:pt x="137" y="85"/>
                  </a:lnTo>
                  <a:lnTo>
                    <a:pt x="139" y="102"/>
                  </a:lnTo>
                  <a:lnTo>
                    <a:pt x="152" y="104"/>
                  </a:lnTo>
                  <a:lnTo>
                    <a:pt x="164" y="102"/>
                  </a:lnTo>
                  <a:lnTo>
                    <a:pt x="167" y="117"/>
                  </a:lnTo>
                  <a:lnTo>
                    <a:pt x="162" y="134"/>
                  </a:lnTo>
                  <a:lnTo>
                    <a:pt x="172" y="139"/>
                  </a:lnTo>
                  <a:lnTo>
                    <a:pt x="174" y="154"/>
                  </a:lnTo>
                  <a:lnTo>
                    <a:pt x="159" y="159"/>
                  </a:lnTo>
                  <a:lnTo>
                    <a:pt x="149" y="162"/>
                  </a:lnTo>
                  <a:lnTo>
                    <a:pt x="147" y="189"/>
                  </a:lnTo>
                  <a:lnTo>
                    <a:pt x="134" y="19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3" name="Freeform 177">
              <a:extLst>
                <a:ext uri="{FF2B5EF4-FFF2-40B4-BE49-F238E27FC236}">
                  <a16:creationId xmlns:a16="http://schemas.microsoft.com/office/drawing/2014/main" id="{2BE47184-D4DC-413C-D233-D7596ED54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449" y="4080169"/>
              <a:ext cx="43177" cy="120896"/>
            </a:xfrm>
            <a:custGeom>
              <a:avLst/>
              <a:gdLst>
                <a:gd name="T0" fmla="*/ 18 w 30"/>
                <a:gd name="T1" fmla="*/ 84 h 84"/>
                <a:gd name="T2" fmla="*/ 13 w 30"/>
                <a:gd name="T3" fmla="*/ 62 h 84"/>
                <a:gd name="T4" fmla="*/ 10 w 30"/>
                <a:gd name="T5" fmla="*/ 37 h 84"/>
                <a:gd name="T6" fmla="*/ 10 w 30"/>
                <a:gd name="T7" fmla="*/ 22 h 84"/>
                <a:gd name="T8" fmla="*/ 3 w 30"/>
                <a:gd name="T9" fmla="*/ 17 h 84"/>
                <a:gd name="T10" fmla="*/ 0 w 30"/>
                <a:gd name="T11" fmla="*/ 0 h 84"/>
                <a:gd name="T12" fmla="*/ 10 w 30"/>
                <a:gd name="T13" fmla="*/ 0 h 84"/>
                <a:gd name="T14" fmla="*/ 18 w 30"/>
                <a:gd name="T15" fmla="*/ 12 h 84"/>
                <a:gd name="T16" fmla="*/ 23 w 30"/>
                <a:gd name="T17" fmla="*/ 35 h 84"/>
                <a:gd name="T18" fmla="*/ 23 w 30"/>
                <a:gd name="T19" fmla="*/ 59 h 84"/>
                <a:gd name="T20" fmla="*/ 30 w 30"/>
                <a:gd name="T21" fmla="*/ 82 h 84"/>
                <a:gd name="T22" fmla="*/ 18 w 30"/>
                <a:gd name="T2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0" h="84">
                  <a:moveTo>
                    <a:pt x="18" y="84"/>
                  </a:moveTo>
                  <a:lnTo>
                    <a:pt x="13" y="62"/>
                  </a:lnTo>
                  <a:lnTo>
                    <a:pt x="10" y="37"/>
                  </a:lnTo>
                  <a:lnTo>
                    <a:pt x="10" y="22"/>
                  </a:lnTo>
                  <a:lnTo>
                    <a:pt x="3" y="1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8" y="12"/>
                  </a:lnTo>
                  <a:lnTo>
                    <a:pt x="23" y="35"/>
                  </a:lnTo>
                  <a:lnTo>
                    <a:pt x="23" y="59"/>
                  </a:lnTo>
                  <a:lnTo>
                    <a:pt x="30" y="82"/>
                  </a:lnTo>
                  <a:lnTo>
                    <a:pt x="18" y="8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4" name="Freeform 178">
              <a:extLst>
                <a:ext uri="{FF2B5EF4-FFF2-40B4-BE49-F238E27FC236}">
                  <a16:creationId xmlns:a16="http://schemas.microsoft.com/office/drawing/2014/main" id="{54F66FEC-CB08-4F24-9562-4E0938D3D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433" y="4133421"/>
              <a:ext cx="115139" cy="132410"/>
            </a:xfrm>
            <a:custGeom>
              <a:avLst/>
              <a:gdLst>
                <a:gd name="T0" fmla="*/ 0 w 80"/>
                <a:gd name="T1" fmla="*/ 32 h 92"/>
                <a:gd name="T2" fmla="*/ 18 w 80"/>
                <a:gd name="T3" fmla="*/ 0 h 92"/>
                <a:gd name="T4" fmla="*/ 28 w 80"/>
                <a:gd name="T5" fmla="*/ 22 h 92"/>
                <a:gd name="T6" fmla="*/ 43 w 80"/>
                <a:gd name="T7" fmla="*/ 27 h 92"/>
                <a:gd name="T8" fmla="*/ 48 w 80"/>
                <a:gd name="T9" fmla="*/ 42 h 92"/>
                <a:gd name="T10" fmla="*/ 58 w 80"/>
                <a:gd name="T11" fmla="*/ 45 h 92"/>
                <a:gd name="T12" fmla="*/ 60 w 80"/>
                <a:gd name="T13" fmla="*/ 67 h 92"/>
                <a:gd name="T14" fmla="*/ 80 w 80"/>
                <a:gd name="T15" fmla="*/ 75 h 92"/>
                <a:gd name="T16" fmla="*/ 77 w 80"/>
                <a:gd name="T17" fmla="*/ 85 h 92"/>
                <a:gd name="T18" fmla="*/ 65 w 80"/>
                <a:gd name="T19" fmla="*/ 92 h 92"/>
                <a:gd name="T20" fmla="*/ 45 w 80"/>
                <a:gd name="T21" fmla="*/ 85 h 92"/>
                <a:gd name="T22" fmla="*/ 0 w 80"/>
                <a:gd name="T23" fmla="*/ 3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92">
                  <a:moveTo>
                    <a:pt x="0" y="32"/>
                  </a:moveTo>
                  <a:lnTo>
                    <a:pt x="18" y="0"/>
                  </a:lnTo>
                  <a:lnTo>
                    <a:pt x="28" y="22"/>
                  </a:lnTo>
                  <a:lnTo>
                    <a:pt x="43" y="27"/>
                  </a:lnTo>
                  <a:lnTo>
                    <a:pt x="48" y="42"/>
                  </a:lnTo>
                  <a:lnTo>
                    <a:pt x="58" y="45"/>
                  </a:lnTo>
                  <a:lnTo>
                    <a:pt x="60" y="67"/>
                  </a:lnTo>
                  <a:lnTo>
                    <a:pt x="80" y="75"/>
                  </a:lnTo>
                  <a:lnTo>
                    <a:pt x="77" y="85"/>
                  </a:lnTo>
                  <a:lnTo>
                    <a:pt x="65" y="92"/>
                  </a:lnTo>
                  <a:lnTo>
                    <a:pt x="45" y="85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5" name="Freeform 179">
              <a:extLst>
                <a:ext uri="{FF2B5EF4-FFF2-40B4-BE49-F238E27FC236}">
                  <a16:creationId xmlns:a16="http://schemas.microsoft.com/office/drawing/2014/main" id="{2AF9C088-B919-0C85-F1DF-ECC1D1884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923" y="3707407"/>
              <a:ext cx="260501" cy="115139"/>
            </a:xfrm>
            <a:custGeom>
              <a:avLst/>
              <a:gdLst>
                <a:gd name="T0" fmla="*/ 0 w 181"/>
                <a:gd name="T1" fmla="*/ 23 h 80"/>
                <a:gd name="T2" fmla="*/ 17 w 181"/>
                <a:gd name="T3" fmla="*/ 8 h 80"/>
                <a:gd name="T4" fmla="*/ 32 w 181"/>
                <a:gd name="T5" fmla="*/ 0 h 80"/>
                <a:gd name="T6" fmla="*/ 57 w 181"/>
                <a:gd name="T7" fmla="*/ 5 h 80"/>
                <a:gd name="T8" fmla="*/ 92 w 181"/>
                <a:gd name="T9" fmla="*/ 13 h 80"/>
                <a:gd name="T10" fmla="*/ 121 w 181"/>
                <a:gd name="T11" fmla="*/ 28 h 80"/>
                <a:gd name="T12" fmla="*/ 174 w 181"/>
                <a:gd name="T13" fmla="*/ 52 h 80"/>
                <a:gd name="T14" fmla="*/ 181 w 181"/>
                <a:gd name="T15" fmla="*/ 65 h 80"/>
                <a:gd name="T16" fmla="*/ 156 w 181"/>
                <a:gd name="T17" fmla="*/ 80 h 80"/>
                <a:gd name="T18" fmla="*/ 119 w 181"/>
                <a:gd name="T19" fmla="*/ 75 h 80"/>
                <a:gd name="T20" fmla="*/ 121 w 181"/>
                <a:gd name="T21" fmla="*/ 57 h 80"/>
                <a:gd name="T22" fmla="*/ 109 w 181"/>
                <a:gd name="T23" fmla="*/ 45 h 80"/>
                <a:gd name="T24" fmla="*/ 84 w 181"/>
                <a:gd name="T25" fmla="*/ 25 h 80"/>
                <a:gd name="T26" fmla="*/ 72 w 181"/>
                <a:gd name="T27" fmla="*/ 20 h 80"/>
                <a:gd name="T28" fmla="*/ 19 w 181"/>
                <a:gd name="T29" fmla="*/ 18 h 80"/>
                <a:gd name="T30" fmla="*/ 0 w 181"/>
                <a:gd name="T31" fmla="*/ 2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1" h="80">
                  <a:moveTo>
                    <a:pt x="0" y="23"/>
                  </a:moveTo>
                  <a:lnTo>
                    <a:pt x="17" y="8"/>
                  </a:lnTo>
                  <a:lnTo>
                    <a:pt x="32" y="0"/>
                  </a:lnTo>
                  <a:lnTo>
                    <a:pt x="57" y="5"/>
                  </a:lnTo>
                  <a:lnTo>
                    <a:pt x="92" y="13"/>
                  </a:lnTo>
                  <a:lnTo>
                    <a:pt x="121" y="28"/>
                  </a:lnTo>
                  <a:lnTo>
                    <a:pt x="174" y="52"/>
                  </a:lnTo>
                  <a:lnTo>
                    <a:pt x="181" y="65"/>
                  </a:lnTo>
                  <a:lnTo>
                    <a:pt x="156" y="80"/>
                  </a:lnTo>
                  <a:lnTo>
                    <a:pt x="119" y="75"/>
                  </a:lnTo>
                  <a:lnTo>
                    <a:pt x="121" y="57"/>
                  </a:lnTo>
                  <a:lnTo>
                    <a:pt x="109" y="45"/>
                  </a:lnTo>
                  <a:lnTo>
                    <a:pt x="84" y="25"/>
                  </a:lnTo>
                  <a:lnTo>
                    <a:pt x="72" y="20"/>
                  </a:lnTo>
                  <a:lnTo>
                    <a:pt x="19" y="18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6" name="Freeform 180">
              <a:extLst>
                <a:ext uri="{FF2B5EF4-FFF2-40B4-BE49-F238E27FC236}">
                  <a16:creationId xmlns:a16="http://schemas.microsoft.com/office/drawing/2014/main" id="{3D4DF51F-0FCB-6350-C4C8-3F870C1B6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402" y="4663059"/>
              <a:ext cx="82037" cy="197175"/>
            </a:xfrm>
            <a:custGeom>
              <a:avLst/>
              <a:gdLst>
                <a:gd name="T0" fmla="*/ 0 w 57"/>
                <a:gd name="T1" fmla="*/ 87 h 137"/>
                <a:gd name="T2" fmla="*/ 2 w 57"/>
                <a:gd name="T3" fmla="*/ 55 h 137"/>
                <a:gd name="T4" fmla="*/ 12 w 57"/>
                <a:gd name="T5" fmla="*/ 47 h 137"/>
                <a:gd name="T6" fmla="*/ 7 w 57"/>
                <a:gd name="T7" fmla="*/ 25 h 137"/>
                <a:gd name="T8" fmla="*/ 9 w 57"/>
                <a:gd name="T9" fmla="*/ 0 h 137"/>
                <a:gd name="T10" fmla="*/ 17 w 57"/>
                <a:gd name="T11" fmla="*/ 5 h 137"/>
                <a:gd name="T12" fmla="*/ 32 w 57"/>
                <a:gd name="T13" fmla="*/ 12 h 137"/>
                <a:gd name="T14" fmla="*/ 34 w 57"/>
                <a:gd name="T15" fmla="*/ 30 h 137"/>
                <a:gd name="T16" fmla="*/ 32 w 57"/>
                <a:gd name="T17" fmla="*/ 47 h 137"/>
                <a:gd name="T18" fmla="*/ 29 w 57"/>
                <a:gd name="T19" fmla="*/ 60 h 137"/>
                <a:gd name="T20" fmla="*/ 37 w 57"/>
                <a:gd name="T21" fmla="*/ 69 h 137"/>
                <a:gd name="T22" fmla="*/ 42 w 57"/>
                <a:gd name="T23" fmla="*/ 74 h 137"/>
                <a:gd name="T24" fmla="*/ 49 w 57"/>
                <a:gd name="T25" fmla="*/ 84 h 137"/>
                <a:gd name="T26" fmla="*/ 54 w 57"/>
                <a:gd name="T27" fmla="*/ 97 h 137"/>
                <a:gd name="T28" fmla="*/ 57 w 57"/>
                <a:gd name="T29" fmla="*/ 114 h 137"/>
                <a:gd name="T30" fmla="*/ 44 w 57"/>
                <a:gd name="T31" fmla="*/ 122 h 137"/>
                <a:gd name="T32" fmla="*/ 39 w 57"/>
                <a:gd name="T33" fmla="*/ 134 h 137"/>
                <a:gd name="T34" fmla="*/ 27 w 57"/>
                <a:gd name="T35" fmla="*/ 137 h 137"/>
                <a:gd name="T36" fmla="*/ 19 w 57"/>
                <a:gd name="T37" fmla="*/ 129 h 137"/>
                <a:gd name="T38" fmla="*/ 24 w 57"/>
                <a:gd name="T39" fmla="*/ 112 h 137"/>
                <a:gd name="T40" fmla="*/ 27 w 57"/>
                <a:gd name="T41" fmla="*/ 97 h 137"/>
                <a:gd name="T42" fmla="*/ 12 w 57"/>
                <a:gd name="T43" fmla="*/ 94 h 137"/>
                <a:gd name="T44" fmla="*/ 0 w 57"/>
                <a:gd name="T45" fmla="*/ 8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" h="137">
                  <a:moveTo>
                    <a:pt x="0" y="87"/>
                  </a:moveTo>
                  <a:lnTo>
                    <a:pt x="2" y="55"/>
                  </a:lnTo>
                  <a:lnTo>
                    <a:pt x="12" y="47"/>
                  </a:lnTo>
                  <a:lnTo>
                    <a:pt x="7" y="25"/>
                  </a:lnTo>
                  <a:lnTo>
                    <a:pt x="9" y="0"/>
                  </a:lnTo>
                  <a:lnTo>
                    <a:pt x="17" y="5"/>
                  </a:lnTo>
                  <a:lnTo>
                    <a:pt x="32" y="12"/>
                  </a:lnTo>
                  <a:lnTo>
                    <a:pt x="34" y="30"/>
                  </a:lnTo>
                  <a:lnTo>
                    <a:pt x="32" y="47"/>
                  </a:lnTo>
                  <a:lnTo>
                    <a:pt x="29" y="60"/>
                  </a:lnTo>
                  <a:lnTo>
                    <a:pt x="37" y="69"/>
                  </a:lnTo>
                  <a:lnTo>
                    <a:pt x="42" y="74"/>
                  </a:lnTo>
                  <a:lnTo>
                    <a:pt x="49" y="84"/>
                  </a:lnTo>
                  <a:lnTo>
                    <a:pt x="54" y="97"/>
                  </a:lnTo>
                  <a:lnTo>
                    <a:pt x="57" y="114"/>
                  </a:lnTo>
                  <a:lnTo>
                    <a:pt x="44" y="122"/>
                  </a:lnTo>
                  <a:lnTo>
                    <a:pt x="39" y="134"/>
                  </a:lnTo>
                  <a:lnTo>
                    <a:pt x="27" y="137"/>
                  </a:lnTo>
                  <a:lnTo>
                    <a:pt x="19" y="129"/>
                  </a:lnTo>
                  <a:lnTo>
                    <a:pt x="24" y="112"/>
                  </a:lnTo>
                  <a:lnTo>
                    <a:pt x="27" y="97"/>
                  </a:lnTo>
                  <a:lnTo>
                    <a:pt x="12" y="94"/>
                  </a:lnTo>
                  <a:lnTo>
                    <a:pt x="0" y="8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7" name="Freeform 181">
              <a:extLst>
                <a:ext uri="{FF2B5EF4-FFF2-40B4-BE49-F238E27FC236}">
                  <a16:creationId xmlns:a16="http://schemas.microsoft.com/office/drawing/2014/main" id="{657CDAF3-7BDA-6459-E01C-D77290B7F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619" y="4824254"/>
              <a:ext cx="185661" cy="221642"/>
            </a:xfrm>
            <a:custGeom>
              <a:avLst/>
              <a:gdLst>
                <a:gd name="T0" fmla="*/ 79 w 129"/>
                <a:gd name="T1" fmla="*/ 0 h 154"/>
                <a:gd name="T2" fmla="*/ 72 w 129"/>
                <a:gd name="T3" fmla="*/ 10 h 154"/>
                <a:gd name="T4" fmla="*/ 57 w 129"/>
                <a:gd name="T5" fmla="*/ 12 h 154"/>
                <a:gd name="T6" fmla="*/ 54 w 129"/>
                <a:gd name="T7" fmla="*/ 25 h 154"/>
                <a:gd name="T8" fmla="*/ 47 w 129"/>
                <a:gd name="T9" fmla="*/ 30 h 154"/>
                <a:gd name="T10" fmla="*/ 37 w 129"/>
                <a:gd name="T11" fmla="*/ 32 h 154"/>
                <a:gd name="T12" fmla="*/ 35 w 129"/>
                <a:gd name="T13" fmla="*/ 44 h 154"/>
                <a:gd name="T14" fmla="*/ 25 w 129"/>
                <a:gd name="T15" fmla="*/ 49 h 154"/>
                <a:gd name="T16" fmla="*/ 10 w 129"/>
                <a:gd name="T17" fmla="*/ 49 h 154"/>
                <a:gd name="T18" fmla="*/ 0 w 129"/>
                <a:gd name="T19" fmla="*/ 52 h 154"/>
                <a:gd name="T20" fmla="*/ 7 w 129"/>
                <a:gd name="T21" fmla="*/ 79 h 154"/>
                <a:gd name="T22" fmla="*/ 7 w 129"/>
                <a:gd name="T23" fmla="*/ 92 h 154"/>
                <a:gd name="T24" fmla="*/ 17 w 129"/>
                <a:gd name="T25" fmla="*/ 97 h 154"/>
                <a:gd name="T26" fmla="*/ 22 w 129"/>
                <a:gd name="T27" fmla="*/ 112 h 154"/>
                <a:gd name="T28" fmla="*/ 32 w 129"/>
                <a:gd name="T29" fmla="*/ 114 h 154"/>
                <a:gd name="T30" fmla="*/ 37 w 129"/>
                <a:gd name="T31" fmla="*/ 131 h 154"/>
                <a:gd name="T32" fmla="*/ 45 w 129"/>
                <a:gd name="T33" fmla="*/ 134 h 154"/>
                <a:gd name="T34" fmla="*/ 62 w 129"/>
                <a:gd name="T35" fmla="*/ 141 h 154"/>
                <a:gd name="T36" fmla="*/ 74 w 129"/>
                <a:gd name="T37" fmla="*/ 146 h 154"/>
                <a:gd name="T38" fmla="*/ 79 w 129"/>
                <a:gd name="T39" fmla="*/ 154 h 154"/>
                <a:gd name="T40" fmla="*/ 99 w 129"/>
                <a:gd name="T41" fmla="*/ 154 h 154"/>
                <a:gd name="T42" fmla="*/ 102 w 129"/>
                <a:gd name="T43" fmla="*/ 139 h 154"/>
                <a:gd name="T44" fmla="*/ 112 w 129"/>
                <a:gd name="T45" fmla="*/ 134 h 154"/>
                <a:gd name="T46" fmla="*/ 112 w 129"/>
                <a:gd name="T47" fmla="*/ 109 h 154"/>
                <a:gd name="T48" fmla="*/ 124 w 129"/>
                <a:gd name="T49" fmla="*/ 102 h 154"/>
                <a:gd name="T50" fmla="*/ 129 w 129"/>
                <a:gd name="T51" fmla="*/ 92 h 154"/>
                <a:gd name="T52" fmla="*/ 124 w 129"/>
                <a:gd name="T53" fmla="*/ 77 h 154"/>
                <a:gd name="T54" fmla="*/ 122 w 129"/>
                <a:gd name="T55" fmla="*/ 62 h 154"/>
                <a:gd name="T56" fmla="*/ 129 w 129"/>
                <a:gd name="T57" fmla="*/ 40 h 154"/>
                <a:gd name="T58" fmla="*/ 119 w 129"/>
                <a:gd name="T59" fmla="*/ 20 h 154"/>
                <a:gd name="T60" fmla="*/ 94 w 129"/>
                <a:gd name="T61" fmla="*/ 17 h 154"/>
                <a:gd name="T62" fmla="*/ 87 w 129"/>
                <a:gd name="T63" fmla="*/ 2 h 154"/>
                <a:gd name="T64" fmla="*/ 79 w 129"/>
                <a:gd name="T6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9" h="154">
                  <a:moveTo>
                    <a:pt x="79" y="0"/>
                  </a:moveTo>
                  <a:lnTo>
                    <a:pt x="72" y="10"/>
                  </a:lnTo>
                  <a:lnTo>
                    <a:pt x="57" y="12"/>
                  </a:lnTo>
                  <a:lnTo>
                    <a:pt x="54" y="25"/>
                  </a:lnTo>
                  <a:lnTo>
                    <a:pt x="47" y="30"/>
                  </a:lnTo>
                  <a:lnTo>
                    <a:pt x="37" y="32"/>
                  </a:lnTo>
                  <a:lnTo>
                    <a:pt x="35" y="44"/>
                  </a:lnTo>
                  <a:lnTo>
                    <a:pt x="25" y="49"/>
                  </a:lnTo>
                  <a:lnTo>
                    <a:pt x="10" y="49"/>
                  </a:lnTo>
                  <a:lnTo>
                    <a:pt x="0" y="52"/>
                  </a:lnTo>
                  <a:lnTo>
                    <a:pt x="7" y="79"/>
                  </a:lnTo>
                  <a:lnTo>
                    <a:pt x="7" y="92"/>
                  </a:lnTo>
                  <a:lnTo>
                    <a:pt x="17" y="97"/>
                  </a:lnTo>
                  <a:lnTo>
                    <a:pt x="22" y="112"/>
                  </a:lnTo>
                  <a:lnTo>
                    <a:pt x="32" y="114"/>
                  </a:lnTo>
                  <a:lnTo>
                    <a:pt x="37" y="131"/>
                  </a:lnTo>
                  <a:lnTo>
                    <a:pt x="45" y="134"/>
                  </a:lnTo>
                  <a:lnTo>
                    <a:pt x="62" y="141"/>
                  </a:lnTo>
                  <a:lnTo>
                    <a:pt x="74" y="146"/>
                  </a:lnTo>
                  <a:lnTo>
                    <a:pt x="79" y="154"/>
                  </a:lnTo>
                  <a:lnTo>
                    <a:pt x="99" y="154"/>
                  </a:lnTo>
                  <a:lnTo>
                    <a:pt x="102" y="139"/>
                  </a:lnTo>
                  <a:lnTo>
                    <a:pt x="112" y="134"/>
                  </a:lnTo>
                  <a:lnTo>
                    <a:pt x="112" y="109"/>
                  </a:lnTo>
                  <a:lnTo>
                    <a:pt x="124" y="102"/>
                  </a:lnTo>
                  <a:lnTo>
                    <a:pt x="129" y="92"/>
                  </a:lnTo>
                  <a:lnTo>
                    <a:pt x="124" y="77"/>
                  </a:lnTo>
                  <a:lnTo>
                    <a:pt x="122" y="62"/>
                  </a:lnTo>
                  <a:lnTo>
                    <a:pt x="129" y="40"/>
                  </a:lnTo>
                  <a:lnTo>
                    <a:pt x="119" y="20"/>
                  </a:lnTo>
                  <a:lnTo>
                    <a:pt x="94" y="17"/>
                  </a:lnTo>
                  <a:lnTo>
                    <a:pt x="87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8" name="Freeform 182">
              <a:extLst>
                <a:ext uri="{FF2B5EF4-FFF2-40B4-BE49-F238E27FC236}">
                  <a16:creationId xmlns:a16="http://schemas.microsoft.com/office/drawing/2014/main" id="{AAFD4325-AEB9-1397-E635-87B21773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220" y="3546213"/>
              <a:ext cx="264819" cy="404425"/>
            </a:xfrm>
            <a:custGeom>
              <a:avLst/>
              <a:gdLst>
                <a:gd name="T0" fmla="*/ 137 w 184"/>
                <a:gd name="T1" fmla="*/ 0 h 281"/>
                <a:gd name="T2" fmla="*/ 132 w 184"/>
                <a:gd name="T3" fmla="*/ 25 h 281"/>
                <a:gd name="T4" fmla="*/ 122 w 184"/>
                <a:gd name="T5" fmla="*/ 35 h 281"/>
                <a:gd name="T6" fmla="*/ 80 w 184"/>
                <a:gd name="T7" fmla="*/ 40 h 281"/>
                <a:gd name="T8" fmla="*/ 80 w 184"/>
                <a:gd name="T9" fmla="*/ 100 h 281"/>
                <a:gd name="T10" fmla="*/ 65 w 184"/>
                <a:gd name="T11" fmla="*/ 95 h 281"/>
                <a:gd name="T12" fmla="*/ 55 w 184"/>
                <a:gd name="T13" fmla="*/ 105 h 281"/>
                <a:gd name="T14" fmla="*/ 50 w 184"/>
                <a:gd name="T15" fmla="*/ 120 h 281"/>
                <a:gd name="T16" fmla="*/ 48 w 184"/>
                <a:gd name="T17" fmla="*/ 145 h 281"/>
                <a:gd name="T18" fmla="*/ 33 w 184"/>
                <a:gd name="T19" fmla="*/ 145 h 281"/>
                <a:gd name="T20" fmla="*/ 8 w 184"/>
                <a:gd name="T21" fmla="*/ 142 h 281"/>
                <a:gd name="T22" fmla="*/ 0 w 184"/>
                <a:gd name="T23" fmla="*/ 140 h 281"/>
                <a:gd name="T24" fmla="*/ 0 w 184"/>
                <a:gd name="T25" fmla="*/ 194 h 281"/>
                <a:gd name="T26" fmla="*/ 5 w 184"/>
                <a:gd name="T27" fmla="*/ 199 h 281"/>
                <a:gd name="T28" fmla="*/ 5 w 184"/>
                <a:gd name="T29" fmla="*/ 241 h 281"/>
                <a:gd name="T30" fmla="*/ 20 w 184"/>
                <a:gd name="T31" fmla="*/ 239 h 281"/>
                <a:gd name="T32" fmla="*/ 28 w 184"/>
                <a:gd name="T33" fmla="*/ 249 h 281"/>
                <a:gd name="T34" fmla="*/ 40 w 184"/>
                <a:gd name="T35" fmla="*/ 254 h 281"/>
                <a:gd name="T36" fmla="*/ 55 w 184"/>
                <a:gd name="T37" fmla="*/ 274 h 281"/>
                <a:gd name="T38" fmla="*/ 68 w 184"/>
                <a:gd name="T39" fmla="*/ 281 h 281"/>
                <a:gd name="T40" fmla="*/ 85 w 184"/>
                <a:gd name="T41" fmla="*/ 259 h 281"/>
                <a:gd name="T42" fmla="*/ 100 w 184"/>
                <a:gd name="T43" fmla="*/ 266 h 281"/>
                <a:gd name="T44" fmla="*/ 162 w 184"/>
                <a:gd name="T45" fmla="*/ 271 h 281"/>
                <a:gd name="T46" fmla="*/ 184 w 184"/>
                <a:gd name="T47" fmla="*/ 269 h 281"/>
                <a:gd name="T48" fmla="*/ 184 w 184"/>
                <a:gd name="T49" fmla="*/ 246 h 281"/>
                <a:gd name="T50" fmla="*/ 169 w 184"/>
                <a:gd name="T51" fmla="*/ 241 h 281"/>
                <a:gd name="T52" fmla="*/ 172 w 184"/>
                <a:gd name="T53" fmla="*/ 105 h 281"/>
                <a:gd name="T54" fmla="*/ 162 w 184"/>
                <a:gd name="T55" fmla="*/ 92 h 281"/>
                <a:gd name="T56" fmla="*/ 162 w 184"/>
                <a:gd name="T57" fmla="*/ 65 h 281"/>
                <a:gd name="T58" fmla="*/ 174 w 184"/>
                <a:gd name="T59" fmla="*/ 62 h 281"/>
                <a:gd name="T60" fmla="*/ 174 w 184"/>
                <a:gd name="T61" fmla="*/ 45 h 281"/>
                <a:gd name="T62" fmla="*/ 137 w 184"/>
                <a:gd name="T6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4" h="281">
                  <a:moveTo>
                    <a:pt x="137" y="0"/>
                  </a:moveTo>
                  <a:lnTo>
                    <a:pt x="132" y="25"/>
                  </a:lnTo>
                  <a:lnTo>
                    <a:pt x="122" y="35"/>
                  </a:lnTo>
                  <a:lnTo>
                    <a:pt x="80" y="40"/>
                  </a:lnTo>
                  <a:lnTo>
                    <a:pt x="80" y="100"/>
                  </a:lnTo>
                  <a:lnTo>
                    <a:pt x="65" y="95"/>
                  </a:lnTo>
                  <a:lnTo>
                    <a:pt x="55" y="105"/>
                  </a:lnTo>
                  <a:lnTo>
                    <a:pt x="50" y="120"/>
                  </a:lnTo>
                  <a:lnTo>
                    <a:pt x="48" y="145"/>
                  </a:lnTo>
                  <a:lnTo>
                    <a:pt x="33" y="145"/>
                  </a:lnTo>
                  <a:lnTo>
                    <a:pt x="8" y="142"/>
                  </a:lnTo>
                  <a:lnTo>
                    <a:pt x="0" y="140"/>
                  </a:lnTo>
                  <a:lnTo>
                    <a:pt x="0" y="194"/>
                  </a:lnTo>
                  <a:lnTo>
                    <a:pt x="5" y="199"/>
                  </a:lnTo>
                  <a:lnTo>
                    <a:pt x="5" y="24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40" y="254"/>
                  </a:lnTo>
                  <a:lnTo>
                    <a:pt x="55" y="274"/>
                  </a:lnTo>
                  <a:lnTo>
                    <a:pt x="68" y="281"/>
                  </a:lnTo>
                  <a:lnTo>
                    <a:pt x="85" y="259"/>
                  </a:lnTo>
                  <a:lnTo>
                    <a:pt x="100" y="266"/>
                  </a:lnTo>
                  <a:lnTo>
                    <a:pt x="162" y="271"/>
                  </a:lnTo>
                  <a:lnTo>
                    <a:pt x="184" y="269"/>
                  </a:lnTo>
                  <a:lnTo>
                    <a:pt x="184" y="246"/>
                  </a:lnTo>
                  <a:lnTo>
                    <a:pt x="169" y="241"/>
                  </a:lnTo>
                  <a:lnTo>
                    <a:pt x="172" y="105"/>
                  </a:lnTo>
                  <a:lnTo>
                    <a:pt x="162" y="92"/>
                  </a:lnTo>
                  <a:lnTo>
                    <a:pt x="162" y="65"/>
                  </a:lnTo>
                  <a:lnTo>
                    <a:pt x="174" y="62"/>
                  </a:lnTo>
                  <a:lnTo>
                    <a:pt x="174" y="45"/>
                  </a:lnTo>
                  <a:lnTo>
                    <a:pt x="13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9" name="Freeform 183">
              <a:extLst>
                <a:ext uri="{FF2B5EF4-FFF2-40B4-BE49-F238E27FC236}">
                  <a16:creationId xmlns:a16="http://schemas.microsoft.com/office/drawing/2014/main" id="{7DD0D1CC-F39B-C7B6-CD97-AABDA8ABC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249" y="4265830"/>
              <a:ext cx="178465" cy="253305"/>
            </a:xfrm>
            <a:custGeom>
              <a:avLst/>
              <a:gdLst>
                <a:gd name="T0" fmla="*/ 0 w 124"/>
                <a:gd name="T1" fmla="*/ 164 h 176"/>
                <a:gd name="T2" fmla="*/ 5 w 124"/>
                <a:gd name="T3" fmla="*/ 154 h 176"/>
                <a:gd name="T4" fmla="*/ 13 w 124"/>
                <a:gd name="T5" fmla="*/ 139 h 176"/>
                <a:gd name="T6" fmla="*/ 3 w 124"/>
                <a:gd name="T7" fmla="*/ 134 h 176"/>
                <a:gd name="T8" fmla="*/ 3 w 124"/>
                <a:gd name="T9" fmla="*/ 124 h 176"/>
                <a:gd name="T10" fmla="*/ 15 w 124"/>
                <a:gd name="T11" fmla="*/ 119 h 176"/>
                <a:gd name="T12" fmla="*/ 23 w 124"/>
                <a:gd name="T13" fmla="*/ 117 h 176"/>
                <a:gd name="T14" fmla="*/ 32 w 124"/>
                <a:gd name="T15" fmla="*/ 129 h 176"/>
                <a:gd name="T16" fmla="*/ 47 w 124"/>
                <a:gd name="T17" fmla="*/ 122 h 176"/>
                <a:gd name="T18" fmla="*/ 60 w 124"/>
                <a:gd name="T19" fmla="*/ 104 h 176"/>
                <a:gd name="T20" fmla="*/ 55 w 124"/>
                <a:gd name="T21" fmla="*/ 89 h 176"/>
                <a:gd name="T22" fmla="*/ 47 w 124"/>
                <a:gd name="T23" fmla="*/ 80 h 176"/>
                <a:gd name="T24" fmla="*/ 42 w 124"/>
                <a:gd name="T25" fmla="*/ 67 h 176"/>
                <a:gd name="T26" fmla="*/ 45 w 124"/>
                <a:gd name="T27" fmla="*/ 57 h 176"/>
                <a:gd name="T28" fmla="*/ 42 w 124"/>
                <a:gd name="T29" fmla="*/ 47 h 176"/>
                <a:gd name="T30" fmla="*/ 30 w 124"/>
                <a:gd name="T31" fmla="*/ 47 h 176"/>
                <a:gd name="T32" fmla="*/ 30 w 124"/>
                <a:gd name="T33" fmla="*/ 30 h 176"/>
                <a:gd name="T34" fmla="*/ 85 w 124"/>
                <a:gd name="T35" fmla="*/ 22 h 176"/>
                <a:gd name="T36" fmla="*/ 92 w 124"/>
                <a:gd name="T37" fmla="*/ 12 h 176"/>
                <a:gd name="T38" fmla="*/ 102 w 124"/>
                <a:gd name="T39" fmla="*/ 2 h 176"/>
                <a:gd name="T40" fmla="*/ 115 w 124"/>
                <a:gd name="T41" fmla="*/ 0 h 176"/>
                <a:gd name="T42" fmla="*/ 124 w 124"/>
                <a:gd name="T43" fmla="*/ 5 h 176"/>
                <a:gd name="T44" fmla="*/ 122 w 124"/>
                <a:gd name="T45" fmla="*/ 27 h 176"/>
                <a:gd name="T46" fmla="*/ 117 w 124"/>
                <a:gd name="T47" fmla="*/ 32 h 176"/>
                <a:gd name="T48" fmla="*/ 115 w 124"/>
                <a:gd name="T49" fmla="*/ 87 h 176"/>
                <a:gd name="T50" fmla="*/ 110 w 124"/>
                <a:gd name="T51" fmla="*/ 94 h 176"/>
                <a:gd name="T52" fmla="*/ 102 w 124"/>
                <a:gd name="T53" fmla="*/ 102 h 176"/>
                <a:gd name="T54" fmla="*/ 102 w 124"/>
                <a:gd name="T55" fmla="*/ 127 h 176"/>
                <a:gd name="T56" fmla="*/ 87 w 124"/>
                <a:gd name="T57" fmla="*/ 129 h 176"/>
                <a:gd name="T58" fmla="*/ 85 w 124"/>
                <a:gd name="T59" fmla="*/ 157 h 176"/>
                <a:gd name="T60" fmla="*/ 67 w 124"/>
                <a:gd name="T61" fmla="*/ 164 h 176"/>
                <a:gd name="T62" fmla="*/ 62 w 124"/>
                <a:gd name="T63" fmla="*/ 171 h 176"/>
                <a:gd name="T64" fmla="*/ 47 w 124"/>
                <a:gd name="T65" fmla="*/ 171 h 176"/>
                <a:gd name="T66" fmla="*/ 40 w 124"/>
                <a:gd name="T67" fmla="*/ 167 h 176"/>
                <a:gd name="T68" fmla="*/ 28 w 124"/>
                <a:gd name="T69" fmla="*/ 171 h 176"/>
                <a:gd name="T70" fmla="*/ 18 w 124"/>
                <a:gd name="T71" fmla="*/ 174 h 176"/>
                <a:gd name="T72" fmla="*/ 10 w 124"/>
                <a:gd name="T73" fmla="*/ 176 h 176"/>
                <a:gd name="T74" fmla="*/ 10 w 124"/>
                <a:gd name="T75" fmla="*/ 169 h 176"/>
                <a:gd name="T76" fmla="*/ 0 w 124"/>
                <a:gd name="T77" fmla="*/ 164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4" h="176">
                  <a:moveTo>
                    <a:pt x="0" y="164"/>
                  </a:moveTo>
                  <a:lnTo>
                    <a:pt x="5" y="154"/>
                  </a:lnTo>
                  <a:lnTo>
                    <a:pt x="13" y="139"/>
                  </a:lnTo>
                  <a:lnTo>
                    <a:pt x="3" y="134"/>
                  </a:lnTo>
                  <a:lnTo>
                    <a:pt x="3" y="124"/>
                  </a:lnTo>
                  <a:lnTo>
                    <a:pt x="15" y="119"/>
                  </a:lnTo>
                  <a:lnTo>
                    <a:pt x="23" y="117"/>
                  </a:lnTo>
                  <a:lnTo>
                    <a:pt x="32" y="129"/>
                  </a:lnTo>
                  <a:lnTo>
                    <a:pt x="47" y="122"/>
                  </a:lnTo>
                  <a:lnTo>
                    <a:pt x="60" y="104"/>
                  </a:lnTo>
                  <a:lnTo>
                    <a:pt x="55" y="89"/>
                  </a:lnTo>
                  <a:lnTo>
                    <a:pt x="47" y="80"/>
                  </a:lnTo>
                  <a:lnTo>
                    <a:pt x="42" y="67"/>
                  </a:lnTo>
                  <a:lnTo>
                    <a:pt x="45" y="57"/>
                  </a:lnTo>
                  <a:lnTo>
                    <a:pt x="42" y="47"/>
                  </a:lnTo>
                  <a:lnTo>
                    <a:pt x="30" y="47"/>
                  </a:lnTo>
                  <a:lnTo>
                    <a:pt x="30" y="30"/>
                  </a:lnTo>
                  <a:lnTo>
                    <a:pt x="85" y="22"/>
                  </a:lnTo>
                  <a:lnTo>
                    <a:pt x="92" y="12"/>
                  </a:lnTo>
                  <a:lnTo>
                    <a:pt x="102" y="2"/>
                  </a:lnTo>
                  <a:lnTo>
                    <a:pt x="115" y="0"/>
                  </a:lnTo>
                  <a:lnTo>
                    <a:pt x="124" y="5"/>
                  </a:lnTo>
                  <a:lnTo>
                    <a:pt x="122" y="27"/>
                  </a:lnTo>
                  <a:lnTo>
                    <a:pt x="117" y="32"/>
                  </a:lnTo>
                  <a:lnTo>
                    <a:pt x="115" y="87"/>
                  </a:lnTo>
                  <a:lnTo>
                    <a:pt x="110" y="94"/>
                  </a:lnTo>
                  <a:lnTo>
                    <a:pt x="102" y="102"/>
                  </a:lnTo>
                  <a:lnTo>
                    <a:pt x="102" y="127"/>
                  </a:lnTo>
                  <a:lnTo>
                    <a:pt x="87" y="129"/>
                  </a:lnTo>
                  <a:lnTo>
                    <a:pt x="85" y="157"/>
                  </a:lnTo>
                  <a:lnTo>
                    <a:pt x="67" y="164"/>
                  </a:lnTo>
                  <a:lnTo>
                    <a:pt x="62" y="171"/>
                  </a:lnTo>
                  <a:lnTo>
                    <a:pt x="47" y="171"/>
                  </a:lnTo>
                  <a:lnTo>
                    <a:pt x="40" y="167"/>
                  </a:lnTo>
                  <a:lnTo>
                    <a:pt x="28" y="171"/>
                  </a:lnTo>
                  <a:lnTo>
                    <a:pt x="18" y="174"/>
                  </a:lnTo>
                  <a:lnTo>
                    <a:pt x="10" y="176"/>
                  </a:lnTo>
                  <a:lnTo>
                    <a:pt x="10" y="169"/>
                  </a:lnTo>
                  <a:lnTo>
                    <a:pt x="0" y="16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0" name="Freeform 184">
              <a:extLst>
                <a:ext uri="{FF2B5EF4-FFF2-40B4-BE49-F238E27FC236}">
                  <a16:creationId xmlns:a16="http://schemas.microsoft.com/office/drawing/2014/main" id="{B77E0DC6-C9AE-6274-F044-FC7C05CFA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642" y="4226971"/>
              <a:ext cx="493658" cy="549788"/>
            </a:xfrm>
            <a:custGeom>
              <a:avLst/>
              <a:gdLst>
                <a:gd name="T0" fmla="*/ 0 w 343"/>
                <a:gd name="T1" fmla="*/ 216 h 382"/>
                <a:gd name="T2" fmla="*/ 8 w 343"/>
                <a:gd name="T3" fmla="*/ 226 h 382"/>
                <a:gd name="T4" fmla="*/ 50 w 343"/>
                <a:gd name="T5" fmla="*/ 221 h 382"/>
                <a:gd name="T6" fmla="*/ 92 w 343"/>
                <a:gd name="T7" fmla="*/ 253 h 382"/>
                <a:gd name="T8" fmla="*/ 100 w 343"/>
                <a:gd name="T9" fmla="*/ 268 h 382"/>
                <a:gd name="T10" fmla="*/ 134 w 343"/>
                <a:gd name="T11" fmla="*/ 248 h 382"/>
                <a:gd name="T12" fmla="*/ 152 w 343"/>
                <a:gd name="T13" fmla="*/ 263 h 382"/>
                <a:gd name="T14" fmla="*/ 172 w 343"/>
                <a:gd name="T15" fmla="*/ 256 h 382"/>
                <a:gd name="T16" fmla="*/ 179 w 343"/>
                <a:gd name="T17" fmla="*/ 305 h 382"/>
                <a:gd name="T18" fmla="*/ 189 w 343"/>
                <a:gd name="T19" fmla="*/ 330 h 382"/>
                <a:gd name="T20" fmla="*/ 229 w 343"/>
                <a:gd name="T21" fmla="*/ 333 h 382"/>
                <a:gd name="T22" fmla="*/ 244 w 343"/>
                <a:gd name="T23" fmla="*/ 353 h 382"/>
                <a:gd name="T24" fmla="*/ 264 w 343"/>
                <a:gd name="T25" fmla="*/ 340 h 382"/>
                <a:gd name="T26" fmla="*/ 279 w 343"/>
                <a:gd name="T27" fmla="*/ 353 h 382"/>
                <a:gd name="T28" fmla="*/ 291 w 343"/>
                <a:gd name="T29" fmla="*/ 382 h 382"/>
                <a:gd name="T30" fmla="*/ 313 w 343"/>
                <a:gd name="T31" fmla="*/ 370 h 382"/>
                <a:gd name="T32" fmla="*/ 298 w 343"/>
                <a:gd name="T33" fmla="*/ 348 h 382"/>
                <a:gd name="T34" fmla="*/ 296 w 343"/>
                <a:gd name="T35" fmla="*/ 285 h 382"/>
                <a:gd name="T36" fmla="*/ 316 w 343"/>
                <a:gd name="T37" fmla="*/ 268 h 382"/>
                <a:gd name="T38" fmla="*/ 321 w 343"/>
                <a:gd name="T39" fmla="*/ 246 h 382"/>
                <a:gd name="T40" fmla="*/ 316 w 343"/>
                <a:gd name="T41" fmla="*/ 223 h 382"/>
                <a:gd name="T42" fmla="*/ 313 w 343"/>
                <a:gd name="T43" fmla="*/ 196 h 382"/>
                <a:gd name="T44" fmla="*/ 303 w 343"/>
                <a:gd name="T45" fmla="*/ 179 h 382"/>
                <a:gd name="T46" fmla="*/ 296 w 343"/>
                <a:gd name="T47" fmla="*/ 161 h 382"/>
                <a:gd name="T48" fmla="*/ 301 w 343"/>
                <a:gd name="T49" fmla="*/ 144 h 382"/>
                <a:gd name="T50" fmla="*/ 308 w 343"/>
                <a:gd name="T51" fmla="*/ 126 h 382"/>
                <a:gd name="T52" fmla="*/ 333 w 343"/>
                <a:gd name="T53" fmla="*/ 77 h 382"/>
                <a:gd name="T54" fmla="*/ 343 w 343"/>
                <a:gd name="T55" fmla="*/ 62 h 382"/>
                <a:gd name="T56" fmla="*/ 333 w 343"/>
                <a:gd name="T57" fmla="*/ 52 h 382"/>
                <a:gd name="T58" fmla="*/ 328 w 343"/>
                <a:gd name="T59" fmla="*/ 27 h 382"/>
                <a:gd name="T60" fmla="*/ 311 w 343"/>
                <a:gd name="T61" fmla="*/ 15 h 382"/>
                <a:gd name="T62" fmla="*/ 264 w 343"/>
                <a:gd name="T63" fmla="*/ 2 h 382"/>
                <a:gd name="T64" fmla="*/ 231 w 343"/>
                <a:gd name="T65" fmla="*/ 5 h 382"/>
                <a:gd name="T66" fmla="*/ 216 w 343"/>
                <a:gd name="T67" fmla="*/ 10 h 382"/>
                <a:gd name="T68" fmla="*/ 177 w 343"/>
                <a:gd name="T69" fmla="*/ 20 h 382"/>
                <a:gd name="T70" fmla="*/ 139 w 343"/>
                <a:gd name="T71" fmla="*/ 12 h 382"/>
                <a:gd name="T72" fmla="*/ 119 w 343"/>
                <a:gd name="T73" fmla="*/ 17 h 382"/>
                <a:gd name="T74" fmla="*/ 105 w 343"/>
                <a:gd name="T75" fmla="*/ 27 h 382"/>
                <a:gd name="T76" fmla="*/ 112 w 343"/>
                <a:gd name="T77" fmla="*/ 54 h 382"/>
                <a:gd name="T78" fmla="*/ 105 w 343"/>
                <a:gd name="T79" fmla="*/ 114 h 382"/>
                <a:gd name="T80" fmla="*/ 92 w 343"/>
                <a:gd name="T81" fmla="*/ 129 h 382"/>
                <a:gd name="T82" fmla="*/ 77 w 343"/>
                <a:gd name="T83" fmla="*/ 156 h 382"/>
                <a:gd name="T84" fmla="*/ 57 w 343"/>
                <a:gd name="T85" fmla="*/ 191 h 382"/>
                <a:gd name="T86" fmla="*/ 37 w 343"/>
                <a:gd name="T87" fmla="*/ 198 h 382"/>
                <a:gd name="T88" fmla="*/ 18 w 343"/>
                <a:gd name="T89" fmla="*/ 198 h 382"/>
                <a:gd name="T90" fmla="*/ 0 w 343"/>
                <a:gd name="T91" fmla="*/ 203 h 382"/>
                <a:gd name="T92" fmla="*/ 8 w 343"/>
                <a:gd name="T93" fmla="*/ 211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3" h="382">
                  <a:moveTo>
                    <a:pt x="8" y="211"/>
                  </a:moveTo>
                  <a:lnTo>
                    <a:pt x="0" y="216"/>
                  </a:lnTo>
                  <a:lnTo>
                    <a:pt x="0" y="223"/>
                  </a:lnTo>
                  <a:lnTo>
                    <a:pt x="8" y="226"/>
                  </a:lnTo>
                  <a:lnTo>
                    <a:pt x="32" y="226"/>
                  </a:lnTo>
                  <a:lnTo>
                    <a:pt x="50" y="221"/>
                  </a:lnTo>
                  <a:lnTo>
                    <a:pt x="85" y="223"/>
                  </a:lnTo>
                  <a:lnTo>
                    <a:pt x="92" y="253"/>
                  </a:lnTo>
                  <a:lnTo>
                    <a:pt x="100" y="258"/>
                  </a:lnTo>
                  <a:lnTo>
                    <a:pt x="100" y="268"/>
                  </a:lnTo>
                  <a:lnTo>
                    <a:pt x="132" y="268"/>
                  </a:lnTo>
                  <a:lnTo>
                    <a:pt x="134" y="248"/>
                  </a:lnTo>
                  <a:lnTo>
                    <a:pt x="142" y="241"/>
                  </a:lnTo>
                  <a:lnTo>
                    <a:pt x="152" y="263"/>
                  </a:lnTo>
                  <a:lnTo>
                    <a:pt x="159" y="258"/>
                  </a:lnTo>
                  <a:lnTo>
                    <a:pt x="172" y="256"/>
                  </a:lnTo>
                  <a:lnTo>
                    <a:pt x="177" y="266"/>
                  </a:lnTo>
                  <a:lnTo>
                    <a:pt x="179" y="305"/>
                  </a:lnTo>
                  <a:lnTo>
                    <a:pt x="179" y="320"/>
                  </a:lnTo>
                  <a:lnTo>
                    <a:pt x="189" y="330"/>
                  </a:lnTo>
                  <a:lnTo>
                    <a:pt x="211" y="330"/>
                  </a:lnTo>
                  <a:lnTo>
                    <a:pt x="229" y="333"/>
                  </a:lnTo>
                  <a:lnTo>
                    <a:pt x="234" y="350"/>
                  </a:lnTo>
                  <a:lnTo>
                    <a:pt x="244" y="353"/>
                  </a:lnTo>
                  <a:lnTo>
                    <a:pt x="249" y="343"/>
                  </a:lnTo>
                  <a:lnTo>
                    <a:pt x="264" y="340"/>
                  </a:lnTo>
                  <a:lnTo>
                    <a:pt x="264" y="345"/>
                  </a:lnTo>
                  <a:lnTo>
                    <a:pt x="279" y="353"/>
                  </a:lnTo>
                  <a:lnTo>
                    <a:pt x="284" y="372"/>
                  </a:lnTo>
                  <a:lnTo>
                    <a:pt x="291" y="382"/>
                  </a:lnTo>
                  <a:lnTo>
                    <a:pt x="308" y="382"/>
                  </a:lnTo>
                  <a:lnTo>
                    <a:pt x="313" y="370"/>
                  </a:lnTo>
                  <a:lnTo>
                    <a:pt x="311" y="348"/>
                  </a:lnTo>
                  <a:lnTo>
                    <a:pt x="298" y="348"/>
                  </a:lnTo>
                  <a:lnTo>
                    <a:pt x="291" y="340"/>
                  </a:lnTo>
                  <a:lnTo>
                    <a:pt x="296" y="285"/>
                  </a:lnTo>
                  <a:lnTo>
                    <a:pt x="303" y="273"/>
                  </a:lnTo>
                  <a:lnTo>
                    <a:pt x="316" y="268"/>
                  </a:lnTo>
                  <a:lnTo>
                    <a:pt x="321" y="256"/>
                  </a:lnTo>
                  <a:lnTo>
                    <a:pt x="321" y="246"/>
                  </a:lnTo>
                  <a:lnTo>
                    <a:pt x="321" y="233"/>
                  </a:lnTo>
                  <a:lnTo>
                    <a:pt x="316" y="223"/>
                  </a:lnTo>
                  <a:lnTo>
                    <a:pt x="313" y="213"/>
                  </a:lnTo>
                  <a:lnTo>
                    <a:pt x="313" y="196"/>
                  </a:lnTo>
                  <a:lnTo>
                    <a:pt x="308" y="184"/>
                  </a:lnTo>
                  <a:lnTo>
                    <a:pt x="303" y="179"/>
                  </a:lnTo>
                  <a:lnTo>
                    <a:pt x="306" y="159"/>
                  </a:lnTo>
                  <a:lnTo>
                    <a:pt x="296" y="161"/>
                  </a:lnTo>
                  <a:lnTo>
                    <a:pt x="293" y="151"/>
                  </a:lnTo>
                  <a:lnTo>
                    <a:pt x="301" y="144"/>
                  </a:lnTo>
                  <a:lnTo>
                    <a:pt x="298" y="131"/>
                  </a:lnTo>
                  <a:lnTo>
                    <a:pt x="308" y="126"/>
                  </a:lnTo>
                  <a:lnTo>
                    <a:pt x="313" y="84"/>
                  </a:lnTo>
                  <a:lnTo>
                    <a:pt x="333" y="77"/>
                  </a:lnTo>
                  <a:lnTo>
                    <a:pt x="343" y="72"/>
                  </a:lnTo>
                  <a:lnTo>
                    <a:pt x="343" y="62"/>
                  </a:lnTo>
                  <a:lnTo>
                    <a:pt x="333" y="59"/>
                  </a:lnTo>
                  <a:lnTo>
                    <a:pt x="333" y="52"/>
                  </a:lnTo>
                  <a:lnTo>
                    <a:pt x="328" y="29"/>
                  </a:lnTo>
                  <a:lnTo>
                    <a:pt x="328" y="27"/>
                  </a:lnTo>
                  <a:lnTo>
                    <a:pt x="316" y="24"/>
                  </a:lnTo>
                  <a:lnTo>
                    <a:pt x="311" y="15"/>
                  </a:lnTo>
                  <a:lnTo>
                    <a:pt x="269" y="10"/>
                  </a:lnTo>
                  <a:lnTo>
                    <a:pt x="264" y="2"/>
                  </a:lnTo>
                  <a:lnTo>
                    <a:pt x="254" y="0"/>
                  </a:lnTo>
                  <a:lnTo>
                    <a:pt x="231" y="5"/>
                  </a:lnTo>
                  <a:lnTo>
                    <a:pt x="216" y="2"/>
                  </a:lnTo>
                  <a:lnTo>
                    <a:pt x="216" y="10"/>
                  </a:lnTo>
                  <a:lnTo>
                    <a:pt x="179" y="12"/>
                  </a:lnTo>
                  <a:lnTo>
                    <a:pt x="177" y="20"/>
                  </a:lnTo>
                  <a:lnTo>
                    <a:pt x="144" y="24"/>
                  </a:lnTo>
                  <a:lnTo>
                    <a:pt x="139" y="12"/>
                  </a:lnTo>
                  <a:lnTo>
                    <a:pt x="127" y="7"/>
                  </a:lnTo>
                  <a:lnTo>
                    <a:pt x="119" y="17"/>
                  </a:lnTo>
                  <a:lnTo>
                    <a:pt x="112" y="22"/>
                  </a:lnTo>
                  <a:lnTo>
                    <a:pt x="105" y="27"/>
                  </a:lnTo>
                  <a:lnTo>
                    <a:pt x="114" y="32"/>
                  </a:lnTo>
                  <a:lnTo>
                    <a:pt x="112" y="54"/>
                  </a:lnTo>
                  <a:lnTo>
                    <a:pt x="107" y="59"/>
                  </a:lnTo>
                  <a:lnTo>
                    <a:pt x="105" y="114"/>
                  </a:lnTo>
                  <a:lnTo>
                    <a:pt x="100" y="121"/>
                  </a:lnTo>
                  <a:lnTo>
                    <a:pt x="92" y="129"/>
                  </a:lnTo>
                  <a:lnTo>
                    <a:pt x="92" y="154"/>
                  </a:lnTo>
                  <a:lnTo>
                    <a:pt x="77" y="156"/>
                  </a:lnTo>
                  <a:lnTo>
                    <a:pt x="75" y="184"/>
                  </a:lnTo>
                  <a:lnTo>
                    <a:pt x="57" y="191"/>
                  </a:lnTo>
                  <a:lnTo>
                    <a:pt x="52" y="198"/>
                  </a:lnTo>
                  <a:lnTo>
                    <a:pt x="37" y="198"/>
                  </a:lnTo>
                  <a:lnTo>
                    <a:pt x="30" y="194"/>
                  </a:lnTo>
                  <a:lnTo>
                    <a:pt x="18" y="198"/>
                  </a:lnTo>
                  <a:lnTo>
                    <a:pt x="8" y="201"/>
                  </a:lnTo>
                  <a:lnTo>
                    <a:pt x="0" y="203"/>
                  </a:lnTo>
                  <a:lnTo>
                    <a:pt x="5" y="211"/>
                  </a:lnTo>
                  <a:lnTo>
                    <a:pt x="8" y="21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1" name="Freeform 187">
              <a:extLst>
                <a:ext uri="{FF2B5EF4-FFF2-40B4-BE49-F238E27FC236}">
                  <a16:creationId xmlns:a16="http://schemas.microsoft.com/office/drawing/2014/main" id="{0E4B0E6A-21E3-CD9F-EDC4-80B5C7C11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249" y="4545042"/>
              <a:ext cx="318071" cy="356930"/>
            </a:xfrm>
            <a:custGeom>
              <a:avLst/>
              <a:gdLst>
                <a:gd name="T0" fmla="*/ 10 w 221"/>
                <a:gd name="T1" fmla="*/ 2 h 248"/>
                <a:gd name="T2" fmla="*/ 18 w 221"/>
                <a:gd name="T3" fmla="*/ 5 h 248"/>
                <a:gd name="T4" fmla="*/ 42 w 221"/>
                <a:gd name="T5" fmla="*/ 5 h 248"/>
                <a:gd name="T6" fmla="*/ 60 w 221"/>
                <a:gd name="T7" fmla="*/ 0 h 248"/>
                <a:gd name="T8" fmla="*/ 95 w 221"/>
                <a:gd name="T9" fmla="*/ 2 h 248"/>
                <a:gd name="T10" fmla="*/ 102 w 221"/>
                <a:gd name="T11" fmla="*/ 32 h 248"/>
                <a:gd name="T12" fmla="*/ 110 w 221"/>
                <a:gd name="T13" fmla="*/ 37 h 248"/>
                <a:gd name="T14" fmla="*/ 110 w 221"/>
                <a:gd name="T15" fmla="*/ 47 h 248"/>
                <a:gd name="T16" fmla="*/ 142 w 221"/>
                <a:gd name="T17" fmla="*/ 47 h 248"/>
                <a:gd name="T18" fmla="*/ 144 w 221"/>
                <a:gd name="T19" fmla="*/ 27 h 248"/>
                <a:gd name="T20" fmla="*/ 152 w 221"/>
                <a:gd name="T21" fmla="*/ 20 h 248"/>
                <a:gd name="T22" fmla="*/ 162 w 221"/>
                <a:gd name="T23" fmla="*/ 42 h 248"/>
                <a:gd name="T24" fmla="*/ 169 w 221"/>
                <a:gd name="T25" fmla="*/ 37 h 248"/>
                <a:gd name="T26" fmla="*/ 182 w 221"/>
                <a:gd name="T27" fmla="*/ 35 h 248"/>
                <a:gd name="T28" fmla="*/ 187 w 221"/>
                <a:gd name="T29" fmla="*/ 45 h 248"/>
                <a:gd name="T30" fmla="*/ 189 w 221"/>
                <a:gd name="T31" fmla="*/ 84 h 248"/>
                <a:gd name="T32" fmla="*/ 189 w 221"/>
                <a:gd name="T33" fmla="*/ 99 h 248"/>
                <a:gd name="T34" fmla="*/ 199 w 221"/>
                <a:gd name="T35" fmla="*/ 109 h 248"/>
                <a:gd name="T36" fmla="*/ 221 w 221"/>
                <a:gd name="T37" fmla="*/ 109 h 248"/>
                <a:gd name="T38" fmla="*/ 219 w 221"/>
                <a:gd name="T39" fmla="*/ 149 h 248"/>
                <a:gd name="T40" fmla="*/ 202 w 221"/>
                <a:gd name="T41" fmla="*/ 149 h 248"/>
                <a:gd name="T42" fmla="*/ 197 w 221"/>
                <a:gd name="T43" fmla="*/ 139 h 248"/>
                <a:gd name="T44" fmla="*/ 189 w 221"/>
                <a:gd name="T45" fmla="*/ 139 h 248"/>
                <a:gd name="T46" fmla="*/ 189 w 221"/>
                <a:gd name="T47" fmla="*/ 149 h 248"/>
                <a:gd name="T48" fmla="*/ 177 w 221"/>
                <a:gd name="T49" fmla="*/ 151 h 248"/>
                <a:gd name="T50" fmla="*/ 174 w 221"/>
                <a:gd name="T51" fmla="*/ 199 h 248"/>
                <a:gd name="T52" fmla="*/ 177 w 221"/>
                <a:gd name="T53" fmla="*/ 214 h 248"/>
                <a:gd name="T54" fmla="*/ 192 w 221"/>
                <a:gd name="T55" fmla="*/ 231 h 248"/>
                <a:gd name="T56" fmla="*/ 192 w 221"/>
                <a:gd name="T57" fmla="*/ 241 h 248"/>
                <a:gd name="T58" fmla="*/ 172 w 221"/>
                <a:gd name="T59" fmla="*/ 248 h 248"/>
                <a:gd name="T60" fmla="*/ 157 w 221"/>
                <a:gd name="T61" fmla="*/ 246 h 248"/>
                <a:gd name="T62" fmla="*/ 119 w 221"/>
                <a:gd name="T63" fmla="*/ 241 h 248"/>
                <a:gd name="T64" fmla="*/ 115 w 221"/>
                <a:gd name="T65" fmla="*/ 231 h 248"/>
                <a:gd name="T66" fmla="*/ 67 w 221"/>
                <a:gd name="T67" fmla="*/ 234 h 248"/>
                <a:gd name="T68" fmla="*/ 37 w 221"/>
                <a:gd name="T69" fmla="*/ 231 h 248"/>
                <a:gd name="T70" fmla="*/ 18 w 221"/>
                <a:gd name="T71" fmla="*/ 224 h 248"/>
                <a:gd name="T72" fmla="*/ 0 w 221"/>
                <a:gd name="T73" fmla="*/ 229 h 248"/>
                <a:gd name="T74" fmla="*/ 0 w 221"/>
                <a:gd name="T75" fmla="*/ 199 h 248"/>
                <a:gd name="T76" fmla="*/ 20 w 221"/>
                <a:gd name="T77" fmla="*/ 164 h 248"/>
                <a:gd name="T78" fmla="*/ 30 w 221"/>
                <a:gd name="T79" fmla="*/ 142 h 248"/>
                <a:gd name="T80" fmla="*/ 32 w 221"/>
                <a:gd name="T81" fmla="*/ 134 h 248"/>
                <a:gd name="T82" fmla="*/ 40 w 221"/>
                <a:gd name="T83" fmla="*/ 132 h 248"/>
                <a:gd name="T84" fmla="*/ 42 w 221"/>
                <a:gd name="T85" fmla="*/ 114 h 248"/>
                <a:gd name="T86" fmla="*/ 32 w 221"/>
                <a:gd name="T87" fmla="*/ 97 h 248"/>
                <a:gd name="T88" fmla="*/ 28 w 221"/>
                <a:gd name="T89" fmla="*/ 72 h 248"/>
                <a:gd name="T90" fmla="*/ 25 w 221"/>
                <a:gd name="T91" fmla="*/ 47 h 248"/>
                <a:gd name="T92" fmla="*/ 15 w 221"/>
                <a:gd name="T93" fmla="*/ 40 h 248"/>
                <a:gd name="T94" fmla="*/ 15 w 221"/>
                <a:gd name="T95" fmla="*/ 12 h 248"/>
                <a:gd name="T96" fmla="*/ 5 w 221"/>
                <a:gd name="T97" fmla="*/ 12 h 248"/>
                <a:gd name="T98" fmla="*/ 10 w 221"/>
                <a:gd name="T99" fmla="*/ 2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1" h="248">
                  <a:moveTo>
                    <a:pt x="10" y="2"/>
                  </a:moveTo>
                  <a:lnTo>
                    <a:pt x="18" y="5"/>
                  </a:lnTo>
                  <a:lnTo>
                    <a:pt x="42" y="5"/>
                  </a:lnTo>
                  <a:lnTo>
                    <a:pt x="60" y="0"/>
                  </a:lnTo>
                  <a:lnTo>
                    <a:pt x="95" y="2"/>
                  </a:lnTo>
                  <a:lnTo>
                    <a:pt x="102" y="32"/>
                  </a:lnTo>
                  <a:lnTo>
                    <a:pt x="110" y="37"/>
                  </a:lnTo>
                  <a:lnTo>
                    <a:pt x="110" y="47"/>
                  </a:lnTo>
                  <a:lnTo>
                    <a:pt x="142" y="47"/>
                  </a:lnTo>
                  <a:lnTo>
                    <a:pt x="144" y="27"/>
                  </a:lnTo>
                  <a:lnTo>
                    <a:pt x="152" y="20"/>
                  </a:lnTo>
                  <a:lnTo>
                    <a:pt x="162" y="42"/>
                  </a:lnTo>
                  <a:lnTo>
                    <a:pt x="169" y="37"/>
                  </a:lnTo>
                  <a:lnTo>
                    <a:pt x="182" y="35"/>
                  </a:lnTo>
                  <a:lnTo>
                    <a:pt x="187" y="45"/>
                  </a:lnTo>
                  <a:lnTo>
                    <a:pt x="189" y="84"/>
                  </a:lnTo>
                  <a:lnTo>
                    <a:pt x="189" y="99"/>
                  </a:lnTo>
                  <a:lnTo>
                    <a:pt x="199" y="109"/>
                  </a:lnTo>
                  <a:lnTo>
                    <a:pt x="221" y="109"/>
                  </a:lnTo>
                  <a:lnTo>
                    <a:pt x="219" y="149"/>
                  </a:lnTo>
                  <a:lnTo>
                    <a:pt x="202" y="149"/>
                  </a:lnTo>
                  <a:lnTo>
                    <a:pt x="197" y="139"/>
                  </a:lnTo>
                  <a:lnTo>
                    <a:pt x="189" y="139"/>
                  </a:lnTo>
                  <a:lnTo>
                    <a:pt x="189" y="149"/>
                  </a:lnTo>
                  <a:lnTo>
                    <a:pt x="177" y="151"/>
                  </a:lnTo>
                  <a:lnTo>
                    <a:pt x="174" y="199"/>
                  </a:lnTo>
                  <a:lnTo>
                    <a:pt x="177" y="214"/>
                  </a:lnTo>
                  <a:lnTo>
                    <a:pt x="192" y="231"/>
                  </a:lnTo>
                  <a:lnTo>
                    <a:pt x="192" y="241"/>
                  </a:lnTo>
                  <a:lnTo>
                    <a:pt x="172" y="248"/>
                  </a:lnTo>
                  <a:lnTo>
                    <a:pt x="157" y="246"/>
                  </a:lnTo>
                  <a:lnTo>
                    <a:pt x="119" y="241"/>
                  </a:lnTo>
                  <a:lnTo>
                    <a:pt x="115" y="231"/>
                  </a:lnTo>
                  <a:lnTo>
                    <a:pt x="67" y="234"/>
                  </a:lnTo>
                  <a:lnTo>
                    <a:pt x="37" y="231"/>
                  </a:lnTo>
                  <a:lnTo>
                    <a:pt x="18" y="224"/>
                  </a:lnTo>
                  <a:lnTo>
                    <a:pt x="0" y="229"/>
                  </a:lnTo>
                  <a:lnTo>
                    <a:pt x="0" y="199"/>
                  </a:lnTo>
                  <a:lnTo>
                    <a:pt x="20" y="164"/>
                  </a:lnTo>
                  <a:lnTo>
                    <a:pt x="30" y="142"/>
                  </a:lnTo>
                  <a:lnTo>
                    <a:pt x="32" y="134"/>
                  </a:lnTo>
                  <a:lnTo>
                    <a:pt x="40" y="132"/>
                  </a:lnTo>
                  <a:lnTo>
                    <a:pt x="42" y="114"/>
                  </a:lnTo>
                  <a:lnTo>
                    <a:pt x="32" y="97"/>
                  </a:lnTo>
                  <a:lnTo>
                    <a:pt x="28" y="72"/>
                  </a:lnTo>
                  <a:lnTo>
                    <a:pt x="25" y="47"/>
                  </a:lnTo>
                  <a:lnTo>
                    <a:pt x="15" y="40"/>
                  </a:lnTo>
                  <a:lnTo>
                    <a:pt x="15" y="12"/>
                  </a:lnTo>
                  <a:lnTo>
                    <a:pt x="5" y="1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2" name="Freeform 188">
              <a:extLst>
                <a:ext uri="{FF2B5EF4-FFF2-40B4-BE49-F238E27FC236}">
                  <a16:creationId xmlns:a16="http://schemas.microsoft.com/office/drawing/2014/main" id="{4DF4038F-BEB1-0C9B-93C1-E9C97D89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637" y="5145203"/>
              <a:ext cx="38859" cy="47495"/>
            </a:xfrm>
            <a:custGeom>
              <a:avLst/>
              <a:gdLst>
                <a:gd name="T0" fmla="*/ 27 w 27"/>
                <a:gd name="T1" fmla="*/ 28 h 33"/>
                <a:gd name="T2" fmla="*/ 22 w 27"/>
                <a:gd name="T3" fmla="*/ 13 h 33"/>
                <a:gd name="T4" fmla="*/ 17 w 27"/>
                <a:gd name="T5" fmla="*/ 0 h 33"/>
                <a:gd name="T6" fmla="*/ 2 w 27"/>
                <a:gd name="T7" fmla="*/ 5 h 33"/>
                <a:gd name="T8" fmla="*/ 0 w 27"/>
                <a:gd name="T9" fmla="*/ 18 h 33"/>
                <a:gd name="T10" fmla="*/ 2 w 27"/>
                <a:gd name="T11" fmla="*/ 25 h 33"/>
                <a:gd name="T12" fmla="*/ 10 w 27"/>
                <a:gd name="T13" fmla="*/ 28 h 33"/>
                <a:gd name="T14" fmla="*/ 20 w 27"/>
                <a:gd name="T15" fmla="*/ 33 h 33"/>
                <a:gd name="T16" fmla="*/ 27 w 27"/>
                <a:gd name="T17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3">
                  <a:moveTo>
                    <a:pt x="27" y="28"/>
                  </a:moveTo>
                  <a:lnTo>
                    <a:pt x="22" y="13"/>
                  </a:lnTo>
                  <a:lnTo>
                    <a:pt x="17" y="0"/>
                  </a:lnTo>
                  <a:lnTo>
                    <a:pt x="2" y="5"/>
                  </a:lnTo>
                  <a:lnTo>
                    <a:pt x="0" y="18"/>
                  </a:lnTo>
                  <a:lnTo>
                    <a:pt x="2" y="25"/>
                  </a:lnTo>
                  <a:lnTo>
                    <a:pt x="10" y="28"/>
                  </a:lnTo>
                  <a:lnTo>
                    <a:pt x="20" y="33"/>
                  </a:lnTo>
                  <a:lnTo>
                    <a:pt x="27" y="2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3" name="Freeform 189">
              <a:extLst>
                <a:ext uri="{FF2B5EF4-FFF2-40B4-BE49-F238E27FC236}">
                  <a16:creationId xmlns:a16="http://schemas.microsoft.com/office/drawing/2014/main" id="{8AC2486F-02CE-58F7-28C7-610C79E5C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551" y="4234167"/>
              <a:ext cx="204371" cy="267698"/>
            </a:xfrm>
            <a:custGeom>
              <a:avLst/>
              <a:gdLst>
                <a:gd name="T0" fmla="*/ 102 w 142"/>
                <a:gd name="T1" fmla="*/ 186 h 186"/>
                <a:gd name="T2" fmla="*/ 75 w 142"/>
                <a:gd name="T3" fmla="*/ 171 h 186"/>
                <a:gd name="T4" fmla="*/ 75 w 142"/>
                <a:gd name="T5" fmla="*/ 156 h 186"/>
                <a:gd name="T6" fmla="*/ 55 w 142"/>
                <a:gd name="T7" fmla="*/ 151 h 186"/>
                <a:gd name="T8" fmla="*/ 20 w 142"/>
                <a:gd name="T9" fmla="*/ 121 h 186"/>
                <a:gd name="T10" fmla="*/ 5 w 142"/>
                <a:gd name="T11" fmla="*/ 121 h 186"/>
                <a:gd name="T12" fmla="*/ 0 w 142"/>
                <a:gd name="T13" fmla="*/ 109 h 186"/>
                <a:gd name="T14" fmla="*/ 5 w 142"/>
                <a:gd name="T15" fmla="*/ 89 h 186"/>
                <a:gd name="T16" fmla="*/ 15 w 142"/>
                <a:gd name="T17" fmla="*/ 69 h 186"/>
                <a:gd name="T18" fmla="*/ 15 w 142"/>
                <a:gd name="T19" fmla="*/ 37 h 186"/>
                <a:gd name="T20" fmla="*/ 5 w 142"/>
                <a:gd name="T21" fmla="*/ 19 h 186"/>
                <a:gd name="T22" fmla="*/ 30 w 142"/>
                <a:gd name="T23" fmla="*/ 0 h 186"/>
                <a:gd name="T24" fmla="*/ 48 w 142"/>
                <a:gd name="T25" fmla="*/ 5 h 186"/>
                <a:gd name="T26" fmla="*/ 65 w 142"/>
                <a:gd name="T27" fmla="*/ 17 h 186"/>
                <a:gd name="T28" fmla="*/ 68 w 142"/>
                <a:gd name="T29" fmla="*/ 29 h 186"/>
                <a:gd name="T30" fmla="*/ 105 w 142"/>
                <a:gd name="T31" fmla="*/ 27 h 186"/>
                <a:gd name="T32" fmla="*/ 105 w 142"/>
                <a:gd name="T33" fmla="*/ 19 h 186"/>
                <a:gd name="T34" fmla="*/ 127 w 142"/>
                <a:gd name="T35" fmla="*/ 17 h 186"/>
                <a:gd name="T36" fmla="*/ 135 w 142"/>
                <a:gd name="T37" fmla="*/ 24 h 186"/>
                <a:gd name="T38" fmla="*/ 142 w 142"/>
                <a:gd name="T39" fmla="*/ 29 h 186"/>
                <a:gd name="T40" fmla="*/ 135 w 142"/>
                <a:gd name="T41" fmla="*/ 37 h 186"/>
                <a:gd name="T42" fmla="*/ 127 w 142"/>
                <a:gd name="T43" fmla="*/ 49 h 186"/>
                <a:gd name="T44" fmla="*/ 132 w 142"/>
                <a:gd name="T45" fmla="*/ 126 h 186"/>
                <a:gd name="T46" fmla="*/ 140 w 142"/>
                <a:gd name="T47" fmla="*/ 131 h 186"/>
                <a:gd name="T48" fmla="*/ 132 w 142"/>
                <a:gd name="T49" fmla="*/ 139 h 186"/>
                <a:gd name="T50" fmla="*/ 125 w 142"/>
                <a:gd name="T51" fmla="*/ 151 h 186"/>
                <a:gd name="T52" fmla="*/ 112 w 142"/>
                <a:gd name="T53" fmla="*/ 161 h 186"/>
                <a:gd name="T54" fmla="*/ 110 w 142"/>
                <a:gd name="T55" fmla="*/ 174 h 186"/>
                <a:gd name="T56" fmla="*/ 102 w 142"/>
                <a:gd name="T5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2" h="186">
                  <a:moveTo>
                    <a:pt x="102" y="186"/>
                  </a:moveTo>
                  <a:lnTo>
                    <a:pt x="75" y="171"/>
                  </a:lnTo>
                  <a:lnTo>
                    <a:pt x="75" y="156"/>
                  </a:lnTo>
                  <a:lnTo>
                    <a:pt x="55" y="151"/>
                  </a:lnTo>
                  <a:lnTo>
                    <a:pt x="20" y="121"/>
                  </a:lnTo>
                  <a:lnTo>
                    <a:pt x="5" y="121"/>
                  </a:lnTo>
                  <a:lnTo>
                    <a:pt x="0" y="109"/>
                  </a:lnTo>
                  <a:lnTo>
                    <a:pt x="5" y="89"/>
                  </a:lnTo>
                  <a:lnTo>
                    <a:pt x="15" y="69"/>
                  </a:lnTo>
                  <a:lnTo>
                    <a:pt x="15" y="37"/>
                  </a:lnTo>
                  <a:lnTo>
                    <a:pt x="5" y="19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65" y="17"/>
                  </a:lnTo>
                  <a:lnTo>
                    <a:pt x="68" y="29"/>
                  </a:lnTo>
                  <a:lnTo>
                    <a:pt x="105" y="27"/>
                  </a:lnTo>
                  <a:lnTo>
                    <a:pt x="105" y="19"/>
                  </a:lnTo>
                  <a:lnTo>
                    <a:pt x="127" y="17"/>
                  </a:lnTo>
                  <a:lnTo>
                    <a:pt x="135" y="24"/>
                  </a:lnTo>
                  <a:lnTo>
                    <a:pt x="142" y="29"/>
                  </a:lnTo>
                  <a:lnTo>
                    <a:pt x="135" y="37"/>
                  </a:lnTo>
                  <a:lnTo>
                    <a:pt x="127" y="49"/>
                  </a:lnTo>
                  <a:lnTo>
                    <a:pt x="132" y="126"/>
                  </a:lnTo>
                  <a:lnTo>
                    <a:pt x="140" y="131"/>
                  </a:lnTo>
                  <a:lnTo>
                    <a:pt x="132" y="139"/>
                  </a:lnTo>
                  <a:lnTo>
                    <a:pt x="125" y="151"/>
                  </a:lnTo>
                  <a:lnTo>
                    <a:pt x="112" y="161"/>
                  </a:lnTo>
                  <a:lnTo>
                    <a:pt x="110" y="174"/>
                  </a:lnTo>
                  <a:lnTo>
                    <a:pt x="102" y="18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4" name="Freeform 190">
              <a:extLst>
                <a:ext uri="{FF2B5EF4-FFF2-40B4-BE49-F238E27FC236}">
                  <a16:creationId xmlns:a16="http://schemas.microsoft.com/office/drawing/2014/main" id="{1CB6454F-94C8-2FB4-DCA8-47FED90E3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280" y="3786565"/>
              <a:ext cx="358370" cy="489340"/>
            </a:xfrm>
            <a:custGeom>
              <a:avLst/>
              <a:gdLst>
                <a:gd name="T0" fmla="*/ 154 w 249"/>
                <a:gd name="T1" fmla="*/ 340 h 340"/>
                <a:gd name="T2" fmla="*/ 147 w 249"/>
                <a:gd name="T3" fmla="*/ 335 h 340"/>
                <a:gd name="T4" fmla="*/ 139 w 249"/>
                <a:gd name="T5" fmla="*/ 328 h 340"/>
                <a:gd name="T6" fmla="*/ 117 w 249"/>
                <a:gd name="T7" fmla="*/ 330 h 340"/>
                <a:gd name="T8" fmla="*/ 117 w 249"/>
                <a:gd name="T9" fmla="*/ 338 h 340"/>
                <a:gd name="T10" fmla="*/ 80 w 249"/>
                <a:gd name="T11" fmla="*/ 340 h 340"/>
                <a:gd name="T12" fmla="*/ 77 w 249"/>
                <a:gd name="T13" fmla="*/ 328 h 340"/>
                <a:gd name="T14" fmla="*/ 60 w 249"/>
                <a:gd name="T15" fmla="*/ 316 h 340"/>
                <a:gd name="T16" fmla="*/ 42 w 249"/>
                <a:gd name="T17" fmla="*/ 311 h 340"/>
                <a:gd name="T18" fmla="*/ 42 w 249"/>
                <a:gd name="T19" fmla="*/ 301 h 340"/>
                <a:gd name="T20" fmla="*/ 35 w 249"/>
                <a:gd name="T21" fmla="*/ 286 h 340"/>
                <a:gd name="T22" fmla="*/ 27 w 249"/>
                <a:gd name="T23" fmla="*/ 281 h 340"/>
                <a:gd name="T24" fmla="*/ 20 w 249"/>
                <a:gd name="T25" fmla="*/ 276 h 340"/>
                <a:gd name="T26" fmla="*/ 17 w 249"/>
                <a:gd name="T27" fmla="*/ 261 h 340"/>
                <a:gd name="T28" fmla="*/ 10 w 249"/>
                <a:gd name="T29" fmla="*/ 258 h 340"/>
                <a:gd name="T30" fmla="*/ 0 w 249"/>
                <a:gd name="T31" fmla="*/ 241 h 340"/>
                <a:gd name="T32" fmla="*/ 17 w 249"/>
                <a:gd name="T33" fmla="*/ 239 h 340"/>
                <a:gd name="T34" fmla="*/ 22 w 249"/>
                <a:gd name="T35" fmla="*/ 199 h 340"/>
                <a:gd name="T36" fmla="*/ 37 w 249"/>
                <a:gd name="T37" fmla="*/ 199 h 340"/>
                <a:gd name="T38" fmla="*/ 40 w 249"/>
                <a:gd name="T39" fmla="*/ 159 h 340"/>
                <a:gd name="T40" fmla="*/ 62 w 249"/>
                <a:gd name="T41" fmla="*/ 154 h 340"/>
                <a:gd name="T42" fmla="*/ 60 w 249"/>
                <a:gd name="T43" fmla="*/ 107 h 340"/>
                <a:gd name="T44" fmla="*/ 47 w 249"/>
                <a:gd name="T45" fmla="*/ 102 h 340"/>
                <a:gd name="T46" fmla="*/ 47 w 249"/>
                <a:gd name="T47" fmla="*/ 89 h 340"/>
                <a:gd name="T48" fmla="*/ 65 w 249"/>
                <a:gd name="T49" fmla="*/ 89 h 340"/>
                <a:gd name="T50" fmla="*/ 62 w 249"/>
                <a:gd name="T51" fmla="*/ 74 h 340"/>
                <a:gd name="T52" fmla="*/ 55 w 249"/>
                <a:gd name="T53" fmla="*/ 57 h 340"/>
                <a:gd name="T54" fmla="*/ 55 w 249"/>
                <a:gd name="T55" fmla="*/ 35 h 340"/>
                <a:gd name="T56" fmla="*/ 67 w 249"/>
                <a:gd name="T57" fmla="*/ 0 h 340"/>
                <a:gd name="T58" fmla="*/ 75 w 249"/>
                <a:gd name="T59" fmla="*/ 15 h 340"/>
                <a:gd name="T60" fmla="*/ 82 w 249"/>
                <a:gd name="T61" fmla="*/ 32 h 340"/>
                <a:gd name="T62" fmla="*/ 92 w 249"/>
                <a:gd name="T63" fmla="*/ 42 h 340"/>
                <a:gd name="T64" fmla="*/ 102 w 249"/>
                <a:gd name="T65" fmla="*/ 65 h 340"/>
                <a:gd name="T66" fmla="*/ 109 w 249"/>
                <a:gd name="T67" fmla="*/ 79 h 340"/>
                <a:gd name="T68" fmla="*/ 112 w 249"/>
                <a:gd name="T69" fmla="*/ 94 h 340"/>
                <a:gd name="T70" fmla="*/ 132 w 249"/>
                <a:gd name="T71" fmla="*/ 102 h 340"/>
                <a:gd name="T72" fmla="*/ 142 w 249"/>
                <a:gd name="T73" fmla="*/ 124 h 340"/>
                <a:gd name="T74" fmla="*/ 157 w 249"/>
                <a:gd name="T75" fmla="*/ 152 h 340"/>
                <a:gd name="T76" fmla="*/ 152 w 249"/>
                <a:gd name="T77" fmla="*/ 164 h 340"/>
                <a:gd name="T78" fmla="*/ 149 w 249"/>
                <a:gd name="T79" fmla="*/ 196 h 340"/>
                <a:gd name="T80" fmla="*/ 169 w 249"/>
                <a:gd name="T81" fmla="*/ 201 h 340"/>
                <a:gd name="T82" fmla="*/ 182 w 249"/>
                <a:gd name="T83" fmla="*/ 211 h 340"/>
                <a:gd name="T84" fmla="*/ 211 w 249"/>
                <a:gd name="T85" fmla="*/ 241 h 340"/>
                <a:gd name="T86" fmla="*/ 234 w 249"/>
                <a:gd name="T87" fmla="*/ 241 h 340"/>
                <a:gd name="T88" fmla="*/ 249 w 249"/>
                <a:gd name="T89" fmla="*/ 258 h 340"/>
                <a:gd name="T90" fmla="*/ 231 w 249"/>
                <a:gd name="T91" fmla="*/ 273 h 340"/>
                <a:gd name="T92" fmla="*/ 229 w 249"/>
                <a:gd name="T93" fmla="*/ 298 h 340"/>
                <a:gd name="T94" fmla="*/ 209 w 249"/>
                <a:gd name="T95" fmla="*/ 316 h 340"/>
                <a:gd name="T96" fmla="*/ 186 w 249"/>
                <a:gd name="T97" fmla="*/ 321 h 340"/>
                <a:gd name="T98" fmla="*/ 169 w 249"/>
                <a:gd name="T99" fmla="*/ 321 h 340"/>
                <a:gd name="T100" fmla="*/ 154 w 249"/>
                <a:gd name="T101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9" h="340">
                  <a:moveTo>
                    <a:pt x="154" y="340"/>
                  </a:moveTo>
                  <a:lnTo>
                    <a:pt x="147" y="335"/>
                  </a:lnTo>
                  <a:lnTo>
                    <a:pt x="139" y="328"/>
                  </a:lnTo>
                  <a:lnTo>
                    <a:pt x="117" y="330"/>
                  </a:lnTo>
                  <a:lnTo>
                    <a:pt x="117" y="338"/>
                  </a:lnTo>
                  <a:lnTo>
                    <a:pt x="80" y="340"/>
                  </a:lnTo>
                  <a:lnTo>
                    <a:pt x="77" y="328"/>
                  </a:lnTo>
                  <a:lnTo>
                    <a:pt x="60" y="316"/>
                  </a:lnTo>
                  <a:lnTo>
                    <a:pt x="42" y="311"/>
                  </a:lnTo>
                  <a:lnTo>
                    <a:pt x="42" y="301"/>
                  </a:lnTo>
                  <a:lnTo>
                    <a:pt x="35" y="286"/>
                  </a:lnTo>
                  <a:lnTo>
                    <a:pt x="27" y="281"/>
                  </a:lnTo>
                  <a:lnTo>
                    <a:pt x="20" y="276"/>
                  </a:lnTo>
                  <a:lnTo>
                    <a:pt x="17" y="261"/>
                  </a:lnTo>
                  <a:lnTo>
                    <a:pt x="10" y="258"/>
                  </a:lnTo>
                  <a:lnTo>
                    <a:pt x="0" y="241"/>
                  </a:lnTo>
                  <a:lnTo>
                    <a:pt x="17" y="239"/>
                  </a:lnTo>
                  <a:lnTo>
                    <a:pt x="22" y="199"/>
                  </a:lnTo>
                  <a:lnTo>
                    <a:pt x="37" y="199"/>
                  </a:lnTo>
                  <a:lnTo>
                    <a:pt x="40" y="159"/>
                  </a:lnTo>
                  <a:lnTo>
                    <a:pt x="62" y="154"/>
                  </a:lnTo>
                  <a:lnTo>
                    <a:pt x="60" y="107"/>
                  </a:lnTo>
                  <a:lnTo>
                    <a:pt x="47" y="102"/>
                  </a:lnTo>
                  <a:lnTo>
                    <a:pt x="47" y="89"/>
                  </a:lnTo>
                  <a:lnTo>
                    <a:pt x="65" y="89"/>
                  </a:lnTo>
                  <a:lnTo>
                    <a:pt x="62" y="74"/>
                  </a:lnTo>
                  <a:lnTo>
                    <a:pt x="55" y="57"/>
                  </a:lnTo>
                  <a:lnTo>
                    <a:pt x="55" y="35"/>
                  </a:lnTo>
                  <a:lnTo>
                    <a:pt x="67" y="0"/>
                  </a:lnTo>
                  <a:lnTo>
                    <a:pt x="75" y="15"/>
                  </a:lnTo>
                  <a:lnTo>
                    <a:pt x="82" y="32"/>
                  </a:lnTo>
                  <a:lnTo>
                    <a:pt x="92" y="42"/>
                  </a:lnTo>
                  <a:lnTo>
                    <a:pt x="102" y="65"/>
                  </a:lnTo>
                  <a:lnTo>
                    <a:pt x="109" y="79"/>
                  </a:lnTo>
                  <a:lnTo>
                    <a:pt x="112" y="94"/>
                  </a:lnTo>
                  <a:lnTo>
                    <a:pt x="132" y="102"/>
                  </a:lnTo>
                  <a:lnTo>
                    <a:pt x="142" y="124"/>
                  </a:lnTo>
                  <a:lnTo>
                    <a:pt x="157" y="152"/>
                  </a:lnTo>
                  <a:lnTo>
                    <a:pt x="152" y="164"/>
                  </a:lnTo>
                  <a:lnTo>
                    <a:pt x="149" y="196"/>
                  </a:lnTo>
                  <a:lnTo>
                    <a:pt x="169" y="201"/>
                  </a:lnTo>
                  <a:lnTo>
                    <a:pt x="182" y="211"/>
                  </a:lnTo>
                  <a:lnTo>
                    <a:pt x="211" y="241"/>
                  </a:lnTo>
                  <a:lnTo>
                    <a:pt x="234" y="241"/>
                  </a:lnTo>
                  <a:lnTo>
                    <a:pt x="249" y="258"/>
                  </a:lnTo>
                  <a:lnTo>
                    <a:pt x="231" y="273"/>
                  </a:lnTo>
                  <a:lnTo>
                    <a:pt x="229" y="298"/>
                  </a:lnTo>
                  <a:lnTo>
                    <a:pt x="209" y="316"/>
                  </a:lnTo>
                  <a:lnTo>
                    <a:pt x="186" y="321"/>
                  </a:lnTo>
                  <a:lnTo>
                    <a:pt x="169" y="321"/>
                  </a:lnTo>
                  <a:lnTo>
                    <a:pt x="154" y="34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5" name="Freeform 193">
              <a:extLst>
                <a:ext uri="{FF2B5EF4-FFF2-40B4-BE49-F238E27FC236}">
                  <a16:creationId xmlns:a16="http://schemas.microsoft.com/office/drawing/2014/main" id="{2A1B661F-7EE2-9778-4968-0631CFC51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334" y="4015403"/>
              <a:ext cx="272015" cy="407303"/>
            </a:xfrm>
            <a:custGeom>
              <a:avLst/>
              <a:gdLst>
                <a:gd name="T0" fmla="*/ 30 w 189"/>
                <a:gd name="T1" fmla="*/ 42 h 283"/>
                <a:gd name="T2" fmla="*/ 43 w 189"/>
                <a:gd name="T3" fmla="*/ 52 h 283"/>
                <a:gd name="T4" fmla="*/ 72 w 189"/>
                <a:gd name="T5" fmla="*/ 82 h 283"/>
                <a:gd name="T6" fmla="*/ 95 w 189"/>
                <a:gd name="T7" fmla="*/ 82 h 283"/>
                <a:gd name="T8" fmla="*/ 110 w 189"/>
                <a:gd name="T9" fmla="*/ 99 h 283"/>
                <a:gd name="T10" fmla="*/ 92 w 189"/>
                <a:gd name="T11" fmla="*/ 114 h 283"/>
                <a:gd name="T12" fmla="*/ 90 w 189"/>
                <a:gd name="T13" fmla="*/ 139 h 283"/>
                <a:gd name="T14" fmla="*/ 70 w 189"/>
                <a:gd name="T15" fmla="*/ 157 h 283"/>
                <a:gd name="T16" fmla="*/ 47 w 189"/>
                <a:gd name="T17" fmla="*/ 162 h 283"/>
                <a:gd name="T18" fmla="*/ 30 w 189"/>
                <a:gd name="T19" fmla="*/ 162 h 283"/>
                <a:gd name="T20" fmla="*/ 15 w 189"/>
                <a:gd name="T21" fmla="*/ 181 h 283"/>
                <a:gd name="T22" fmla="*/ 8 w 189"/>
                <a:gd name="T23" fmla="*/ 189 h 283"/>
                <a:gd name="T24" fmla="*/ 0 w 189"/>
                <a:gd name="T25" fmla="*/ 201 h 283"/>
                <a:gd name="T26" fmla="*/ 5 w 189"/>
                <a:gd name="T27" fmla="*/ 278 h 283"/>
                <a:gd name="T28" fmla="*/ 13 w 189"/>
                <a:gd name="T29" fmla="*/ 283 h 283"/>
                <a:gd name="T30" fmla="*/ 25 w 189"/>
                <a:gd name="T31" fmla="*/ 266 h 283"/>
                <a:gd name="T32" fmla="*/ 35 w 189"/>
                <a:gd name="T33" fmla="*/ 249 h 283"/>
                <a:gd name="T34" fmla="*/ 55 w 189"/>
                <a:gd name="T35" fmla="*/ 234 h 283"/>
                <a:gd name="T36" fmla="*/ 90 w 189"/>
                <a:gd name="T37" fmla="*/ 201 h 283"/>
                <a:gd name="T38" fmla="*/ 122 w 189"/>
                <a:gd name="T39" fmla="*/ 171 h 283"/>
                <a:gd name="T40" fmla="*/ 142 w 189"/>
                <a:gd name="T41" fmla="*/ 142 h 283"/>
                <a:gd name="T42" fmla="*/ 149 w 189"/>
                <a:gd name="T43" fmla="*/ 109 h 283"/>
                <a:gd name="T44" fmla="*/ 159 w 189"/>
                <a:gd name="T45" fmla="*/ 82 h 283"/>
                <a:gd name="T46" fmla="*/ 174 w 189"/>
                <a:gd name="T47" fmla="*/ 62 h 283"/>
                <a:gd name="T48" fmla="*/ 182 w 189"/>
                <a:gd name="T49" fmla="*/ 42 h 283"/>
                <a:gd name="T50" fmla="*/ 189 w 189"/>
                <a:gd name="T51" fmla="*/ 30 h 283"/>
                <a:gd name="T52" fmla="*/ 179 w 189"/>
                <a:gd name="T53" fmla="*/ 20 h 283"/>
                <a:gd name="T54" fmla="*/ 167 w 189"/>
                <a:gd name="T55" fmla="*/ 0 h 283"/>
                <a:gd name="T56" fmla="*/ 147 w 189"/>
                <a:gd name="T57" fmla="*/ 17 h 283"/>
                <a:gd name="T58" fmla="*/ 127 w 189"/>
                <a:gd name="T59" fmla="*/ 22 h 283"/>
                <a:gd name="T60" fmla="*/ 115 w 189"/>
                <a:gd name="T61" fmla="*/ 27 h 283"/>
                <a:gd name="T62" fmla="*/ 105 w 189"/>
                <a:gd name="T63" fmla="*/ 35 h 283"/>
                <a:gd name="T64" fmla="*/ 67 w 189"/>
                <a:gd name="T65" fmla="*/ 32 h 283"/>
                <a:gd name="T66" fmla="*/ 47 w 189"/>
                <a:gd name="T67" fmla="*/ 25 h 283"/>
                <a:gd name="T68" fmla="*/ 30 w 189"/>
                <a:gd name="T69" fmla="*/ 4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9" h="283">
                  <a:moveTo>
                    <a:pt x="30" y="42"/>
                  </a:moveTo>
                  <a:lnTo>
                    <a:pt x="43" y="52"/>
                  </a:lnTo>
                  <a:lnTo>
                    <a:pt x="72" y="82"/>
                  </a:lnTo>
                  <a:lnTo>
                    <a:pt x="95" y="82"/>
                  </a:lnTo>
                  <a:lnTo>
                    <a:pt x="110" y="99"/>
                  </a:lnTo>
                  <a:lnTo>
                    <a:pt x="92" y="114"/>
                  </a:lnTo>
                  <a:lnTo>
                    <a:pt x="90" y="139"/>
                  </a:lnTo>
                  <a:lnTo>
                    <a:pt x="70" y="157"/>
                  </a:lnTo>
                  <a:lnTo>
                    <a:pt x="47" y="162"/>
                  </a:lnTo>
                  <a:lnTo>
                    <a:pt x="30" y="162"/>
                  </a:lnTo>
                  <a:lnTo>
                    <a:pt x="15" y="181"/>
                  </a:lnTo>
                  <a:lnTo>
                    <a:pt x="8" y="189"/>
                  </a:lnTo>
                  <a:lnTo>
                    <a:pt x="0" y="201"/>
                  </a:lnTo>
                  <a:lnTo>
                    <a:pt x="5" y="278"/>
                  </a:lnTo>
                  <a:lnTo>
                    <a:pt x="13" y="283"/>
                  </a:lnTo>
                  <a:lnTo>
                    <a:pt x="25" y="266"/>
                  </a:lnTo>
                  <a:lnTo>
                    <a:pt x="35" y="249"/>
                  </a:lnTo>
                  <a:lnTo>
                    <a:pt x="55" y="234"/>
                  </a:lnTo>
                  <a:lnTo>
                    <a:pt x="90" y="201"/>
                  </a:lnTo>
                  <a:lnTo>
                    <a:pt x="122" y="171"/>
                  </a:lnTo>
                  <a:lnTo>
                    <a:pt x="142" y="142"/>
                  </a:lnTo>
                  <a:lnTo>
                    <a:pt x="149" y="109"/>
                  </a:lnTo>
                  <a:lnTo>
                    <a:pt x="159" y="82"/>
                  </a:lnTo>
                  <a:lnTo>
                    <a:pt x="174" y="62"/>
                  </a:lnTo>
                  <a:lnTo>
                    <a:pt x="182" y="42"/>
                  </a:lnTo>
                  <a:lnTo>
                    <a:pt x="189" y="30"/>
                  </a:lnTo>
                  <a:lnTo>
                    <a:pt x="179" y="20"/>
                  </a:lnTo>
                  <a:lnTo>
                    <a:pt x="167" y="0"/>
                  </a:lnTo>
                  <a:lnTo>
                    <a:pt x="147" y="17"/>
                  </a:lnTo>
                  <a:lnTo>
                    <a:pt x="127" y="22"/>
                  </a:lnTo>
                  <a:lnTo>
                    <a:pt x="115" y="27"/>
                  </a:lnTo>
                  <a:lnTo>
                    <a:pt x="105" y="35"/>
                  </a:lnTo>
                  <a:lnTo>
                    <a:pt x="67" y="32"/>
                  </a:lnTo>
                  <a:lnTo>
                    <a:pt x="47" y="25"/>
                  </a:lnTo>
                  <a:lnTo>
                    <a:pt x="30" y="4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6" name="Freeform 194">
              <a:extLst>
                <a:ext uri="{FF2B5EF4-FFF2-40B4-BE49-F238E27FC236}">
                  <a16:creationId xmlns:a16="http://schemas.microsoft.com/office/drawing/2014/main" id="{F632C28A-35CC-844E-6CCA-15FFD5873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680" y="3377822"/>
              <a:ext cx="390033" cy="466312"/>
            </a:xfrm>
            <a:custGeom>
              <a:avLst/>
              <a:gdLst>
                <a:gd name="T0" fmla="*/ 33 w 271"/>
                <a:gd name="T1" fmla="*/ 3 h 324"/>
                <a:gd name="T2" fmla="*/ 48 w 271"/>
                <a:gd name="T3" fmla="*/ 13 h 324"/>
                <a:gd name="T4" fmla="*/ 58 w 271"/>
                <a:gd name="T5" fmla="*/ 13 h 324"/>
                <a:gd name="T6" fmla="*/ 100 w 271"/>
                <a:gd name="T7" fmla="*/ 20 h 324"/>
                <a:gd name="T8" fmla="*/ 105 w 271"/>
                <a:gd name="T9" fmla="*/ 35 h 324"/>
                <a:gd name="T10" fmla="*/ 132 w 271"/>
                <a:gd name="T11" fmla="*/ 38 h 324"/>
                <a:gd name="T12" fmla="*/ 132 w 271"/>
                <a:gd name="T13" fmla="*/ 48 h 324"/>
                <a:gd name="T14" fmla="*/ 159 w 271"/>
                <a:gd name="T15" fmla="*/ 53 h 324"/>
                <a:gd name="T16" fmla="*/ 174 w 271"/>
                <a:gd name="T17" fmla="*/ 60 h 324"/>
                <a:gd name="T18" fmla="*/ 179 w 271"/>
                <a:gd name="T19" fmla="*/ 50 h 324"/>
                <a:gd name="T20" fmla="*/ 179 w 271"/>
                <a:gd name="T21" fmla="*/ 25 h 324"/>
                <a:gd name="T22" fmla="*/ 187 w 271"/>
                <a:gd name="T23" fmla="*/ 18 h 324"/>
                <a:gd name="T24" fmla="*/ 194 w 271"/>
                <a:gd name="T25" fmla="*/ 8 h 324"/>
                <a:gd name="T26" fmla="*/ 202 w 271"/>
                <a:gd name="T27" fmla="*/ 0 h 324"/>
                <a:gd name="T28" fmla="*/ 219 w 271"/>
                <a:gd name="T29" fmla="*/ 3 h 324"/>
                <a:gd name="T30" fmla="*/ 229 w 271"/>
                <a:gd name="T31" fmla="*/ 13 h 324"/>
                <a:gd name="T32" fmla="*/ 239 w 271"/>
                <a:gd name="T33" fmla="*/ 20 h 324"/>
                <a:gd name="T34" fmla="*/ 256 w 271"/>
                <a:gd name="T35" fmla="*/ 20 h 324"/>
                <a:gd name="T36" fmla="*/ 271 w 271"/>
                <a:gd name="T37" fmla="*/ 25 h 324"/>
                <a:gd name="T38" fmla="*/ 269 w 271"/>
                <a:gd name="T39" fmla="*/ 43 h 324"/>
                <a:gd name="T40" fmla="*/ 269 w 271"/>
                <a:gd name="T41" fmla="*/ 259 h 324"/>
                <a:gd name="T42" fmla="*/ 269 w 271"/>
                <a:gd name="T43" fmla="*/ 289 h 324"/>
                <a:gd name="T44" fmla="*/ 256 w 271"/>
                <a:gd name="T45" fmla="*/ 291 h 324"/>
                <a:gd name="T46" fmla="*/ 259 w 271"/>
                <a:gd name="T47" fmla="*/ 324 h 324"/>
                <a:gd name="T48" fmla="*/ 246 w 271"/>
                <a:gd name="T49" fmla="*/ 324 h 324"/>
                <a:gd name="T50" fmla="*/ 217 w 271"/>
                <a:gd name="T51" fmla="*/ 299 h 324"/>
                <a:gd name="T52" fmla="*/ 204 w 271"/>
                <a:gd name="T53" fmla="*/ 294 h 324"/>
                <a:gd name="T54" fmla="*/ 177 w 271"/>
                <a:gd name="T55" fmla="*/ 279 h 324"/>
                <a:gd name="T56" fmla="*/ 169 w 271"/>
                <a:gd name="T57" fmla="*/ 264 h 324"/>
                <a:gd name="T58" fmla="*/ 137 w 271"/>
                <a:gd name="T59" fmla="*/ 259 h 324"/>
                <a:gd name="T60" fmla="*/ 132 w 271"/>
                <a:gd name="T61" fmla="*/ 244 h 324"/>
                <a:gd name="T62" fmla="*/ 117 w 271"/>
                <a:gd name="T63" fmla="*/ 239 h 324"/>
                <a:gd name="T64" fmla="*/ 115 w 271"/>
                <a:gd name="T65" fmla="*/ 232 h 324"/>
                <a:gd name="T66" fmla="*/ 97 w 271"/>
                <a:gd name="T67" fmla="*/ 229 h 324"/>
                <a:gd name="T68" fmla="*/ 87 w 271"/>
                <a:gd name="T69" fmla="*/ 224 h 324"/>
                <a:gd name="T70" fmla="*/ 68 w 271"/>
                <a:gd name="T71" fmla="*/ 222 h 324"/>
                <a:gd name="T72" fmla="*/ 63 w 271"/>
                <a:gd name="T73" fmla="*/ 214 h 324"/>
                <a:gd name="T74" fmla="*/ 40 w 271"/>
                <a:gd name="T75" fmla="*/ 214 h 324"/>
                <a:gd name="T76" fmla="*/ 38 w 271"/>
                <a:gd name="T77" fmla="*/ 197 h 324"/>
                <a:gd name="T78" fmla="*/ 10 w 271"/>
                <a:gd name="T79" fmla="*/ 192 h 324"/>
                <a:gd name="T80" fmla="*/ 0 w 271"/>
                <a:gd name="T81" fmla="*/ 182 h 324"/>
                <a:gd name="T82" fmla="*/ 0 w 271"/>
                <a:gd name="T83" fmla="*/ 162 h 324"/>
                <a:gd name="T84" fmla="*/ 3 w 271"/>
                <a:gd name="T85" fmla="*/ 43 h 324"/>
                <a:gd name="T86" fmla="*/ 20 w 271"/>
                <a:gd name="T87" fmla="*/ 33 h 324"/>
                <a:gd name="T88" fmla="*/ 30 w 271"/>
                <a:gd name="T89" fmla="*/ 30 h 324"/>
                <a:gd name="T90" fmla="*/ 33 w 271"/>
                <a:gd name="T91" fmla="*/ 3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1" h="324">
                  <a:moveTo>
                    <a:pt x="33" y="3"/>
                  </a:moveTo>
                  <a:lnTo>
                    <a:pt x="48" y="13"/>
                  </a:lnTo>
                  <a:lnTo>
                    <a:pt x="58" y="13"/>
                  </a:lnTo>
                  <a:lnTo>
                    <a:pt x="100" y="20"/>
                  </a:lnTo>
                  <a:lnTo>
                    <a:pt x="105" y="35"/>
                  </a:lnTo>
                  <a:lnTo>
                    <a:pt x="132" y="38"/>
                  </a:lnTo>
                  <a:lnTo>
                    <a:pt x="132" y="48"/>
                  </a:lnTo>
                  <a:lnTo>
                    <a:pt x="159" y="53"/>
                  </a:lnTo>
                  <a:lnTo>
                    <a:pt x="174" y="60"/>
                  </a:lnTo>
                  <a:lnTo>
                    <a:pt x="179" y="50"/>
                  </a:lnTo>
                  <a:lnTo>
                    <a:pt x="179" y="25"/>
                  </a:lnTo>
                  <a:lnTo>
                    <a:pt x="187" y="18"/>
                  </a:lnTo>
                  <a:lnTo>
                    <a:pt x="194" y="8"/>
                  </a:lnTo>
                  <a:lnTo>
                    <a:pt x="202" y="0"/>
                  </a:lnTo>
                  <a:lnTo>
                    <a:pt x="219" y="3"/>
                  </a:lnTo>
                  <a:lnTo>
                    <a:pt x="229" y="13"/>
                  </a:lnTo>
                  <a:lnTo>
                    <a:pt x="239" y="20"/>
                  </a:lnTo>
                  <a:lnTo>
                    <a:pt x="256" y="20"/>
                  </a:lnTo>
                  <a:lnTo>
                    <a:pt x="271" y="25"/>
                  </a:lnTo>
                  <a:lnTo>
                    <a:pt x="269" y="43"/>
                  </a:lnTo>
                  <a:lnTo>
                    <a:pt x="269" y="259"/>
                  </a:lnTo>
                  <a:lnTo>
                    <a:pt x="269" y="289"/>
                  </a:lnTo>
                  <a:lnTo>
                    <a:pt x="256" y="291"/>
                  </a:lnTo>
                  <a:lnTo>
                    <a:pt x="259" y="324"/>
                  </a:lnTo>
                  <a:lnTo>
                    <a:pt x="246" y="324"/>
                  </a:lnTo>
                  <a:lnTo>
                    <a:pt x="217" y="299"/>
                  </a:lnTo>
                  <a:lnTo>
                    <a:pt x="204" y="294"/>
                  </a:lnTo>
                  <a:lnTo>
                    <a:pt x="177" y="279"/>
                  </a:lnTo>
                  <a:lnTo>
                    <a:pt x="169" y="264"/>
                  </a:lnTo>
                  <a:lnTo>
                    <a:pt x="137" y="259"/>
                  </a:lnTo>
                  <a:lnTo>
                    <a:pt x="132" y="244"/>
                  </a:lnTo>
                  <a:lnTo>
                    <a:pt x="117" y="239"/>
                  </a:lnTo>
                  <a:lnTo>
                    <a:pt x="115" y="232"/>
                  </a:lnTo>
                  <a:lnTo>
                    <a:pt x="97" y="229"/>
                  </a:lnTo>
                  <a:lnTo>
                    <a:pt x="87" y="224"/>
                  </a:lnTo>
                  <a:lnTo>
                    <a:pt x="68" y="222"/>
                  </a:lnTo>
                  <a:lnTo>
                    <a:pt x="63" y="214"/>
                  </a:lnTo>
                  <a:lnTo>
                    <a:pt x="40" y="214"/>
                  </a:lnTo>
                  <a:lnTo>
                    <a:pt x="38" y="197"/>
                  </a:lnTo>
                  <a:lnTo>
                    <a:pt x="10" y="192"/>
                  </a:lnTo>
                  <a:lnTo>
                    <a:pt x="0" y="182"/>
                  </a:lnTo>
                  <a:lnTo>
                    <a:pt x="0" y="162"/>
                  </a:lnTo>
                  <a:lnTo>
                    <a:pt x="3" y="43"/>
                  </a:lnTo>
                  <a:lnTo>
                    <a:pt x="20" y="33"/>
                  </a:lnTo>
                  <a:lnTo>
                    <a:pt x="30" y="30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7" name="Freeform 197">
              <a:extLst>
                <a:ext uri="{FF2B5EF4-FFF2-40B4-BE49-F238E27FC236}">
                  <a16:creationId xmlns:a16="http://schemas.microsoft.com/office/drawing/2014/main" id="{FAFFAD94-AE1C-5667-22C2-D333BEDE5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676" y="3704529"/>
              <a:ext cx="390033" cy="564180"/>
            </a:xfrm>
            <a:custGeom>
              <a:avLst/>
              <a:gdLst>
                <a:gd name="T0" fmla="*/ 42 w 271"/>
                <a:gd name="T1" fmla="*/ 149 h 392"/>
                <a:gd name="T2" fmla="*/ 20 w 271"/>
                <a:gd name="T3" fmla="*/ 174 h 392"/>
                <a:gd name="T4" fmla="*/ 3 w 271"/>
                <a:gd name="T5" fmla="*/ 191 h 392"/>
                <a:gd name="T6" fmla="*/ 15 w 271"/>
                <a:gd name="T7" fmla="*/ 209 h 392"/>
                <a:gd name="T8" fmla="*/ 25 w 271"/>
                <a:gd name="T9" fmla="*/ 226 h 392"/>
                <a:gd name="T10" fmla="*/ 23 w 271"/>
                <a:gd name="T11" fmla="*/ 241 h 392"/>
                <a:gd name="T12" fmla="*/ 40 w 271"/>
                <a:gd name="T13" fmla="*/ 273 h 392"/>
                <a:gd name="T14" fmla="*/ 45 w 271"/>
                <a:gd name="T15" fmla="*/ 291 h 392"/>
                <a:gd name="T16" fmla="*/ 60 w 271"/>
                <a:gd name="T17" fmla="*/ 298 h 392"/>
                <a:gd name="T18" fmla="*/ 80 w 271"/>
                <a:gd name="T19" fmla="*/ 320 h 392"/>
                <a:gd name="T20" fmla="*/ 92 w 271"/>
                <a:gd name="T21" fmla="*/ 343 h 392"/>
                <a:gd name="T22" fmla="*/ 102 w 271"/>
                <a:gd name="T23" fmla="*/ 355 h 392"/>
                <a:gd name="T24" fmla="*/ 105 w 271"/>
                <a:gd name="T25" fmla="*/ 373 h 392"/>
                <a:gd name="T26" fmla="*/ 152 w 271"/>
                <a:gd name="T27" fmla="*/ 387 h 392"/>
                <a:gd name="T28" fmla="*/ 164 w 271"/>
                <a:gd name="T29" fmla="*/ 392 h 392"/>
                <a:gd name="T30" fmla="*/ 202 w 271"/>
                <a:gd name="T31" fmla="*/ 392 h 392"/>
                <a:gd name="T32" fmla="*/ 246 w 271"/>
                <a:gd name="T33" fmla="*/ 368 h 392"/>
                <a:gd name="T34" fmla="*/ 239 w 271"/>
                <a:gd name="T35" fmla="*/ 343 h 392"/>
                <a:gd name="T36" fmla="*/ 224 w 271"/>
                <a:gd name="T37" fmla="*/ 333 h 392"/>
                <a:gd name="T38" fmla="*/ 214 w 271"/>
                <a:gd name="T39" fmla="*/ 315 h 392"/>
                <a:gd name="T40" fmla="*/ 221 w 271"/>
                <a:gd name="T41" fmla="*/ 296 h 392"/>
                <a:gd name="T42" fmla="*/ 241 w 271"/>
                <a:gd name="T43" fmla="*/ 256 h 392"/>
                <a:gd name="T44" fmla="*/ 266 w 271"/>
                <a:gd name="T45" fmla="*/ 211 h 392"/>
                <a:gd name="T46" fmla="*/ 251 w 271"/>
                <a:gd name="T47" fmla="*/ 159 h 392"/>
                <a:gd name="T48" fmla="*/ 269 w 271"/>
                <a:gd name="T49" fmla="*/ 146 h 392"/>
                <a:gd name="T50" fmla="*/ 259 w 271"/>
                <a:gd name="T51" fmla="*/ 114 h 392"/>
                <a:gd name="T52" fmla="*/ 271 w 271"/>
                <a:gd name="T53" fmla="*/ 57 h 392"/>
                <a:gd name="T54" fmla="*/ 259 w 271"/>
                <a:gd name="T55" fmla="*/ 20 h 392"/>
                <a:gd name="T56" fmla="*/ 207 w 271"/>
                <a:gd name="T57" fmla="*/ 25 h 392"/>
                <a:gd name="T58" fmla="*/ 80 w 271"/>
                <a:gd name="T59" fmla="*/ 17 h 392"/>
                <a:gd name="T60" fmla="*/ 55 w 271"/>
                <a:gd name="T61" fmla="*/ 32 h 392"/>
                <a:gd name="T62" fmla="*/ 42 w 271"/>
                <a:gd name="T63" fmla="*/ 64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1" h="392">
                  <a:moveTo>
                    <a:pt x="45" y="97"/>
                  </a:moveTo>
                  <a:lnTo>
                    <a:pt x="42" y="149"/>
                  </a:lnTo>
                  <a:lnTo>
                    <a:pt x="32" y="154"/>
                  </a:lnTo>
                  <a:lnTo>
                    <a:pt x="20" y="174"/>
                  </a:lnTo>
                  <a:lnTo>
                    <a:pt x="18" y="191"/>
                  </a:lnTo>
                  <a:lnTo>
                    <a:pt x="3" y="191"/>
                  </a:lnTo>
                  <a:lnTo>
                    <a:pt x="0" y="204"/>
                  </a:lnTo>
                  <a:lnTo>
                    <a:pt x="15" y="209"/>
                  </a:lnTo>
                  <a:lnTo>
                    <a:pt x="18" y="223"/>
                  </a:lnTo>
                  <a:lnTo>
                    <a:pt x="25" y="226"/>
                  </a:lnTo>
                  <a:lnTo>
                    <a:pt x="25" y="236"/>
                  </a:lnTo>
                  <a:lnTo>
                    <a:pt x="23" y="241"/>
                  </a:lnTo>
                  <a:lnTo>
                    <a:pt x="30" y="256"/>
                  </a:lnTo>
                  <a:lnTo>
                    <a:pt x="40" y="273"/>
                  </a:lnTo>
                  <a:lnTo>
                    <a:pt x="37" y="288"/>
                  </a:lnTo>
                  <a:lnTo>
                    <a:pt x="45" y="291"/>
                  </a:lnTo>
                  <a:lnTo>
                    <a:pt x="47" y="300"/>
                  </a:lnTo>
                  <a:lnTo>
                    <a:pt x="60" y="298"/>
                  </a:lnTo>
                  <a:lnTo>
                    <a:pt x="65" y="315"/>
                  </a:lnTo>
                  <a:lnTo>
                    <a:pt x="80" y="320"/>
                  </a:lnTo>
                  <a:lnTo>
                    <a:pt x="85" y="340"/>
                  </a:lnTo>
                  <a:lnTo>
                    <a:pt x="92" y="343"/>
                  </a:lnTo>
                  <a:lnTo>
                    <a:pt x="97" y="350"/>
                  </a:lnTo>
                  <a:lnTo>
                    <a:pt x="102" y="355"/>
                  </a:lnTo>
                  <a:lnTo>
                    <a:pt x="100" y="365"/>
                  </a:lnTo>
                  <a:lnTo>
                    <a:pt x="105" y="373"/>
                  </a:lnTo>
                  <a:lnTo>
                    <a:pt x="147" y="378"/>
                  </a:lnTo>
                  <a:lnTo>
                    <a:pt x="152" y="387"/>
                  </a:lnTo>
                  <a:lnTo>
                    <a:pt x="164" y="390"/>
                  </a:lnTo>
                  <a:lnTo>
                    <a:pt x="164" y="392"/>
                  </a:lnTo>
                  <a:lnTo>
                    <a:pt x="184" y="392"/>
                  </a:lnTo>
                  <a:lnTo>
                    <a:pt x="202" y="392"/>
                  </a:lnTo>
                  <a:lnTo>
                    <a:pt x="221" y="387"/>
                  </a:lnTo>
                  <a:lnTo>
                    <a:pt x="246" y="368"/>
                  </a:lnTo>
                  <a:lnTo>
                    <a:pt x="246" y="358"/>
                  </a:lnTo>
                  <a:lnTo>
                    <a:pt x="239" y="343"/>
                  </a:lnTo>
                  <a:lnTo>
                    <a:pt x="231" y="338"/>
                  </a:lnTo>
                  <a:lnTo>
                    <a:pt x="224" y="333"/>
                  </a:lnTo>
                  <a:lnTo>
                    <a:pt x="221" y="318"/>
                  </a:lnTo>
                  <a:lnTo>
                    <a:pt x="214" y="315"/>
                  </a:lnTo>
                  <a:lnTo>
                    <a:pt x="204" y="298"/>
                  </a:lnTo>
                  <a:lnTo>
                    <a:pt x="221" y="296"/>
                  </a:lnTo>
                  <a:lnTo>
                    <a:pt x="226" y="256"/>
                  </a:lnTo>
                  <a:lnTo>
                    <a:pt x="241" y="256"/>
                  </a:lnTo>
                  <a:lnTo>
                    <a:pt x="244" y="216"/>
                  </a:lnTo>
                  <a:lnTo>
                    <a:pt x="266" y="211"/>
                  </a:lnTo>
                  <a:lnTo>
                    <a:pt x="264" y="164"/>
                  </a:lnTo>
                  <a:lnTo>
                    <a:pt x="251" y="159"/>
                  </a:lnTo>
                  <a:lnTo>
                    <a:pt x="251" y="146"/>
                  </a:lnTo>
                  <a:lnTo>
                    <a:pt x="269" y="146"/>
                  </a:lnTo>
                  <a:lnTo>
                    <a:pt x="266" y="131"/>
                  </a:lnTo>
                  <a:lnTo>
                    <a:pt x="259" y="114"/>
                  </a:lnTo>
                  <a:lnTo>
                    <a:pt x="259" y="92"/>
                  </a:lnTo>
                  <a:lnTo>
                    <a:pt x="271" y="57"/>
                  </a:lnTo>
                  <a:lnTo>
                    <a:pt x="269" y="39"/>
                  </a:lnTo>
                  <a:lnTo>
                    <a:pt x="259" y="20"/>
                  </a:lnTo>
                  <a:lnTo>
                    <a:pt x="236" y="0"/>
                  </a:lnTo>
                  <a:lnTo>
                    <a:pt x="207" y="25"/>
                  </a:lnTo>
                  <a:lnTo>
                    <a:pt x="197" y="17"/>
                  </a:lnTo>
                  <a:lnTo>
                    <a:pt x="80" y="17"/>
                  </a:lnTo>
                  <a:lnTo>
                    <a:pt x="67" y="25"/>
                  </a:lnTo>
                  <a:lnTo>
                    <a:pt x="55" y="32"/>
                  </a:lnTo>
                  <a:lnTo>
                    <a:pt x="55" y="62"/>
                  </a:lnTo>
                  <a:lnTo>
                    <a:pt x="42" y="64"/>
                  </a:lnTo>
                  <a:lnTo>
                    <a:pt x="45" y="9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8" name="Freeform 198">
              <a:extLst>
                <a:ext uri="{FF2B5EF4-FFF2-40B4-BE49-F238E27FC236}">
                  <a16:creationId xmlns:a16="http://schemas.microsoft.com/office/drawing/2014/main" id="{4EDE82D1-9D26-0046-389E-401A2CC63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339" y="3536138"/>
              <a:ext cx="67645" cy="38860"/>
            </a:xfrm>
            <a:custGeom>
              <a:avLst/>
              <a:gdLst>
                <a:gd name="T0" fmla="*/ 42 w 47"/>
                <a:gd name="T1" fmla="*/ 27 h 27"/>
                <a:gd name="T2" fmla="*/ 22 w 47"/>
                <a:gd name="T3" fmla="*/ 27 h 27"/>
                <a:gd name="T4" fmla="*/ 5 w 47"/>
                <a:gd name="T5" fmla="*/ 20 h 27"/>
                <a:gd name="T6" fmla="*/ 0 w 47"/>
                <a:gd name="T7" fmla="*/ 0 h 27"/>
                <a:gd name="T8" fmla="*/ 19 w 47"/>
                <a:gd name="T9" fmla="*/ 10 h 27"/>
                <a:gd name="T10" fmla="*/ 47 w 47"/>
                <a:gd name="T11" fmla="*/ 10 h 27"/>
                <a:gd name="T12" fmla="*/ 42 w 47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27">
                  <a:moveTo>
                    <a:pt x="42" y="27"/>
                  </a:moveTo>
                  <a:lnTo>
                    <a:pt x="22" y="27"/>
                  </a:lnTo>
                  <a:lnTo>
                    <a:pt x="5" y="20"/>
                  </a:lnTo>
                  <a:lnTo>
                    <a:pt x="0" y="0"/>
                  </a:lnTo>
                  <a:lnTo>
                    <a:pt x="19" y="10"/>
                  </a:lnTo>
                  <a:lnTo>
                    <a:pt x="47" y="10"/>
                  </a:lnTo>
                  <a:lnTo>
                    <a:pt x="42" y="2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9" name="Freeform 199">
              <a:extLst>
                <a:ext uri="{FF2B5EF4-FFF2-40B4-BE49-F238E27FC236}">
                  <a16:creationId xmlns:a16="http://schemas.microsoft.com/office/drawing/2014/main" id="{914A43C1-04BF-3759-4265-AB769940A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092" y="4309007"/>
              <a:ext cx="165512" cy="192858"/>
            </a:xfrm>
            <a:custGeom>
              <a:avLst/>
              <a:gdLst>
                <a:gd name="T0" fmla="*/ 85 w 115"/>
                <a:gd name="T1" fmla="*/ 0 h 134"/>
                <a:gd name="T2" fmla="*/ 58 w 115"/>
                <a:gd name="T3" fmla="*/ 2 h 134"/>
                <a:gd name="T4" fmla="*/ 48 w 115"/>
                <a:gd name="T5" fmla="*/ 12 h 134"/>
                <a:gd name="T6" fmla="*/ 48 w 115"/>
                <a:gd name="T7" fmla="*/ 20 h 134"/>
                <a:gd name="T8" fmla="*/ 43 w 115"/>
                <a:gd name="T9" fmla="*/ 32 h 134"/>
                <a:gd name="T10" fmla="*/ 23 w 115"/>
                <a:gd name="T11" fmla="*/ 35 h 134"/>
                <a:gd name="T12" fmla="*/ 18 w 115"/>
                <a:gd name="T13" fmla="*/ 30 h 134"/>
                <a:gd name="T14" fmla="*/ 18 w 115"/>
                <a:gd name="T15" fmla="*/ 52 h 134"/>
                <a:gd name="T16" fmla="*/ 5 w 115"/>
                <a:gd name="T17" fmla="*/ 59 h 134"/>
                <a:gd name="T18" fmla="*/ 0 w 115"/>
                <a:gd name="T19" fmla="*/ 64 h 134"/>
                <a:gd name="T20" fmla="*/ 10 w 115"/>
                <a:gd name="T21" fmla="*/ 69 h 134"/>
                <a:gd name="T22" fmla="*/ 8 w 115"/>
                <a:gd name="T23" fmla="*/ 87 h 134"/>
                <a:gd name="T24" fmla="*/ 30 w 115"/>
                <a:gd name="T25" fmla="*/ 107 h 134"/>
                <a:gd name="T26" fmla="*/ 48 w 115"/>
                <a:gd name="T27" fmla="*/ 127 h 134"/>
                <a:gd name="T28" fmla="*/ 55 w 115"/>
                <a:gd name="T29" fmla="*/ 134 h 134"/>
                <a:gd name="T30" fmla="*/ 60 w 115"/>
                <a:gd name="T31" fmla="*/ 124 h 134"/>
                <a:gd name="T32" fmla="*/ 68 w 115"/>
                <a:gd name="T33" fmla="*/ 109 h 134"/>
                <a:gd name="T34" fmla="*/ 58 w 115"/>
                <a:gd name="T35" fmla="*/ 104 h 134"/>
                <a:gd name="T36" fmla="*/ 58 w 115"/>
                <a:gd name="T37" fmla="*/ 94 h 134"/>
                <a:gd name="T38" fmla="*/ 70 w 115"/>
                <a:gd name="T39" fmla="*/ 89 h 134"/>
                <a:gd name="T40" fmla="*/ 78 w 115"/>
                <a:gd name="T41" fmla="*/ 87 h 134"/>
                <a:gd name="T42" fmla="*/ 87 w 115"/>
                <a:gd name="T43" fmla="*/ 99 h 134"/>
                <a:gd name="T44" fmla="*/ 102 w 115"/>
                <a:gd name="T45" fmla="*/ 92 h 134"/>
                <a:gd name="T46" fmla="*/ 115 w 115"/>
                <a:gd name="T47" fmla="*/ 74 h 134"/>
                <a:gd name="T48" fmla="*/ 110 w 115"/>
                <a:gd name="T49" fmla="*/ 59 h 134"/>
                <a:gd name="T50" fmla="*/ 102 w 115"/>
                <a:gd name="T51" fmla="*/ 50 h 134"/>
                <a:gd name="T52" fmla="*/ 97 w 115"/>
                <a:gd name="T53" fmla="*/ 37 h 134"/>
                <a:gd name="T54" fmla="*/ 100 w 115"/>
                <a:gd name="T55" fmla="*/ 27 h 134"/>
                <a:gd name="T56" fmla="*/ 97 w 115"/>
                <a:gd name="T57" fmla="*/ 17 h 134"/>
                <a:gd name="T58" fmla="*/ 85 w 115"/>
                <a:gd name="T59" fmla="*/ 17 h 134"/>
                <a:gd name="T60" fmla="*/ 85 w 115"/>
                <a:gd name="T6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5" h="134">
                  <a:moveTo>
                    <a:pt x="85" y="0"/>
                  </a:moveTo>
                  <a:lnTo>
                    <a:pt x="58" y="2"/>
                  </a:lnTo>
                  <a:lnTo>
                    <a:pt x="48" y="12"/>
                  </a:lnTo>
                  <a:lnTo>
                    <a:pt x="48" y="20"/>
                  </a:lnTo>
                  <a:lnTo>
                    <a:pt x="43" y="32"/>
                  </a:lnTo>
                  <a:lnTo>
                    <a:pt x="23" y="35"/>
                  </a:lnTo>
                  <a:lnTo>
                    <a:pt x="18" y="30"/>
                  </a:lnTo>
                  <a:lnTo>
                    <a:pt x="18" y="52"/>
                  </a:lnTo>
                  <a:lnTo>
                    <a:pt x="5" y="59"/>
                  </a:lnTo>
                  <a:lnTo>
                    <a:pt x="0" y="64"/>
                  </a:lnTo>
                  <a:lnTo>
                    <a:pt x="10" y="69"/>
                  </a:lnTo>
                  <a:lnTo>
                    <a:pt x="8" y="87"/>
                  </a:lnTo>
                  <a:lnTo>
                    <a:pt x="30" y="107"/>
                  </a:lnTo>
                  <a:lnTo>
                    <a:pt x="48" y="127"/>
                  </a:lnTo>
                  <a:lnTo>
                    <a:pt x="55" y="134"/>
                  </a:lnTo>
                  <a:lnTo>
                    <a:pt x="60" y="124"/>
                  </a:lnTo>
                  <a:lnTo>
                    <a:pt x="68" y="109"/>
                  </a:lnTo>
                  <a:lnTo>
                    <a:pt x="58" y="104"/>
                  </a:lnTo>
                  <a:lnTo>
                    <a:pt x="58" y="94"/>
                  </a:lnTo>
                  <a:lnTo>
                    <a:pt x="70" y="89"/>
                  </a:lnTo>
                  <a:lnTo>
                    <a:pt x="78" y="87"/>
                  </a:lnTo>
                  <a:lnTo>
                    <a:pt x="87" y="99"/>
                  </a:lnTo>
                  <a:lnTo>
                    <a:pt x="102" y="92"/>
                  </a:lnTo>
                  <a:lnTo>
                    <a:pt x="115" y="74"/>
                  </a:lnTo>
                  <a:lnTo>
                    <a:pt x="110" y="59"/>
                  </a:lnTo>
                  <a:lnTo>
                    <a:pt x="102" y="50"/>
                  </a:lnTo>
                  <a:lnTo>
                    <a:pt x="97" y="37"/>
                  </a:lnTo>
                  <a:lnTo>
                    <a:pt x="100" y="27"/>
                  </a:lnTo>
                  <a:lnTo>
                    <a:pt x="97" y="17"/>
                  </a:lnTo>
                  <a:lnTo>
                    <a:pt x="85" y="17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Freeform 200">
              <a:extLst>
                <a:ext uri="{FF2B5EF4-FFF2-40B4-BE49-F238E27FC236}">
                  <a16:creationId xmlns:a16="http://schemas.microsoft.com/office/drawing/2014/main" id="{2A2E9942-FF45-6BBB-BFDF-F194F9F36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280" y="3389336"/>
              <a:ext cx="28785" cy="89233"/>
            </a:xfrm>
            <a:custGeom>
              <a:avLst/>
              <a:gdLst>
                <a:gd name="T0" fmla="*/ 0 w 20"/>
                <a:gd name="T1" fmla="*/ 37 h 62"/>
                <a:gd name="T2" fmla="*/ 15 w 20"/>
                <a:gd name="T3" fmla="*/ 62 h 62"/>
                <a:gd name="T4" fmla="*/ 20 w 20"/>
                <a:gd name="T5" fmla="*/ 37 h 62"/>
                <a:gd name="T6" fmla="*/ 20 w 20"/>
                <a:gd name="T7" fmla="*/ 0 h 62"/>
                <a:gd name="T8" fmla="*/ 0 w 20"/>
                <a:gd name="T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0" y="37"/>
                  </a:moveTo>
                  <a:lnTo>
                    <a:pt x="15" y="62"/>
                  </a:lnTo>
                  <a:lnTo>
                    <a:pt x="20" y="37"/>
                  </a:lnTo>
                  <a:lnTo>
                    <a:pt x="20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1" name="Freeform 201">
              <a:extLst>
                <a:ext uri="{FF2B5EF4-FFF2-40B4-BE49-F238E27FC236}">
                  <a16:creationId xmlns:a16="http://schemas.microsoft.com/office/drawing/2014/main" id="{0E60FE26-0D0A-9E2A-FD07-C1280549F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065" y="3331766"/>
              <a:ext cx="35981" cy="57569"/>
            </a:xfrm>
            <a:custGeom>
              <a:avLst/>
              <a:gdLst>
                <a:gd name="T0" fmla="*/ 0 w 25"/>
                <a:gd name="T1" fmla="*/ 40 h 40"/>
                <a:gd name="T2" fmla="*/ 17 w 25"/>
                <a:gd name="T3" fmla="*/ 30 h 40"/>
                <a:gd name="T4" fmla="*/ 25 w 25"/>
                <a:gd name="T5" fmla="*/ 10 h 40"/>
                <a:gd name="T6" fmla="*/ 10 w 25"/>
                <a:gd name="T7" fmla="*/ 0 h 40"/>
                <a:gd name="T8" fmla="*/ 0 w 25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0">
                  <a:moveTo>
                    <a:pt x="0" y="40"/>
                  </a:moveTo>
                  <a:lnTo>
                    <a:pt x="17" y="30"/>
                  </a:lnTo>
                  <a:lnTo>
                    <a:pt x="25" y="10"/>
                  </a:lnTo>
                  <a:lnTo>
                    <a:pt x="10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2" name="Freeform 202">
              <a:extLst>
                <a:ext uri="{FF2B5EF4-FFF2-40B4-BE49-F238E27FC236}">
                  <a16:creationId xmlns:a16="http://schemas.microsoft.com/office/drawing/2014/main" id="{370AAEE0-5376-C453-26C5-E79C7FFBE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118" y="4104636"/>
              <a:ext cx="149680" cy="89233"/>
            </a:xfrm>
            <a:custGeom>
              <a:avLst/>
              <a:gdLst>
                <a:gd name="T0" fmla="*/ 14 w 104"/>
                <a:gd name="T1" fmla="*/ 8 h 62"/>
                <a:gd name="T2" fmla="*/ 0 w 104"/>
                <a:gd name="T3" fmla="*/ 15 h 62"/>
                <a:gd name="T4" fmla="*/ 0 w 104"/>
                <a:gd name="T5" fmla="*/ 35 h 62"/>
                <a:gd name="T6" fmla="*/ 37 w 104"/>
                <a:gd name="T7" fmla="*/ 40 h 62"/>
                <a:gd name="T8" fmla="*/ 49 w 104"/>
                <a:gd name="T9" fmla="*/ 52 h 62"/>
                <a:gd name="T10" fmla="*/ 64 w 104"/>
                <a:gd name="T11" fmla="*/ 42 h 62"/>
                <a:gd name="T12" fmla="*/ 59 w 104"/>
                <a:gd name="T13" fmla="*/ 27 h 62"/>
                <a:gd name="T14" fmla="*/ 77 w 104"/>
                <a:gd name="T15" fmla="*/ 27 h 62"/>
                <a:gd name="T16" fmla="*/ 94 w 104"/>
                <a:gd name="T17" fmla="*/ 47 h 62"/>
                <a:gd name="T18" fmla="*/ 101 w 104"/>
                <a:gd name="T19" fmla="*/ 62 h 62"/>
                <a:gd name="T20" fmla="*/ 104 w 104"/>
                <a:gd name="T21" fmla="*/ 22 h 62"/>
                <a:gd name="T22" fmla="*/ 82 w 104"/>
                <a:gd name="T23" fmla="*/ 8 h 62"/>
                <a:gd name="T24" fmla="*/ 62 w 104"/>
                <a:gd name="T25" fmla="*/ 0 h 62"/>
                <a:gd name="T26" fmla="*/ 49 w 104"/>
                <a:gd name="T27" fmla="*/ 15 h 62"/>
                <a:gd name="T28" fmla="*/ 14 w 104"/>
                <a:gd name="T29" fmla="*/ 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62">
                  <a:moveTo>
                    <a:pt x="14" y="8"/>
                  </a:moveTo>
                  <a:lnTo>
                    <a:pt x="0" y="15"/>
                  </a:lnTo>
                  <a:lnTo>
                    <a:pt x="0" y="35"/>
                  </a:lnTo>
                  <a:lnTo>
                    <a:pt x="37" y="40"/>
                  </a:lnTo>
                  <a:lnTo>
                    <a:pt x="49" y="52"/>
                  </a:lnTo>
                  <a:lnTo>
                    <a:pt x="64" y="42"/>
                  </a:lnTo>
                  <a:lnTo>
                    <a:pt x="59" y="27"/>
                  </a:lnTo>
                  <a:lnTo>
                    <a:pt x="77" y="27"/>
                  </a:lnTo>
                  <a:lnTo>
                    <a:pt x="94" y="47"/>
                  </a:lnTo>
                  <a:lnTo>
                    <a:pt x="101" y="62"/>
                  </a:lnTo>
                  <a:lnTo>
                    <a:pt x="104" y="22"/>
                  </a:lnTo>
                  <a:lnTo>
                    <a:pt x="82" y="8"/>
                  </a:lnTo>
                  <a:lnTo>
                    <a:pt x="62" y="0"/>
                  </a:lnTo>
                  <a:lnTo>
                    <a:pt x="49" y="15"/>
                  </a:lnTo>
                  <a:lnTo>
                    <a:pt x="14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3" name="Freeform 203">
              <a:extLst>
                <a:ext uri="{FF2B5EF4-FFF2-40B4-BE49-F238E27FC236}">
                  <a16:creationId xmlns:a16="http://schemas.microsoft.com/office/drawing/2014/main" id="{BCEF2445-829F-1E8C-1AB2-A280EC812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249" y="4359380"/>
              <a:ext cx="194296" cy="178465"/>
            </a:xfrm>
            <a:custGeom>
              <a:avLst/>
              <a:gdLst>
                <a:gd name="T0" fmla="*/ 135 w 135"/>
                <a:gd name="T1" fmla="*/ 57 h 124"/>
                <a:gd name="T2" fmla="*/ 120 w 135"/>
                <a:gd name="T3" fmla="*/ 37 h 124"/>
                <a:gd name="T4" fmla="*/ 102 w 135"/>
                <a:gd name="T5" fmla="*/ 24 h 124"/>
                <a:gd name="T6" fmla="*/ 87 w 135"/>
                <a:gd name="T7" fmla="*/ 12 h 124"/>
                <a:gd name="T8" fmla="*/ 60 w 135"/>
                <a:gd name="T9" fmla="*/ 15 h 124"/>
                <a:gd name="T10" fmla="*/ 33 w 135"/>
                <a:gd name="T11" fmla="*/ 0 h 124"/>
                <a:gd name="T12" fmla="*/ 18 w 135"/>
                <a:gd name="T13" fmla="*/ 7 h 124"/>
                <a:gd name="T14" fmla="*/ 15 w 135"/>
                <a:gd name="T15" fmla="*/ 27 h 124"/>
                <a:gd name="T16" fmla="*/ 8 w 135"/>
                <a:gd name="T17" fmla="*/ 39 h 124"/>
                <a:gd name="T18" fmla="*/ 0 w 135"/>
                <a:gd name="T19" fmla="*/ 52 h 124"/>
                <a:gd name="T20" fmla="*/ 8 w 135"/>
                <a:gd name="T21" fmla="*/ 67 h 124"/>
                <a:gd name="T22" fmla="*/ 18 w 135"/>
                <a:gd name="T23" fmla="*/ 77 h 124"/>
                <a:gd name="T24" fmla="*/ 20 w 135"/>
                <a:gd name="T25" fmla="*/ 92 h 124"/>
                <a:gd name="T26" fmla="*/ 20 w 135"/>
                <a:gd name="T27" fmla="*/ 109 h 124"/>
                <a:gd name="T28" fmla="*/ 33 w 135"/>
                <a:gd name="T29" fmla="*/ 124 h 124"/>
                <a:gd name="T30" fmla="*/ 50 w 135"/>
                <a:gd name="T31" fmla="*/ 109 h 124"/>
                <a:gd name="T32" fmla="*/ 75 w 135"/>
                <a:gd name="T33" fmla="*/ 92 h 124"/>
                <a:gd name="T34" fmla="*/ 127 w 135"/>
                <a:gd name="T35" fmla="*/ 69 h 124"/>
                <a:gd name="T36" fmla="*/ 135 w 135"/>
                <a:gd name="T37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5" h="124">
                  <a:moveTo>
                    <a:pt x="135" y="57"/>
                  </a:moveTo>
                  <a:lnTo>
                    <a:pt x="120" y="37"/>
                  </a:lnTo>
                  <a:lnTo>
                    <a:pt x="102" y="24"/>
                  </a:lnTo>
                  <a:lnTo>
                    <a:pt x="87" y="12"/>
                  </a:lnTo>
                  <a:lnTo>
                    <a:pt x="60" y="15"/>
                  </a:lnTo>
                  <a:lnTo>
                    <a:pt x="33" y="0"/>
                  </a:lnTo>
                  <a:lnTo>
                    <a:pt x="18" y="7"/>
                  </a:lnTo>
                  <a:lnTo>
                    <a:pt x="15" y="27"/>
                  </a:lnTo>
                  <a:lnTo>
                    <a:pt x="8" y="39"/>
                  </a:lnTo>
                  <a:lnTo>
                    <a:pt x="0" y="52"/>
                  </a:lnTo>
                  <a:lnTo>
                    <a:pt x="8" y="67"/>
                  </a:lnTo>
                  <a:lnTo>
                    <a:pt x="18" y="77"/>
                  </a:lnTo>
                  <a:lnTo>
                    <a:pt x="20" y="92"/>
                  </a:lnTo>
                  <a:lnTo>
                    <a:pt x="20" y="109"/>
                  </a:lnTo>
                  <a:lnTo>
                    <a:pt x="33" y="124"/>
                  </a:lnTo>
                  <a:lnTo>
                    <a:pt x="50" y="109"/>
                  </a:lnTo>
                  <a:lnTo>
                    <a:pt x="75" y="92"/>
                  </a:lnTo>
                  <a:lnTo>
                    <a:pt x="127" y="69"/>
                  </a:lnTo>
                  <a:lnTo>
                    <a:pt x="135" y="5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4" name="Freeform 204">
              <a:extLst>
                <a:ext uri="{FF2B5EF4-FFF2-40B4-BE49-F238E27FC236}">
                  <a16:creationId xmlns:a16="http://schemas.microsoft.com/office/drawing/2014/main" id="{52CD4346-BD9D-6944-E929-17860E64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420" y="4136299"/>
              <a:ext cx="110822" cy="223081"/>
            </a:xfrm>
            <a:custGeom>
              <a:avLst/>
              <a:gdLst>
                <a:gd name="T0" fmla="*/ 20 w 77"/>
                <a:gd name="T1" fmla="*/ 0 h 155"/>
                <a:gd name="T2" fmla="*/ 22 w 77"/>
                <a:gd name="T3" fmla="*/ 20 h 155"/>
                <a:gd name="T4" fmla="*/ 15 w 77"/>
                <a:gd name="T5" fmla="*/ 28 h 155"/>
                <a:gd name="T6" fmla="*/ 10 w 77"/>
                <a:gd name="T7" fmla="*/ 35 h 155"/>
                <a:gd name="T8" fmla="*/ 0 w 77"/>
                <a:gd name="T9" fmla="*/ 45 h 155"/>
                <a:gd name="T10" fmla="*/ 0 w 77"/>
                <a:gd name="T11" fmla="*/ 63 h 155"/>
                <a:gd name="T12" fmla="*/ 7 w 77"/>
                <a:gd name="T13" fmla="*/ 75 h 155"/>
                <a:gd name="T14" fmla="*/ 7 w 77"/>
                <a:gd name="T15" fmla="*/ 87 h 155"/>
                <a:gd name="T16" fmla="*/ 22 w 77"/>
                <a:gd name="T17" fmla="*/ 92 h 155"/>
                <a:gd name="T18" fmla="*/ 25 w 77"/>
                <a:gd name="T19" fmla="*/ 112 h 155"/>
                <a:gd name="T20" fmla="*/ 22 w 77"/>
                <a:gd name="T21" fmla="*/ 127 h 155"/>
                <a:gd name="T22" fmla="*/ 30 w 77"/>
                <a:gd name="T23" fmla="*/ 145 h 155"/>
                <a:gd name="T24" fmla="*/ 40 w 77"/>
                <a:gd name="T25" fmla="*/ 155 h 155"/>
                <a:gd name="T26" fmla="*/ 50 w 77"/>
                <a:gd name="T27" fmla="*/ 152 h 155"/>
                <a:gd name="T28" fmla="*/ 55 w 77"/>
                <a:gd name="T29" fmla="*/ 145 h 155"/>
                <a:gd name="T30" fmla="*/ 69 w 77"/>
                <a:gd name="T31" fmla="*/ 145 h 155"/>
                <a:gd name="T32" fmla="*/ 74 w 77"/>
                <a:gd name="T33" fmla="*/ 135 h 155"/>
                <a:gd name="T34" fmla="*/ 72 w 77"/>
                <a:gd name="T35" fmla="*/ 117 h 155"/>
                <a:gd name="T36" fmla="*/ 62 w 77"/>
                <a:gd name="T37" fmla="*/ 112 h 155"/>
                <a:gd name="T38" fmla="*/ 55 w 77"/>
                <a:gd name="T39" fmla="*/ 105 h 155"/>
                <a:gd name="T40" fmla="*/ 55 w 77"/>
                <a:gd name="T41" fmla="*/ 87 h 155"/>
                <a:gd name="T42" fmla="*/ 62 w 77"/>
                <a:gd name="T43" fmla="*/ 83 h 155"/>
                <a:gd name="T44" fmla="*/ 77 w 77"/>
                <a:gd name="T45" fmla="*/ 83 h 155"/>
                <a:gd name="T46" fmla="*/ 77 w 77"/>
                <a:gd name="T47" fmla="*/ 65 h 155"/>
                <a:gd name="T48" fmla="*/ 74 w 77"/>
                <a:gd name="T49" fmla="*/ 45 h 155"/>
                <a:gd name="T50" fmla="*/ 67 w 77"/>
                <a:gd name="T51" fmla="*/ 38 h 155"/>
                <a:gd name="T52" fmla="*/ 52 w 77"/>
                <a:gd name="T53" fmla="*/ 38 h 155"/>
                <a:gd name="T54" fmla="*/ 50 w 77"/>
                <a:gd name="T55" fmla="*/ 20 h 155"/>
                <a:gd name="T56" fmla="*/ 40 w 77"/>
                <a:gd name="T57" fmla="*/ 20 h 155"/>
                <a:gd name="T58" fmla="*/ 35 w 77"/>
                <a:gd name="T59" fmla="*/ 3 h 155"/>
                <a:gd name="T60" fmla="*/ 20 w 77"/>
                <a:gd name="T61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155">
                  <a:moveTo>
                    <a:pt x="20" y="0"/>
                  </a:moveTo>
                  <a:lnTo>
                    <a:pt x="22" y="20"/>
                  </a:lnTo>
                  <a:lnTo>
                    <a:pt x="15" y="28"/>
                  </a:lnTo>
                  <a:lnTo>
                    <a:pt x="10" y="35"/>
                  </a:lnTo>
                  <a:lnTo>
                    <a:pt x="0" y="45"/>
                  </a:lnTo>
                  <a:lnTo>
                    <a:pt x="0" y="63"/>
                  </a:lnTo>
                  <a:lnTo>
                    <a:pt x="7" y="75"/>
                  </a:lnTo>
                  <a:lnTo>
                    <a:pt x="7" y="87"/>
                  </a:lnTo>
                  <a:lnTo>
                    <a:pt x="22" y="92"/>
                  </a:lnTo>
                  <a:lnTo>
                    <a:pt x="25" y="112"/>
                  </a:lnTo>
                  <a:lnTo>
                    <a:pt x="22" y="127"/>
                  </a:lnTo>
                  <a:lnTo>
                    <a:pt x="30" y="145"/>
                  </a:lnTo>
                  <a:lnTo>
                    <a:pt x="40" y="155"/>
                  </a:lnTo>
                  <a:lnTo>
                    <a:pt x="50" y="152"/>
                  </a:lnTo>
                  <a:lnTo>
                    <a:pt x="55" y="145"/>
                  </a:lnTo>
                  <a:lnTo>
                    <a:pt x="69" y="145"/>
                  </a:lnTo>
                  <a:lnTo>
                    <a:pt x="74" y="135"/>
                  </a:lnTo>
                  <a:lnTo>
                    <a:pt x="72" y="117"/>
                  </a:lnTo>
                  <a:lnTo>
                    <a:pt x="62" y="112"/>
                  </a:lnTo>
                  <a:lnTo>
                    <a:pt x="55" y="105"/>
                  </a:lnTo>
                  <a:lnTo>
                    <a:pt x="55" y="87"/>
                  </a:lnTo>
                  <a:lnTo>
                    <a:pt x="62" y="83"/>
                  </a:lnTo>
                  <a:lnTo>
                    <a:pt x="77" y="83"/>
                  </a:lnTo>
                  <a:lnTo>
                    <a:pt x="77" y="65"/>
                  </a:lnTo>
                  <a:lnTo>
                    <a:pt x="74" y="45"/>
                  </a:lnTo>
                  <a:lnTo>
                    <a:pt x="67" y="38"/>
                  </a:lnTo>
                  <a:lnTo>
                    <a:pt x="52" y="38"/>
                  </a:lnTo>
                  <a:lnTo>
                    <a:pt x="50" y="20"/>
                  </a:lnTo>
                  <a:lnTo>
                    <a:pt x="40" y="20"/>
                  </a:lnTo>
                  <a:lnTo>
                    <a:pt x="35" y="3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5" name="Freeform 205">
              <a:extLst>
                <a:ext uri="{FF2B5EF4-FFF2-40B4-BE49-F238E27FC236}">
                  <a16:creationId xmlns:a16="http://schemas.microsoft.com/office/drawing/2014/main" id="{3754BA68-2D24-B676-5320-978F61627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579" y="4201064"/>
              <a:ext cx="106503" cy="143924"/>
            </a:xfrm>
            <a:custGeom>
              <a:avLst/>
              <a:gdLst>
                <a:gd name="T0" fmla="*/ 22 w 74"/>
                <a:gd name="T1" fmla="*/ 20 h 100"/>
                <a:gd name="T2" fmla="*/ 22 w 74"/>
                <a:gd name="T3" fmla="*/ 38 h 100"/>
                <a:gd name="T4" fmla="*/ 7 w 74"/>
                <a:gd name="T5" fmla="*/ 38 h 100"/>
                <a:gd name="T6" fmla="*/ 0 w 74"/>
                <a:gd name="T7" fmla="*/ 42 h 100"/>
                <a:gd name="T8" fmla="*/ 0 w 74"/>
                <a:gd name="T9" fmla="*/ 60 h 100"/>
                <a:gd name="T10" fmla="*/ 7 w 74"/>
                <a:gd name="T11" fmla="*/ 67 h 100"/>
                <a:gd name="T12" fmla="*/ 17 w 74"/>
                <a:gd name="T13" fmla="*/ 72 h 100"/>
                <a:gd name="T14" fmla="*/ 19 w 74"/>
                <a:gd name="T15" fmla="*/ 90 h 100"/>
                <a:gd name="T16" fmla="*/ 14 w 74"/>
                <a:gd name="T17" fmla="*/ 100 h 100"/>
                <a:gd name="T18" fmla="*/ 37 w 74"/>
                <a:gd name="T19" fmla="*/ 100 h 100"/>
                <a:gd name="T20" fmla="*/ 37 w 74"/>
                <a:gd name="T21" fmla="*/ 82 h 100"/>
                <a:gd name="T22" fmla="*/ 64 w 74"/>
                <a:gd name="T23" fmla="*/ 82 h 100"/>
                <a:gd name="T24" fmla="*/ 69 w 74"/>
                <a:gd name="T25" fmla="*/ 75 h 100"/>
                <a:gd name="T26" fmla="*/ 69 w 74"/>
                <a:gd name="T27" fmla="*/ 25 h 100"/>
                <a:gd name="T28" fmla="*/ 74 w 74"/>
                <a:gd name="T29" fmla="*/ 15 h 100"/>
                <a:gd name="T30" fmla="*/ 67 w 74"/>
                <a:gd name="T31" fmla="*/ 3 h 100"/>
                <a:gd name="T32" fmla="*/ 44 w 74"/>
                <a:gd name="T33" fmla="*/ 0 h 100"/>
                <a:gd name="T34" fmla="*/ 39 w 74"/>
                <a:gd name="T35" fmla="*/ 13 h 100"/>
                <a:gd name="T36" fmla="*/ 22 w 74"/>
                <a:gd name="T37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100">
                  <a:moveTo>
                    <a:pt x="22" y="20"/>
                  </a:moveTo>
                  <a:lnTo>
                    <a:pt x="22" y="38"/>
                  </a:lnTo>
                  <a:lnTo>
                    <a:pt x="7" y="38"/>
                  </a:lnTo>
                  <a:lnTo>
                    <a:pt x="0" y="42"/>
                  </a:lnTo>
                  <a:lnTo>
                    <a:pt x="0" y="60"/>
                  </a:lnTo>
                  <a:lnTo>
                    <a:pt x="7" y="67"/>
                  </a:lnTo>
                  <a:lnTo>
                    <a:pt x="17" y="72"/>
                  </a:lnTo>
                  <a:lnTo>
                    <a:pt x="19" y="90"/>
                  </a:lnTo>
                  <a:lnTo>
                    <a:pt x="14" y="100"/>
                  </a:lnTo>
                  <a:lnTo>
                    <a:pt x="37" y="100"/>
                  </a:lnTo>
                  <a:lnTo>
                    <a:pt x="37" y="82"/>
                  </a:lnTo>
                  <a:lnTo>
                    <a:pt x="64" y="82"/>
                  </a:lnTo>
                  <a:lnTo>
                    <a:pt x="69" y="75"/>
                  </a:lnTo>
                  <a:lnTo>
                    <a:pt x="69" y="25"/>
                  </a:lnTo>
                  <a:lnTo>
                    <a:pt x="74" y="15"/>
                  </a:lnTo>
                  <a:lnTo>
                    <a:pt x="67" y="3"/>
                  </a:lnTo>
                  <a:lnTo>
                    <a:pt x="44" y="0"/>
                  </a:lnTo>
                  <a:lnTo>
                    <a:pt x="39" y="13"/>
                  </a:lnTo>
                  <a:lnTo>
                    <a:pt x="22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6" name="Freeform 206">
              <a:extLst>
                <a:ext uri="{FF2B5EF4-FFF2-40B4-BE49-F238E27FC236}">
                  <a16:creationId xmlns:a16="http://schemas.microsoft.com/office/drawing/2014/main" id="{9B3B8AC5-6584-8133-C654-FD7ACC279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6816" y="4029796"/>
              <a:ext cx="56130" cy="103625"/>
            </a:xfrm>
            <a:custGeom>
              <a:avLst/>
              <a:gdLst>
                <a:gd name="T0" fmla="*/ 27 w 39"/>
                <a:gd name="T1" fmla="*/ 10 h 72"/>
                <a:gd name="T2" fmla="*/ 24 w 39"/>
                <a:gd name="T3" fmla="*/ 22 h 72"/>
                <a:gd name="T4" fmla="*/ 7 w 39"/>
                <a:gd name="T5" fmla="*/ 32 h 72"/>
                <a:gd name="T6" fmla="*/ 0 w 39"/>
                <a:gd name="T7" fmla="*/ 50 h 72"/>
                <a:gd name="T8" fmla="*/ 2 w 39"/>
                <a:gd name="T9" fmla="*/ 72 h 72"/>
                <a:gd name="T10" fmla="*/ 19 w 39"/>
                <a:gd name="T11" fmla="*/ 55 h 72"/>
                <a:gd name="T12" fmla="*/ 32 w 39"/>
                <a:gd name="T13" fmla="*/ 30 h 72"/>
                <a:gd name="T14" fmla="*/ 39 w 39"/>
                <a:gd name="T15" fmla="*/ 15 h 72"/>
                <a:gd name="T16" fmla="*/ 32 w 39"/>
                <a:gd name="T17" fmla="*/ 0 h 72"/>
                <a:gd name="T18" fmla="*/ 27 w 39"/>
                <a:gd name="T19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72">
                  <a:moveTo>
                    <a:pt x="27" y="10"/>
                  </a:moveTo>
                  <a:lnTo>
                    <a:pt x="24" y="22"/>
                  </a:lnTo>
                  <a:lnTo>
                    <a:pt x="7" y="32"/>
                  </a:lnTo>
                  <a:lnTo>
                    <a:pt x="0" y="50"/>
                  </a:lnTo>
                  <a:lnTo>
                    <a:pt x="2" y="72"/>
                  </a:lnTo>
                  <a:lnTo>
                    <a:pt x="19" y="55"/>
                  </a:lnTo>
                  <a:lnTo>
                    <a:pt x="32" y="30"/>
                  </a:lnTo>
                  <a:lnTo>
                    <a:pt x="39" y="15"/>
                  </a:lnTo>
                  <a:lnTo>
                    <a:pt x="32" y="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7" name="Freeform 207">
              <a:extLst>
                <a:ext uri="{FF2B5EF4-FFF2-40B4-BE49-F238E27FC236}">
                  <a16:creationId xmlns:a16="http://schemas.microsoft.com/office/drawing/2014/main" id="{78817CCA-D74F-26FD-8D07-74DECD6DF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58" y="3815349"/>
              <a:ext cx="86354" cy="135288"/>
            </a:xfrm>
            <a:custGeom>
              <a:avLst/>
              <a:gdLst>
                <a:gd name="T0" fmla="*/ 28 w 60"/>
                <a:gd name="T1" fmla="*/ 0 h 94"/>
                <a:gd name="T2" fmla="*/ 18 w 60"/>
                <a:gd name="T3" fmla="*/ 20 h 94"/>
                <a:gd name="T4" fmla="*/ 10 w 60"/>
                <a:gd name="T5" fmla="*/ 47 h 94"/>
                <a:gd name="T6" fmla="*/ 0 w 60"/>
                <a:gd name="T7" fmla="*/ 57 h 94"/>
                <a:gd name="T8" fmla="*/ 3 w 60"/>
                <a:gd name="T9" fmla="*/ 82 h 94"/>
                <a:gd name="T10" fmla="*/ 15 w 60"/>
                <a:gd name="T11" fmla="*/ 84 h 94"/>
                <a:gd name="T12" fmla="*/ 23 w 60"/>
                <a:gd name="T13" fmla="*/ 94 h 94"/>
                <a:gd name="T14" fmla="*/ 43 w 60"/>
                <a:gd name="T15" fmla="*/ 94 h 94"/>
                <a:gd name="T16" fmla="*/ 60 w 60"/>
                <a:gd name="T17" fmla="*/ 87 h 94"/>
                <a:gd name="T18" fmla="*/ 55 w 60"/>
                <a:gd name="T19" fmla="*/ 62 h 94"/>
                <a:gd name="T20" fmla="*/ 58 w 60"/>
                <a:gd name="T21" fmla="*/ 47 h 94"/>
                <a:gd name="T22" fmla="*/ 58 w 60"/>
                <a:gd name="T23" fmla="*/ 32 h 94"/>
                <a:gd name="T24" fmla="*/ 50 w 60"/>
                <a:gd name="T25" fmla="*/ 12 h 94"/>
                <a:gd name="T26" fmla="*/ 48 w 60"/>
                <a:gd name="T27" fmla="*/ 0 h 94"/>
                <a:gd name="T28" fmla="*/ 28 w 60"/>
                <a:gd name="T2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94">
                  <a:moveTo>
                    <a:pt x="28" y="0"/>
                  </a:moveTo>
                  <a:lnTo>
                    <a:pt x="18" y="20"/>
                  </a:lnTo>
                  <a:lnTo>
                    <a:pt x="10" y="47"/>
                  </a:lnTo>
                  <a:lnTo>
                    <a:pt x="0" y="57"/>
                  </a:lnTo>
                  <a:lnTo>
                    <a:pt x="3" y="82"/>
                  </a:lnTo>
                  <a:lnTo>
                    <a:pt x="15" y="84"/>
                  </a:lnTo>
                  <a:lnTo>
                    <a:pt x="23" y="94"/>
                  </a:lnTo>
                  <a:lnTo>
                    <a:pt x="43" y="94"/>
                  </a:lnTo>
                  <a:lnTo>
                    <a:pt x="60" y="87"/>
                  </a:lnTo>
                  <a:lnTo>
                    <a:pt x="55" y="62"/>
                  </a:lnTo>
                  <a:lnTo>
                    <a:pt x="58" y="47"/>
                  </a:lnTo>
                  <a:lnTo>
                    <a:pt x="58" y="32"/>
                  </a:lnTo>
                  <a:lnTo>
                    <a:pt x="50" y="12"/>
                  </a:lnTo>
                  <a:lnTo>
                    <a:pt x="48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8" name="Freeform 208">
              <a:extLst>
                <a:ext uri="{FF2B5EF4-FFF2-40B4-BE49-F238E27FC236}">
                  <a16:creationId xmlns:a16="http://schemas.microsoft.com/office/drawing/2014/main" id="{7D594D1D-92AE-1C74-6DD4-9BF49CD73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946" y="3976544"/>
              <a:ext cx="47495" cy="41738"/>
            </a:xfrm>
            <a:custGeom>
              <a:avLst/>
              <a:gdLst>
                <a:gd name="T0" fmla="*/ 20 w 33"/>
                <a:gd name="T1" fmla="*/ 7 h 29"/>
                <a:gd name="T2" fmla="*/ 0 w 33"/>
                <a:gd name="T3" fmla="*/ 0 h 29"/>
                <a:gd name="T4" fmla="*/ 0 w 33"/>
                <a:gd name="T5" fmla="*/ 15 h 29"/>
                <a:gd name="T6" fmla="*/ 10 w 33"/>
                <a:gd name="T7" fmla="*/ 27 h 29"/>
                <a:gd name="T8" fmla="*/ 20 w 33"/>
                <a:gd name="T9" fmla="*/ 29 h 29"/>
                <a:gd name="T10" fmla="*/ 28 w 33"/>
                <a:gd name="T11" fmla="*/ 29 h 29"/>
                <a:gd name="T12" fmla="*/ 33 w 33"/>
                <a:gd name="T13" fmla="*/ 24 h 29"/>
                <a:gd name="T14" fmla="*/ 33 w 33"/>
                <a:gd name="T15" fmla="*/ 22 h 29"/>
                <a:gd name="T16" fmla="*/ 33 w 33"/>
                <a:gd name="T17" fmla="*/ 20 h 29"/>
                <a:gd name="T18" fmla="*/ 30 w 33"/>
                <a:gd name="T19" fmla="*/ 15 h 29"/>
                <a:gd name="T20" fmla="*/ 25 w 33"/>
                <a:gd name="T21" fmla="*/ 10 h 29"/>
                <a:gd name="T22" fmla="*/ 23 w 33"/>
                <a:gd name="T23" fmla="*/ 7 h 29"/>
                <a:gd name="T24" fmla="*/ 20 w 33"/>
                <a:gd name="T25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29">
                  <a:moveTo>
                    <a:pt x="20" y="7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0" y="27"/>
                  </a:lnTo>
                  <a:lnTo>
                    <a:pt x="20" y="29"/>
                  </a:lnTo>
                  <a:lnTo>
                    <a:pt x="28" y="29"/>
                  </a:lnTo>
                  <a:lnTo>
                    <a:pt x="33" y="24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0" y="15"/>
                  </a:lnTo>
                  <a:lnTo>
                    <a:pt x="25" y="10"/>
                  </a:lnTo>
                  <a:lnTo>
                    <a:pt x="23" y="7"/>
                  </a:lnTo>
                  <a:lnTo>
                    <a:pt x="2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9" name="Freeform 210">
              <a:extLst>
                <a:ext uri="{FF2B5EF4-FFF2-40B4-BE49-F238E27FC236}">
                  <a16:creationId xmlns:a16="http://schemas.microsoft.com/office/drawing/2014/main" id="{BC26A14A-DAD8-7746-CC93-807CE423F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946" y="3976544"/>
              <a:ext cx="47495" cy="41738"/>
            </a:xfrm>
            <a:custGeom>
              <a:avLst/>
              <a:gdLst>
                <a:gd name="T0" fmla="*/ 20 w 33"/>
                <a:gd name="T1" fmla="*/ 7 h 29"/>
                <a:gd name="T2" fmla="*/ 0 w 33"/>
                <a:gd name="T3" fmla="*/ 0 h 29"/>
                <a:gd name="T4" fmla="*/ 0 w 33"/>
                <a:gd name="T5" fmla="*/ 15 h 29"/>
                <a:gd name="T6" fmla="*/ 10 w 33"/>
                <a:gd name="T7" fmla="*/ 27 h 29"/>
                <a:gd name="T8" fmla="*/ 20 w 33"/>
                <a:gd name="T9" fmla="*/ 29 h 29"/>
                <a:gd name="T10" fmla="*/ 28 w 33"/>
                <a:gd name="T11" fmla="*/ 29 h 29"/>
                <a:gd name="T12" fmla="*/ 33 w 33"/>
                <a:gd name="T13" fmla="*/ 24 h 29"/>
                <a:gd name="T14" fmla="*/ 33 w 33"/>
                <a:gd name="T15" fmla="*/ 22 h 29"/>
                <a:gd name="T16" fmla="*/ 33 w 33"/>
                <a:gd name="T17" fmla="*/ 20 h 29"/>
                <a:gd name="T18" fmla="*/ 30 w 33"/>
                <a:gd name="T19" fmla="*/ 15 h 29"/>
                <a:gd name="T20" fmla="*/ 25 w 33"/>
                <a:gd name="T21" fmla="*/ 10 h 29"/>
                <a:gd name="T22" fmla="*/ 20 w 33"/>
                <a:gd name="T23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" h="29">
                  <a:moveTo>
                    <a:pt x="20" y="7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0" y="27"/>
                  </a:lnTo>
                  <a:lnTo>
                    <a:pt x="20" y="29"/>
                  </a:lnTo>
                  <a:lnTo>
                    <a:pt x="28" y="29"/>
                  </a:lnTo>
                  <a:lnTo>
                    <a:pt x="33" y="24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0" y="15"/>
                  </a:lnTo>
                  <a:lnTo>
                    <a:pt x="25" y="10"/>
                  </a:lnTo>
                  <a:lnTo>
                    <a:pt x="2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0" name="Freeform 211">
              <a:extLst>
                <a:ext uri="{FF2B5EF4-FFF2-40B4-BE49-F238E27FC236}">
                  <a16:creationId xmlns:a16="http://schemas.microsoft.com/office/drawing/2014/main" id="{CAE7E4CE-6316-8751-58F0-41CD0E837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946" y="3976544"/>
              <a:ext cx="47495" cy="41738"/>
            </a:xfrm>
            <a:custGeom>
              <a:avLst/>
              <a:gdLst>
                <a:gd name="T0" fmla="*/ 20 w 33"/>
                <a:gd name="T1" fmla="*/ 7 h 29"/>
                <a:gd name="T2" fmla="*/ 0 w 33"/>
                <a:gd name="T3" fmla="*/ 0 h 29"/>
                <a:gd name="T4" fmla="*/ 0 w 33"/>
                <a:gd name="T5" fmla="*/ 15 h 29"/>
                <a:gd name="T6" fmla="*/ 10 w 33"/>
                <a:gd name="T7" fmla="*/ 27 h 29"/>
                <a:gd name="T8" fmla="*/ 20 w 33"/>
                <a:gd name="T9" fmla="*/ 29 h 29"/>
                <a:gd name="T10" fmla="*/ 28 w 33"/>
                <a:gd name="T11" fmla="*/ 29 h 29"/>
                <a:gd name="T12" fmla="*/ 33 w 33"/>
                <a:gd name="T13" fmla="*/ 24 h 29"/>
                <a:gd name="T14" fmla="*/ 33 w 33"/>
                <a:gd name="T15" fmla="*/ 22 h 29"/>
                <a:gd name="T16" fmla="*/ 33 w 33"/>
                <a:gd name="T17" fmla="*/ 20 h 29"/>
                <a:gd name="T18" fmla="*/ 30 w 33"/>
                <a:gd name="T19" fmla="*/ 15 h 29"/>
                <a:gd name="T20" fmla="*/ 25 w 33"/>
                <a:gd name="T21" fmla="*/ 10 h 29"/>
                <a:gd name="T22" fmla="*/ 23 w 33"/>
                <a:gd name="T23" fmla="*/ 7 h 29"/>
                <a:gd name="T24" fmla="*/ 20 w 33"/>
                <a:gd name="T25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29">
                  <a:moveTo>
                    <a:pt x="20" y="7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0" y="27"/>
                  </a:lnTo>
                  <a:lnTo>
                    <a:pt x="20" y="29"/>
                  </a:lnTo>
                  <a:lnTo>
                    <a:pt x="28" y="29"/>
                  </a:lnTo>
                  <a:lnTo>
                    <a:pt x="33" y="24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0" y="15"/>
                  </a:lnTo>
                  <a:lnTo>
                    <a:pt x="25" y="10"/>
                  </a:lnTo>
                  <a:lnTo>
                    <a:pt x="23" y="7"/>
                  </a:lnTo>
                  <a:lnTo>
                    <a:pt x="2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1" name="Freeform 212">
              <a:extLst>
                <a:ext uri="{FF2B5EF4-FFF2-40B4-BE49-F238E27FC236}">
                  <a16:creationId xmlns:a16="http://schemas.microsoft.com/office/drawing/2014/main" id="{354D3D11-257C-3A96-B1E4-A6A24E3EA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946" y="3976544"/>
              <a:ext cx="47495" cy="41738"/>
            </a:xfrm>
            <a:custGeom>
              <a:avLst/>
              <a:gdLst>
                <a:gd name="T0" fmla="*/ 20 w 33"/>
                <a:gd name="T1" fmla="*/ 7 h 29"/>
                <a:gd name="T2" fmla="*/ 0 w 33"/>
                <a:gd name="T3" fmla="*/ 0 h 29"/>
                <a:gd name="T4" fmla="*/ 0 w 33"/>
                <a:gd name="T5" fmla="*/ 15 h 29"/>
                <a:gd name="T6" fmla="*/ 10 w 33"/>
                <a:gd name="T7" fmla="*/ 27 h 29"/>
                <a:gd name="T8" fmla="*/ 20 w 33"/>
                <a:gd name="T9" fmla="*/ 29 h 29"/>
                <a:gd name="T10" fmla="*/ 28 w 33"/>
                <a:gd name="T11" fmla="*/ 29 h 29"/>
                <a:gd name="T12" fmla="*/ 33 w 33"/>
                <a:gd name="T13" fmla="*/ 24 h 29"/>
                <a:gd name="T14" fmla="*/ 33 w 33"/>
                <a:gd name="T15" fmla="*/ 22 h 29"/>
                <a:gd name="T16" fmla="*/ 33 w 33"/>
                <a:gd name="T17" fmla="*/ 20 h 29"/>
                <a:gd name="T18" fmla="*/ 30 w 33"/>
                <a:gd name="T19" fmla="*/ 15 h 29"/>
                <a:gd name="T20" fmla="*/ 25 w 33"/>
                <a:gd name="T21" fmla="*/ 10 h 29"/>
                <a:gd name="T22" fmla="*/ 20 w 33"/>
                <a:gd name="T23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" h="29">
                  <a:moveTo>
                    <a:pt x="20" y="7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0" y="27"/>
                  </a:lnTo>
                  <a:lnTo>
                    <a:pt x="20" y="29"/>
                  </a:lnTo>
                  <a:lnTo>
                    <a:pt x="28" y="29"/>
                  </a:lnTo>
                  <a:lnTo>
                    <a:pt x="33" y="24"/>
                  </a:lnTo>
                  <a:lnTo>
                    <a:pt x="33" y="22"/>
                  </a:lnTo>
                  <a:lnTo>
                    <a:pt x="33" y="20"/>
                  </a:lnTo>
                  <a:lnTo>
                    <a:pt x="30" y="15"/>
                  </a:lnTo>
                  <a:lnTo>
                    <a:pt x="25" y="10"/>
                  </a:lnTo>
                  <a:lnTo>
                    <a:pt x="2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2" name="Freeform 213">
              <a:extLst>
                <a:ext uri="{FF2B5EF4-FFF2-40B4-BE49-F238E27FC236}">
                  <a16:creationId xmlns:a16="http://schemas.microsoft.com/office/drawing/2014/main" id="{766B5DF1-2B8A-F852-C568-529F24854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2029" y="3962151"/>
              <a:ext cx="53252" cy="38860"/>
            </a:xfrm>
            <a:custGeom>
              <a:avLst/>
              <a:gdLst>
                <a:gd name="T0" fmla="*/ 0 w 37"/>
                <a:gd name="T1" fmla="*/ 2 h 27"/>
                <a:gd name="T2" fmla="*/ 0 w 37"/>
                <a:gd name="T3" fmla="*/ 17 h 27"/>
                <a:gd name="T4" fmla="*/ 12 w 37"/>
                <a:gd name="T5" fmla="*/ 25 h 27"/>
                <a:gd name="T6" fmla="*/ 37 w 37"/>
                <a:gd name="T7" fmla="*/ 27 h 27"/>
                <a:gd name="T8" fmla="*/ 37 w 37"/>
                <a:gd name="T9" fmla="*/ 10 h 27"/>
                <a:gd name="T10" fmla="*/ 17 w 37"/>
                <a:gd name="T11" fmla="*/ 0 h 27"/>
                <a:gd name="T12" fmla="*/ 0 w 37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7">
                  <a:moveTo>
                    <a:pt x="0" y="2"/>
                  </a:moveTo>
                  <a:lnTo>
                    <a:pt x="0" y="17"/>
                  </a:lnTo>
                  <a:lnTo>
                    <a:pt x="12" y="25"/>
                  </a:lnTo>
                  <a:lnTo>
                    <a:pt x="37" y="27"/>
                  </a:lnTo>
                  <a:lnTo>
                    <a:pt x="37" y="10"/>
                  </a:lnTo>
                  <a:lnTo>
                    <a:pt x="17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3" name="Freeform 214">
              <a:extLst>
                <a:ext uri="{FF2B5EF4-FFF2-40B4-BE49-F238E27FC236}">
                  <a16:creationId xmlns:a16="http://schemas.microsoft.com/office/drawing/2014/main" id="{7FA38BFF-903B-B1FB-0E12-1F1026D0B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2029" y="3962151"/>
              <a:ext cx="53252" cy="38860"/>
            </a:xfrm>
            <a:custGeom>
              <a:avLst/>
              <a:gdLst>
                <a:gd name="T0" fmla="*/ 0 w 37"/>
                <a:gd name="T1" fmla="*/ 2 h 27"/>
                <a:gd name="T2" fmla="*/ 0 w 37"/>
                <a:gd name="T3" fmla="*/ 17 h 27"/>
                <a:gd name="T4" fmla="*/ 12 w 37"/>
                <a:gd name="T5" fmla="*/ 25 h 27"/>
                <a:gd name="T6" fmla="*/ 37 w 37"/>
                <a:gd name="T7" fmla="*/ 27 h 27"/>
                <a:gd name="T8" fmla="*/ 37 w 37"/>
                <a:gd name="T9" fmla="*/ 10 h 27"/>
                <a:gd name="T10" fmla="*/ 17 w 37"/>
                <a:gd name="T11" fmla="*/ 0 h 27"/>
                <a:gd name="T12" fmla="*/ 2 w 37"/>
                <a:gd name="T13" fmla="*/ 2 h 27"/>
                <a:gd name="T14" fmla="*/ 0 w 37"/>
                <a:gd name="T1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7">
                  <a:moveTo>
                    <a:pt x="0" y="2"/>
                  </a:moveTo>
                  <a:lnTo>
                    <a:pt x="0" y="17"/>
                  </a:lnTo>
                  <a:lnTo>
                    <a:pt x="12" y="25"/>
                  </a:lnTo>
                  <a:lnTo>
                    <a:pt x="37" y="27"/>
                  </a:lnTo>
                  <a:lnTo>
                    <a:pt x="37" y="10"/>
                  </a:lnTo>
                  <a:lnTo>
                    <a:pt x="17" y="0"/>
                  </a:lnTo>
                  <a:lnTo>
                    <a:pt x="2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4" name="Freeform 215">
              <a:extLst>
                <a:ext uri="{FF2B5EF4-FFF2-40B4-BE49-F238E27FC236}">
                  <a16:creationId xmlns:a16="http://schemas.microsoft.com/office/drawing/2014/main" id="{34B37831-F527-1337-3B60-13981FB42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2029" y="3962151"/>
              <a:ext cx="53252" cy="38860"/>
            </a:xfrm>
            <a:custGeom>
              <a:avLst/>
              <a:gdLst>
                <a:gd name="T0" fmla="*/ 0 w 37"/>
                <a:gd name="T1" fmla="*/ 2 h 27"/>
                <a:gd name="T2" fmla="*/ 0 w 37"/>
                <a:gd name="T3" fmla="*/ 17 h 27"/>
                <a:gd name="T4" fmla="*/ 12 w 37"/>
                <a:gd name="T5" fmla="*/ 25 h 27"/>
                <a:gd name="T6" fmla="*/ 37 w 37"/>
                <a:gd name="T7" fmla="*/ 27 h 27"/>
                <a:gd name="T8" fmla="*/ 37 w 37"/>
                <a:gd name="T9" fmla="*/ 10 h 27"/>
                <a:gd name="T10" fmla="*/ 17 w 37"/>
                <a:gd name="T11" fmla="*/ 0 h 27"/>
                <a:gd name="T12" fmla="*/ 0 w 37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7">
                  <a:moveTo>
                    <a:pt x="0" y="2"/>
                  </a:moveTo>
                  <a:lnTo>
                    <a:pt x="0" y="17"/>
                  </a:lnTo>
                  <a:lnTo>
                    <a:pt x="12" y="25"/>
                  </a:lnTo>
                  <a:lnTo>
                    <a:pt x="37" y="27"/>
                  </a:lnTo>
                  <a:lnTo>
                    <a:pt x="37" y="10"/>
                  </a:lnTo>
                  <a:lnTo>
                    <a:pt x="17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5" name="Freeform 216">
              <a:extLst>
                <a:ext uri="{FF2B5EF4-FFF2-40B4-BE49-F238E27FC236}">
                  <a16:creationId xmlns:a16="http://schemas.microsoft.com/office/drawing/2014/main" id="{A205A8B1-008A-7B08-2B0B-A157E15A3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0515" y="4025478"/>
              <a:ext cx="35981" cy="35981"/>
            </a:xfrm>
            <a:custGeom>
              <a:avLst/>
              <a:gdLst>
                <a:gd name="T0" fmla="*/ 5 w 25"/>
                <a:gd name="T1" fmla="*/ 0 h 25"/>
                <a:gd name="T2" fmla="*/ 0 w 25"/>
                <a:gd name="T3" fmla="*/ 15 h 25"/>
                <a:gd name="T4" fmla="*/ 8 w 25"/>
                <a:gd name="T5" fmla="*/ 25 h 25"/>
                <a:gd name="T6" fmla="*/ 25 w 25"/>
                <a:gd name="T7" fmla="*/ 20 h 25"/>
                <a:gd name="T8" fmla="*/ 20 w 25"/>
                <a:gd name="T9" fmla="*/ 5 h 25"/>
                <a:gd name="T10" fmla="*/ 5 w 25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0" y="15"/>
                  </a:lnTo>
                  <a:lnTo>
                    <a:pt x="8" y="25"/>
                  </a:lnTo>
                  <a:lnTo>
                    <a:pt x="25" y="20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6" name="Freeform 217">
              <a:extLst>
                <a:ext uri="{FF2B5EF4-FFF2-40B4-BE49-F238E27FC236}">
                  <a16:creationId xmlns:a16="http://schemas.microsoft.com/office/drawing/2014/main" id="{3DA8233D-3F16-0766-6A78-A3A0D35BA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0515" y="4025478"/>
              <a:ext cx="35981" cy="35981"/>
            </a:xfrm>
            <a:custGeom>
              <a:avLst/>
              <a:gdLst>
                <a:gd name="T0" fmla="*/ 5 w 25"/>
                <a:gd name="T1" fmla="*/ 0 h 25"/>
                <a:gd name="T2" fmla="*/ 0 w 25"/>
                <a:gd name="T3" fmla="*/ 15 h 25"/>
                <a:gd name="T4" fmla="*/ 8 w 25"/>
                <a:gd name="T5" fmla="*/ 25 h 25"/>
                <a:gd name="T6" fmla="*/ 25 w 25"/>
                <a:gd name="T7" fmla="*/ 20 h 25"/>
                <a:gd name="T8" fmla="*/ 20 w 25"/>
                <a:gd name="T9" fmla="*/ 5 h 25"/>
                <a:gd name="T10" fmla="*/ 8 w 25"/>
                <a:gd name="T11" fmla="*/ 0 h 25"/>
                <a:gd name="T12" fmla="*/ 5 w 25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0" y="15"/>
                  </a:lnTo>
                  <a:lnTo>
                    <a:pt x="8" y="25"/>
                  </a:lnTo>
                  <a:lnTo>
                    <a:pt x="25" y="20"/>
                  </a:lnTo>
                  <a:lnTo>
                    <a:pt x="20" y="5"/>
                  </a:lnTo>
                  <a:lnTo>
                    <a:pt x="8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7" name="Freeform 218">
              <a:extLst>
                <a:ext uri="{FF2B5EF4-FFF2-40B4-BE49-F238E27FC236}">
                  <a16:creationId xmlns:a16="http://schemas.microsoft.com/office/drawing/2014/main" id="{E90B0EBE-E374-5626-09C3-D47220CF0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0515" y="4025478"/>
              <a:ext cx="35981" cy="35981"/>
            </a:xfrm>
            <a:custGeom>
              <a:avLst/>
              <a:gdLst>
                <a:gd name="T0" fmla="*/ 5 w 25"/>
                <a:gd name="T1" fmla="*/ 0 h 25"/>
                <a:gd name="T2" fmla="*/ 0 w 25"/>
                <a:gd name="T3" fmla="*/ 15 h 25"/>
                <a:gd name="T4" fmla="*/ 8 w 25"/>
                <a:gd name="T5" fmla="*/ 25 h 25"/>
                <a:gd name="T6" fmla="*/ 25 w 25"/>
                <a:gd name="T7" fmla="*/ 20 h 25"/>
                <a:gd name="T8" fmla="*/ 20 w 25"/>
                <a:gd name="T9" fmla="*/ 5 h 25"/>
                <a:gd name="T10" fmla="*/ 5 w 25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0" y="15"/>
                  </a:lnTo>
                  <a:lnTo>
                    <a:pt x="8" y="25"/>
                  </a:lnTo>
                  <a:lnTo>
                    <a:pt x="25" y="20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8" name="Freeform 219">
              <a:extLst>
                <a:ext uri="{FF2B5EF4-FFF2-40B4-BE49-F238E27FC236}">
                  <a16:creationId xmlns:a16="http://schemas.microsoft.com/office/drawing/2014/main" id="{03F6F592-429D-1FCB-D4F2-33363B818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160" y="4018282"/>
              <a:ext cx="33102" cy="25906"/>
            </a:xfrm>
            <a:custGeom>
              <a:avLst/>
              <a:gdLst>
                <a:gd name="T0" fmla="*/ 0 w 23"/>
                <a:gd name="T1" fmla="*/ 5 h 18"/>
                <a:gd name="T2" fmla="*/ 3 w 23"/>
                <a:gd name="T3" fmla="*/ 18 h 18"/>
                <a:gd name="T4" fmla="*/ 13 w 23"/>
                <a:gd name="T5" fmla="*/ 18 h 18"/>
                <a:gd name="T6" fmla="*/ 20 w 23"/>
                <a:gd name="T7" fmla="*/ 13 h 18"/>
                <a:gd name="T8" fmla="*/ 23 w 23"/>
                <a:gd name="T9" fmla="*/ 0 h 18"/>
                <a:gd name="T10" fmla="*/ 10 w 23"/>
                <a:gd name="T11" fmla="*/ 0 h 18"/>
                <a:gd name="T12" fmla="*/ 0 w 23"/>
                <a:gd name="T13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18">
                  <a:moveTo>
                    <a:pt x="0" y="5"/>
                  </a:moveTo>
                  <a:lnTo>
                    <a:pt x="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3" y="0"/>
                  </a:lnTo>
                  <a:lnTo>
                    <a:pt x="1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9" name="Freeform 220">
              <a:extLst>
                <a:ext uri="{FF2B5EF4-FFF2-40B4-BE49-F238E27FC236}">
                  <a16:creationId xmlns:a16="http://schemas.microsoft.com/office/drawing/2014/main" id="{5F227AE9-3612-4EF2-961B-743192B2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9375" y="4087365"/>
              <a:ext cx="83476" cy="113699"/>
            </a:xfrm>
            <a:custGeom>
              <a:avLst/>
              <a:gdLst>
                <a:gd name="T0" fmla="*/ 35 w 58"/>
                <a:gd name="T1" fmla="*/ 0 h 79"/>
                <a:gd name="T2" fmla="*/ 18 w 58"/>
                <a:gd name="T3" fmla="*/ 15 h 79"/>
                <a:gd name="T4" fmla="*/ 0 w 58"/>
                <a:gd name="T5" fmla="*/ 32 h 79"/>
                <a:gd name="T6" fmla="*/ 10 w 58"/>
                <a:gd name="T7" fmla="*/ 47 h 79"/>
                <a:gd name="T8" fmla="*/ 23 w 58"/>
                <a:gd name="T9" fmla="*/ 64 h 79"/>
                <a:gd name="T10" fmla="*/ 38 w 58"/>
                <a:gd name="T11" fmla="*/ 79 h 79"/>
                <a:gd name="T12" fmla="*/ 48 w 58"/>
                <a:gd name="T13" fmla="*/ 64 h 79"/>
                <a:gd name="T14" fmla="*/ 58 w 58"/>
                <a:gd name="T15" fmla="*/ 57 h 79"/>
                <a:gd name="T16" fmla="*/ 58 w 58"/>
                <a:gd name="T17" fmla="*/ 22 h 79"/>
                <a:gd name="T18" fmla="*/ 50 w 58"/>
                <a:gd name="T19" fmla="*/ 10 h 79"/>
                <a:gd name="T20" fmla="*/ 35 w 58"/>
                <a:gd name="T2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79">
                  <a:moveTo>
                    <a:pt x="35" y="0"/>
                  </a:moveTo>
                  <a:lnTo>
                    <a:pt x="18" y="15"/>
                  </a:lnTo>
                  <a:lnTo>
                    <a:pt x="0" y="32"/>
                  </a:lnTo>
                  <a:lnTo>
                    <a:pt x="10" y="47"/>
                  </a:lnTo>
                  <a:lnTo>
                    <a:pt x="23" y="64"/>
                  </a:lnTo>
                  <a:lnTo>
                    <a:pt x="38" y="79"/>
                  </a:lnTo>
                  <a:lnTo>
                    <a:pt x="48" y="64"/>
                  </a:lnTo>
                  <a:lnTo>
                    <a:pt x="58" y="57"/>
                  </a:lnTo>
                  <a:lnTo>
                    <a:pt x="58" y="22"/>
                  </a:lnTo>
                  <a:lnTo>
                    <a:pt x="50" y="1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0" name="Freeform 221">
              <a:extLst>
                <a:ext uri="{FF2B5EF4-FFF2-40B4-BE49-F238E27FC236}">
                  <a16:creationId xmlns:a16="http://schemas.microsoft.com/office/drawing/2014/main" id="{43A74D93-0DB8-87CB-BCDD-EC4C6B2F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3320" y="4097439"/>
              <a:ext cx="46056" cy="60448"/>
            </a:xfrm>
            <a:custGeom>
              <a:avLst/>
              <a:gdLst>
                <a:gd name="T0" fmla="*/ 23 w 32"/>
                <a:gd name="T1" fmla="*/ 0 h 42"/>
                <a:gd name="T2" fmla="*/ 10 w 32"/>
                <a:gd name="T3" fmla="*/ 13 h 42"/>
                <a:gd name="T4" fmla="*/ 3 w 32"/>
                <a:gd name="T5" fmla="*/ 30 h 42"/>
                <a:gd name="T6" fmla="*/ 0 w 32"/>
                <a:gd name="T7" fmla="*/ 42 h 42"/>
                <a:gd name="T8" fmla="*/ 18 w 32"/>
                <a:gd name="T9" fmla="*/ 37 h 42"/>
                <a:gd name="T10" fmla="*/ 25 w 32"/>
                <a:gd name="T11" fmla="*/ 23 h 42"/>
                <a:gd name="T12" fmla="*/ 32 w 32"/>
                <a:gd name="T13" fmla="*/ 5 h 42"/>
                <a:gd name="T14" fmla="*/ 23 w 32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2">
                  <a:moveTo>
                    <a:pt x="23" y="0"/>
                  </a:moveTo>
                  <a:lnTo>
                    <a:pt x="10" y="13"/>
                  </a:lnTo>
                  <a:lnTo>
                    <a:pt x="3" y="30"/>
                  </a:lnTo>
                  <a:lnTo>
                    <a:pt x="0" y="42"/>
                  </a:lnTo>
                  <a:lnTo>
                    <a:pt x="18" y="37"/>
                  </a:lnTo>
                  <a:lnTo>
                    <a:pt x="25" y="23"/>
                  </a:lnTo>
                  <a:lnTo>
                    <a:pt x="32" y="5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1" name="Freeform 222">
              <a:extLst>
                <a:ext uri="{FF2B5EF4-FFF2-40B4-BE49-F238E27FC236}">
                  <a16:creationId xmlns:a16="http://schemas.microsoft.com/office/drawing/2014/main" id="{F42E2348-FCDF-B385-0738-1A3ACCEAE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3320" y="4097439"/>
              <a:ext cx="46056" cy="60448"/>
            </a:xfrm>
            <a:custGeom>
              <a:avLst/>
              <a:gdLst>
                <a:gd name="T0" fmla="*/ 23 w 32"/>
                <a:gd name="T1" fmla="*/ 0 h 42"/>
                <a:gd name="T2" fmla="*/ 10 w 32"/>
                <a:gd name="T3" fmla="*/ 13 h 42"/>
                <a:gd name="T4" fmla="*/ 3 w 32"/>
                <a:gd name="T5" fmla="*/ 30 h 42"/>
                <a:gd name="T6" fmla="*/ 0 w 32"/>
                <a:gd name="T7" fmla="*/ 42 h 42"/>
                <a:gd name="T8" fmla="*/ 18 w 32"/>
                <a:gd name="T9" fmla="*/ 37 h 42"/>
                <a:gd name="T10" fmla="*/ 25 w 32"/>
                <a:gd name="T11" fmla="*/ 23 h 42"/>
                <a:gd name="T12" fmla="*/ 32 w 32"/>
                <a:gd name="T13" fmla="*/ 5 h 42"/>
                <a:gd name="T14" fmla="*/ 25 w 32"/>
                <a:gd name="T15" fmla="*/ 0 h 42"/>
                <a:gd name="T16" fmla="*/ 23 w 32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42">
                  <a:moveTo>
                    <a:pt x="23" y="0"/>
                  </a:moveTo>
                  <a:lnTo>
                    <a:pt x="10" y="13"/>
                  </a:lnTo>
                  <a:lnTo>
                    <a:pt x="3" y="30"/>
                  </a:lnTo>
                  <a:lnTo>
                    <a:pt x="0" y="42"/>
                  </a:lnTo>
                  <a:lnTo>
                    <a:pt x="18" y="37"/>
                  </a:lnTo>
                  <a:lnTo>
                    <a:pt x="25" y="23"/>
                  </a:lnTo>
                  <a:lnTo>
                    <a:pt x="32" y="5"/>
                  </a:lnTo>
                  <a:lnTo>
                    <a:pt x="2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2" name="Freeform 223">
              <a:extLst>
                <a:ext uri="{FF2B5EF4-FFF2-40B4-BE49-F238E27FC236}">
                  <a16:creationId xmlns:a16="http://schemas.microsoft.com/office/drawing/2014/main" id="{6234A796-E9F1-622F-A0E7-6BE069CBA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3320" y="4097439"/>
              <a:ext cx="46056" cy="60448"/>
            </a:xfrm>
            <a:custGeom>
              <a:avLst/>
              <a:gdLst>
                <a:gd name="T0" fmla="*/ 23 w 32"/>
                <a:gd name="T1" fmla="*/ 0 h 42"/>
                <a:gd name="T2" fmla="*/ 10 w 32"/>
                <a:gd name="T3" fmla="*/ 13 h 42"/>
                <a:gd name="T4" fmla="*/ 3 w 32"/>
                <a:gd name="T5" fmla="*/ 30 h 42"/>
                <a:gd name="T6" fmla="*/ 0 w 32"/>
                <a:gd name="T7" fmla="*/ 42 h 42"/>
                <a:gd name="T8" fmla="*/ 18 w 32"/>
                <a:gd name="T9" fmla="*/ 37 h 42"/>
                <a:gd name="T10" fmla="*/ 25 w 32"/>
                <a:gd name="T11" fmla="*/ 23 h 42"/>
                <a:gd name="T12" fmla="*/ 32 w 32"/>
                <a:gd name="T13" fmla="*/ 5 h 42"/>
                <a:gd name="T14" fmla="*/ 23 w 32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2">
                  <a:moveTo>
                    <a:pt x="23" y="0"/>
                  </a:moveTo>
                  <a:lnTo>
                    <a:pt x="10" y="13"/>
                  </a:lnTo>
                  <a:lnTo>
                    <a:pt x="3" y="30"/>
                  </a:lnTo>
                  <a:lnTo>
                    <a:pt x="0" y="42"/>
                  </a:lnTo>
                  <a:lnTo>
                    <a:pt x="18" y="37"/>
                  </a:lnTo>
                  <a:lnTo>
                    <a:pt x="25" y="23"/>
                  </a:lnTo>
                  <a:lnTo>
                    <a:pt x="32" y="5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3" name="Freeform 224">
              <a:extLst>
                <a:ext uri="{FF2B5EF4-FFF2-40B4-BE49-F238E27FC236}">
                  <a16:creationId xmlns:a16="http://schemas.microsoft.com/office/drawing/2014/main" id="{03F3296C-23AA-CEBB-96EC-1A0628AED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3692" y="4058581"/>
              <a:ext cx="17271" cy="21588"/>
            </a:xfrm>
            <a:custGeom>
              <a:avLst/>
              <a:gdLst>
                <a:gd name="T0" fmla="*/ 7 w 12"/>
                <a:gd name="T1" fmla="*/ 15 h 15"/>
                <a:gd name="T2" fmla="*/ 2 w 12"/>
                <a:gd name="T3" fmla="*/ 15 h 15"/>
                <a:gd name="T4" fmla="*/ 0 w 12"/>
                <a:gd name="T5" fmla="*/ 7 h 15"/>
                <a:gd name="T6" fmla="*/ 2 w 12"/>
                <a:gd name="T7" fmla="*/ 2 h 15"/>
                <a:gd name="T8" fmla="*/ 7 w 12"/>
                <a:gd name="T9" fmla="*/ 0 h 15"/>
                <a:gd name="T10" fmla="*/ 10 w 12"/>
                <a:gd name="T11" fmla="*/ 2 h 15"/>
                <a:gd name="T12" fmla="*/ 12 w 12"/>
                <a:gd name="T13" fmla="*/ 7 h 15"/>
                <a:gd name="T14" fmla="*/ 10 w 12"/>
                <a:gd name="T15" fmla="*/ 15 h 15"/>
                <a:gd name="T16" fmla="*/ 10 w 12"/>
                <a:gd name="T17" fmla="*/ 15 h 15"/>
                <a:gd name="T18" fmla="*/ 7 w 12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5">
                  <a:moveTo>
                    <a:pt x="7" y="15"/>
                  </a:moveTo>
                  <a:lnTo>
                    <a:pt x="2" y="15"/>
                  </a:lnTo>
                  <a:lnTo>
                    <a:pt x="0" y="7"/>
                  </a:lnTo>
                  <a:lnTo>
                    <a:pt x="2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7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7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4" name="Freeform 225">
              <a:extLst>
                <a:ext uri="{FF2B5EF4-FFF2-40B4-BE49-F238E27FC236}">
                  <a16:creationId xmlns:a16="http://schemas.microsoft.com/office/drawing/2014/main" id="{31AD130B-253E-DC00-C45D-0C56090B6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3692" y="4058581"/>
              <a:ext cx="17271" cy="21588"/>
            </a:xfrm>
            <a:custGeom>
              <a:avLst/>
              <a:gdLst>
                <a:gd name="T0" fmla="*/ 7 w 12"/>
                <a:gd name="T1" fmla="*/ 15 h 15"/>
                <a:gd name="T2" fmla="*/ 2 w 12"/>
                <a:gd name="T3" fmla="*/ 15 h 15"/>
                <a:gd name="T4" fmla="*/ 0 w 12"/>
                <a:gd name="T5" fmla="*/ 7 h 15"/>
                <a:gd name="T6" fmla="*/ 2 w 12"/>
                <a:gd name="T7" fmla="*/ 2 h 15"/>
                <a:gd name="T8" fmla="*/ 7 w 12"/>
                <a:gd name="T9" fmla="*/ 0 h 15"/>
                <a:gd name="T10" fmla="*/ 10 w 12"/>
                <a:gd name="T11" fmla="*/ 2 h 15"/>
                <a:gd name="T12" fmla="*/ 12 w 12"/>
                <a:gd name="T13" fmla="*/ 7 h 15"/>
                <a:gd name="T14" fmla="*/ 10 w 12"/>
                <a:gd name="T15" fmla="*/ 15 h 15"/>
                <a:gd name="T16" fmla="*/ 7 w 12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7" y="15"/>
                  </a:moveTo>
                  <a:lnTo>
                    <a:pt x="2" y="15"/>
                  </a:lnTo>
                  <a:lnTo>
                    <a:pt x="0" y="7"/>
                  </a:lnTo>
                  <a:lnTo>
                    <a:pt x="2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7"/>
                  </a:lnTo>
                  <a:lnTo>
                    <a:pt x="10" y="15"/>
                  </a:lnTo>
                  <a:lnTo>
                    <a:pt x="7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5" name="Freeform 226">
              <a:extLst>
                <a:ext uri="{FF2B5EF4-FFF2-40B4-BE49-F238E27FC236}">
                  <a16:creationId xmlns:a16="http://schemas.microsoft.com/office/drawing/2014/main" id="{040DF0D1-8EB3-D59A-1C5E-063479CAB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321" y="4075851"/>
              <a:ext cx="164073" cy="165512"/>
            </a:xfrm>
            <a:custGeom>
              <a:avLst/>
              <a:gdLst>
                <a:gd name="T0" fmla="*/ 37 w 114"/>
                <a:gd name="T1" fmla="*/ 115 h 115"/>
                <a:gd name="T2" fmla="*/ 17 w 114"/>
                <a:gd name="T3" fmla="*/ 107 h 115"/>
                <a:gd name="T4" fmla="*/ 15 w 114"/>
                <a:gd name="T5" fmla="*/ 85 h 115"/>
                <a:gd name="T6" fmla="*/ 5 w 114"/>
                <a:gd name="T7" fmla="*/ 82 h 115"/>
                <a:gd name="T8" fmla="*/ 0 w 114"/>
                <a:gd name="T9" fmla="*/ 67 h 115"/>
                <a:gd name="T10" fmla="*/ 5 w 114"/>
                <a:gd name="T11" fmla="*/ 42 h 115"/>
                <a:gd name="T12" fmla="*/ 22 w 114"/>
                <a:gd name="T13" fmla="*/ 30 h 115"/>
                <a:gd name="T14" fmla="*/ 12 w 114"/>
                <a:gd name="T15" fmla="*/ 20 h 115"/>
                <a:gd name="T16" fmla="*/ 17 w 114"/>
                <a:gd name="T17" fmla="*/ 5 h 115"/>
                <a:gd name="T18" fmla="*/ 32 w 114"/>
                <a:gd name="T19" fmla="*/ 3 h 115"/>
                <a:gd name="T20" fmla="*/ 54 w 114"/>
                <a:gd name="T21" fmla="*/ 0 h 115"/>
                <a:gd name="T22" fmla="*/ 64 w 114"/>
                <a:gd name="T23" fmla="*/ 8 h 115"/>
                <a:gd name="T24" fmla="*/ 99 w 114"/>
                <a:gd name="T25" fmla="*/ 10 h 115"/>
                <a:gd name="T26" fmla="*/ 102 w 114"/>
                <a:gd name="T27" fmla="*/ 28 h 115"/>
                <a:gd name="T28" fmla="*/ 114 w 114"/>
                <a:gd name="T29" fmla="*/ 33 h 115"/>
                <a:gd name="T30" fmla="*/ 112 w 114"/>
                <a:gd name="T31" fmla="*/ 45 h 115"/>
                <a:gd name="T32" fmla="*/ 102 w 114"/>
                <a:gd name="T33" fmla="*/ 47 h 115"/>
                <a:gd name="T34" fmla="*/ 99 w 114"/>
                <a:gd name="T35" fmla="*/ 75 h 115"/>
                <a:gd name="T36" fmla="*/ 102 w 114"/>
                <a:gd name="T37" fmla="*/ 105 h 115"/>
                <a:gd name="T38" fmla="*/ 57 w 114"/>
                <a:gd name="T39" fmla="*/ 105 h 115"/>
                <a:gd name="T40" fmla="*/ 37 w 114"/>
                <a:gd name="T41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15">
                  <a:moveTo>
                    <a:pt x="37" y="115"/>
                  </a:moveTo>
                  <a:lnTo>
                    <a:pt x="17" y="107"/>
                  </a:lnTo>
                  <a:lnTo>
                    <a:pt x="15" y="85"/>
                  </a:lnTo>
                  <a:lnTo>
                    <a:pt x="5" y="82"/>
                  </a:lnTo>
                  <a:lnTo>
                    <a:pt x="0" y="67"/>
                  </a:lnTo>
                  <a:lnTo>
                    <a:pt x="5" y="42"/>
                  </a:lnTo>
                  <a:lnTo>
                    <a:pt x="22" y="30"/>
                  </a:lnTo>
                  <a:lnTo>
                    <a:pt x="12" y="20"/>
                  </a:lnTo>
                  <a:lnTo>
                    <a:pt x="17" y="5"/>
                  </a:lnTo>
                  <a:lnTo>
                    <a:pt x="32" y="3"/>
                  </a:lnTo>
                  <a:lnTo>
                    <a:pt x="54" y="0"/>
                  </a:lnTo>
                  <a:lnTo>
                    <a:pt x="64" y="8"/>
                  </a:lnTo>
                  <a:lnTo>
                    <a:pt x="99" y="10"/>
                  </a:lnTo>
                  <a:lnTo>
                    <a:pt x="102" y="28"/>
                  </a:lnTo>
                  <a:lnTo>
                    <a:pt x="114" y="33"/>
                  </a:lnTo>
                  <a:lnTo>
                    <a:pt x="112" y="45"/>
                  </a:lnTo>
                  <a:lnTo>
                    <a:pt x="102" y="47"/>
                  </a:lnTo>
                  <a:lnTo>
                    <a:pt x="99" y="75"/>
                  </a:lnTo>
                  <a:lnTo>
                    <a:pt x="102" y="105"/>
                  </a:lnTo>
                  <a:lnTo>
                    <a:pt x="57" y="105"/>
                  </a:lnTo>
                  <a:lnTo>
                    <a:pt x="37" y="1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6" name="Freeform 227">
              <a:extLst>
                <a:ext uri="{FF2B5EF4-FFF2-40B4-BE49-F238E27FC236}">
                  <a16:creationId xmlns:a16="http://schemas.microsoft.com/office/drawing/2014/main" id="{6C1DD923-3DD5-D05C-80F4-B1CBBF5EE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153" y="4261512"/>
              <a:ext cx="1011783" cy="1134118"/>
            </a:xfrm>
            <a:custGeom>
              <a:avLst/>
              <a:gdLst>
                <a:gd name="T0" fmla="*/ 72 w 703"/>
                <a:gd name="T1" fmla="*/ 70 h 788"/>
                <a:gd name="T2" fmla="*/ 74 w 703"/>
                <a:gd name="T3" fmla="*/ 122 h 788"/>
                <a:gd name="T4" fmla="*/ 69 w 703"/>
                <a:gd name="T5" fmla="*/ 162 h 788"/>
                <a:gd name="T6" fmla="*/ 34 w 703"/>
                <a:gd name="T7" fmla="*/ 182 h 788"/>
                <a:gd name="T8" fmla="*/ 19 w 703"/>
                <a:gd name="T9" fmla="*/ 219 h 788"/>
                <a:gd name="T10" fmla="*/ 0 w 703"/>
                <a:gd name="T11" fmla="*/ 247 h 788"/>
                <a:gd name="T12" fmla="*/ 19 w 703"/>
                <a:gd name="T13" fmla="*/ 281 h 788"/>
                <a:gd name="T14" fmla="*/ 49 w 703"/>
                <a:gd name="T15" fmla="*/ 296 h 788"/>
                <a:gd name="T16" fmla="*/ 87 w 703"/>
                <a:gd name="T17" fmla="*/ 319 h 788"/>
                <a:gd name="T18" fmla="*/ 116 w 703"/>
                <a:gd name="T19" fmla="*/ 311 h 788"/>
                <a:gd name="T20" fmla="*/ 131 w 703"/>
                <a:gd name="T21" fmla="*/ 289 h 788"/>
                <a:gd name="T22" fmla="*/ 166 w 703"/>
                <a:gd name="T23" fmla="*/ 344 h 788"/>
                <a:gd name="T24" fmla="*/ 198 w 703"/>
                <a:gd name="T25" fmla="*/ 353 h 788"/>
                <a:gd name="T26" fmla="*/ 233 w 703"/>
                <a:gd name="T27" fmla="*/ 368 h 788"/>
                <a:gd name="T28" fmla="*/ 253 w 703"/>
                <a:gd name="T29" fmla="*/ 391 h 788"/>
                <a:gd name="T30" fmla="*/ 251 w 703"/>
                <a:gd name="T31" fmla="*/ 423 h 788"/>
                <a:gd name="T32" fmla="*/ 281 w 703"/>
                <a:gd name="T33" fmla="*/ 443 h 788"/>
                <a:gd name="T34" fmla="*/ 300 w 703"/>
                <a:gd name="T35" fmla="*/ 463 h 788"/>
                <a:gd name="T36" fmla="*/ 283 w 703"/>
                <a:gd name="T37" fmla="*/ 500 h 788"/>
                <a:gd name="T38" fmla="*/ 298 w 703"/>
                <a:gd name="T39" fmla="*/ 532 h 788"/>
                <a:gd name="T40" fmla="*/ 328 w 703"/>
                <a:gd name="T41" fmla="*/ 547 h 788"/>
                <a:gd name="T42" fmla="*/ 363 w 703"/>
                <a:gd name="T43" fmla="*/ 572 h 788"/>
                <a:gd name="T44" fmla="*/ 370 w 703"/>
                <a:gd name="T45" fmla="*/ 639 h 788"/>
                <a:gd name="T46" fmla="*/ 368 w 703"/>
                <a:gd name="T47" fmla="*/ 657 h 788"/>
                <a:gd name="T48" fmla="*/ 340 w 703"/>
                <a:gd name="T49" fmla="*/ 687 h 788"/>
                <a:gd name="T50" fmla="*/ 330 w 703"/>
                <a:gd name="T51" fmla="*/ 719 h 788"/>
                <a:gd name="T52" fmla="*/ 392 w 703"/>
                <a:gd name="T53" fmla="*/ 776 h 788"/>
                <a:gd name="T54" fmla="*/ 407 w 703"/>
                <a:gd name="T55" fmla="*/ 754 h 788"/>
                <a:gd name="T56" fmla="*/ 420 w 703"/>
                <a:gd name="T57" fmla="*/ 714 h 788"/>
                <a:gd name="T58" fmla="*/ 417 w 703"/>
                <a:gd name="T59" fmla="*/ 741 h 788"/>
                <a:gd name="T60" fmla="*/ 447 w 703"/>
                <a:gd name="T61" fmla="*/ 711 h 788"/>
                <a:gd name="T62" fmla="*/ 469 w 703"/>
                <a:gd name="T63" fmla="*/ 617 h 788"/>
                <a:gd name="T64" fmla="*/ 494 w 703"/>
                <a:gd name="T65" fmla="*/ 587 h 788"/>
                <a:gd name="T66" fmla="*/ 559 w 703"/>
                <a:gd name="T67" fmla="*/ 560 h 788"/>
                <a:gd name="T68" fmla="*/ 596 w 703"/>
                <a:gd name="T69" fmla="*/ 518 h 788"/>
                <a:gd name="T70" fmla="*/ 616 w 703"/>
                <a:gd name="T71" fmla="*/ 450 h 788"/>
                <a:gd name="T72" fmla="*/ 646 w 703"/>
                <a:gd name="T73" fmla="*/ 346 h 788"/>
                <a:gd name="T74" fmla="*/ 658 w 703"/>
                <a:gd name="T75" fmla="*/ 304 h 788"/>
                <a:gd name="T76" fmla="*/ 686 w 703"/>
                <a:gd name="T77" fmla="*/ 279 h 788"/>
                <a:gd name="T78" fmla="*/ 691 w 703"/>
                <a:gd name="T79" fmla="*/ 244 h 788"/>
                <a:gd name="T80" fmla="*/ 691 w 703"/>
                <a:gd name="T81" fmla="*/ 227 h 788"/>
                <a:gd name="T82" fmla="*/ 666 w 703"/>
                <a:gd name="T83" fmla="*/ 182 h 788"/>
                <a:gd name="T84" fmla="*/ 629 w 703"/>
                <a:gd name="T85" fmla="*/ 160 h 788"/>
                <a:gd name="T86" fmla="*/ 596 w 703"/>
                <a:gd name="T87" fmla="*/ 140 h 788"/>
                <a:gd name="T88" fmla="*/ 559 w 703"/>
                <a:gd name="T89" fmla="*/ 135 h 788"/>
                <a:gd name="T90" fmla="*/ 522 w 703"/>
                <a:gd name="T91" fmla="*/ 112 h 788"/>
                <a:gd name="T92" fmla="*/ 472 w 703"/>
                <a:gd name="T93" fmla="*/ 102 h 788"/>
                <a:gd name="T94" fmla="*/ 440 w 703"/>
                <a:gd name="T95" fmla="*/ 125 h 788"/>
                <a:gd name="T96" fmla="*/ 445 w 703"/>
                <a:gd name="T97" fmla="*/ 92 h 788"/>
                <a:gd name="T98" fmla="*/ 410 w 703"/>
                <a:gd name="T99" fmla="*/ 110 h 788"/>
                <a:gd name="T100" fmla="*/ 405 w 703"/>
                <a:gd name="T101" fmla="*/ 100 h 788"/>
                <a:gd name="T102" fmla="*/ 427 w 703"/>
                <a:gd name="T103" fmla="*/ 60 h 788"/>
                <a:gd name="T104" fmla="*/ 390 w 703"/>
                <a:gd name="T105" fmla="*/ 18 h 788"/>
                <a:gd name="T106" fmla="*/ 370 w 703"/>
                <a:gd name="T107" fmla="*/ 50 h 788"/>
                <a:gd name="T108" fmla="*/ 318 w 703"/>
                <a:gd name="T109" fmla="*/ 40 h 788"/>
                <a:gd name="T110" fmla="*/ 281 w 703"/>
                <a:gd name="T111" fmla="*/ 58 h 788"/>
                <a:gd name="T112" fmla="*/ 256 w 703"/>
                <a:gd name="T113" fmla="*/ 58 h 788"/>
                <a:gd name="T114" fmla="*/ 248 w 703"/>
                <a:gd name="T115" fmla="*/ 5 h 788"/>
                <a:gd name="T116" fmla="*/ 198 w 703"/>
                <a:gd name="T117" fmla="*/ 13 h 788"/>
                <a:gd name="T118" fmla="*/ 166 w 703"/>
                <a:gd name="T119" fmla="*/ 10 h 788"/>
                <a:gd name="T120" fmla="*/ 176 w 703"/>
                <a:gd name="T121" fmla="*/ 45 h 788"/>
                <a:gd name="T122" fmla="*/ 141 w 703"/>
                <a:gd name="T123" fmla="*/ 73 h 788"/>
                <a:gd name="T124" fmla="*/ 109 w 703"/>
                <a:gd name="T125" fmla="*/ 4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03" h="788">
                  <a:moveTo>
                    <a:pt x="109" y="48"/>
                  </a:moveTo>
                  <a:lnTo>
                    <a:pt x="79" y="58"/>
                  </a:lnTo>
                  <a:lnTo>
                    <a:pt x="72" y="70"/>
                  </a:lnTo>
                  <a:lnTo>
                    <a:pt x="79" y="80"/>
                  </a:lnTo>
                  <a:lnTo>
                    <a:pt x="72" y="87"/>
                  </a:lnTo>
                  <a:lnTo>
                    <a:pt x="74" y="122"/>
                  </a:lnTo>
                  <a:lnTo>
                    <a:pt x="74" y="137"/>
                  </a:lnTo>
                  <a:lnTo>
                    <a:pt x="57" y="140"/>
                  </a:lnTo>
                  <a:lnTo>
                    <a:pt x="69" y="162"/>
                  </a:lnTo>
                  <a:lnTo>
                    <a:pt x="64" y="179"/>
                  </a:lnTo>
                  <a:lnTo>
                    <a:pt x="49" y="187"/>
                  </a:lnTo>
                  <a:lnTo>
                    <a:pt x="34" y="182"/>
                  </a:lnTo>
                  <a:lnTo>
                    <a:pt x="22" y="192"/>
                  </a:lnTo>
                  <a:lnTo>
                    <a:pt x="17" y="207"/>
                  </a:lnTo>
                  <a:lnTo>
                    <a:pt x="19" y="219"/>
                  </a:lnTo>
                  <a:lnTo>
                    <a:pt x="12" y="227"/>
                  </a:lnTo>
                  <a:lnTo>
                    <a:pt x="2" y="232"/>
                  </a:lnTo>
                  <a:lnTo>
                    <a:pt x="0" y="247"/>
                  </a:lnTo>
                  <a:lnTo>
                    <a:pt x="2" y="259"/>
                  </a:lnTo>
                  <a:lnTo>
                    <a:pt x="15" y="269"/>
                  </a:lnTo>
                  <a:lnTo>
                    <a:pt x="19" y="281"/>
                  </a:lnTo>
                  <a:lnTo>
                    <a:pt x="32" y="284"/>
                  </a:lnTo>
                  <a:lnTo>
                    <a:pt x="34" y="294"/>
                  </a:lnTo>
                  <a:lnTo>
                    <a:pt x="49" y="296"/>
                  </a:lnTo>
                  <a:lnTo>
                    <a:pt x="64" y="289"/>
                  </a:lnTo>
                  <a:lnTo>
                    <a:pt x="72" y="311"/>
                  </a:lnTo>
                  <a:lnTo>
                    <a:pt x="87" y="319"/>
                  </a:lnTo>
                  <a:lnTo>
                    <a:pt x="99" y="321"/>
                  </a:lnTo>
                  <a:lnTo>
                    <a:pt x="111" y="316"/>
                  </a:lnTo>
                  <a:lnTo>
                    <a:pt x="116" y="311"/>
                  </a:lnTo>
                  <a:lnTo>
                    <a:pt x="121" y="301"/>
                  </a:lnTo>
                  <a:lnTo>
                    <a:pt x="131" y="304"/>
                  </a:lnTo>
                  <a:lnTo>
                    <a:pt x="131" y="289"/>
                  </a:lnTo>
                  <a:lnTo>
                    <a:pt x="156" y="291"/>
                  </a:lnTo>
                  <a:lnTo>
                    <a:pt x="159" y="329"/>
                  </a:lnTo>
                  <a:lnTo>
                    <a:pt x="166" y="344"/>
                  </a:lnTo>
                  <a:lnTo>
                    <a:pt x="169" y="348"/>
                  </a:lnTo>
                  <a:lnTo>
                    <a:pt x="196" y="348"/>
                  </a:lnTo>
                  <a:lnTo>
                    <a:pt x="198" y="353"/>
                  </a:lnTo>
                  <a:lnTo>
                    <a:pt x="211" y="356"/>
                  </a:lnTo>
                  <a:lnTo>
                    <a:pt x="213" y="366"/>
                  </a:lnTo>
                  <a:lnTo>
                    <a:pt x="233" y="368"/>
                  </a:lnTo>
                  <a:lnTo>
                    <a:pt x="241" y="371"/>
                  </a:lnTo>
                  <a:lnTo>
                    <a:pt x="243" y="388"/>
                  </a:lnTo>
                  <a:lnTo>
                    <a:pt x="253" y="391"/>
                  </a:lnTo>
                  <a:lnTo>
                    <a:pt x="243" y="398"/>
                  </a:lnTo>
                  <a:lnTo>
                    <a:pt x="246" y="423"/>
                  </a:lnTo>
                  <a:lnTo>
                    <a:pt x="251" y="423"/>
                  </a:lnTo>
                  <a:lnTo>
                    <a:pt x="256" y="431"/>
                  </a:lnTo>
                  <a:lnTo>
                    <a:pt x="281" y="431"/>
                  </a:lnTo>
                  <a:lnTo>
                    <a:pt x="281" y="443"/>
                  </a:lnTo>
                  <a:lnTo>
                    <a:pt x="290" y="445"/>
                  </a:lnTo>
                  <a:lnTo>
                    <a:pt x="293" y="458"/>
                  </a:lnTo>
                  <a:lnTo>
                    <a:pt x="300" y="463"/>
                  </a:lnTo>
                  <a:lnTo>
                    <a:pt x="298" y="485"/>
                  </a:lnTo>
                  <a:lnTo>
                    <a:pt x="290" y="498"/>
                  </a:lnTo>
                  <a:lnTo>
                    <a:pt x="283" y="500"/>
                  </a:lnTo>
                  <a:lnTo>
                    <a:pt x="283" y="513"/>
                  </a:lnTo>
                  <a:lnTo>
                    <a:pt x="295" y="518"/>
                  </a:lnTo>
                  <a:lnTo>
                    <a:pt x="298" y="532"/>
                  </a:lnTo>
                  <a:lnTo>
                    <a:pt x="315" y="535"/>
                  </a:lnTo>
                  <a:lnTo>
                    <a:pt x="318" y="545"/>
                  </a:lnTo>
                  <a:lnTo>
                    <a:pt x="328" y="547"/>
                  </a:lnTo>
                  <a:lnTo>
                    <a:pt x="345" y="550"/>
                  </a:lnTo>
                  <a:lnTo>
                    <a:pt x="348" y="570"/>
                  </a:lnTo>
                  <a:lnTo>
                    <a:pt x="363" y="572"/>
                  </a:lnTo>
                  <a:lnTo>
                    <a:pt x="365" y="617"/>
                  </a:lnTo>
                  <a:lnTo>
                    <a:pt x="368" y="622"/>
                  </a:lnTo>
                  <a:lnTo>
                    <a:pt x="370" y="639"/>
                  </a:lnTo>
                  <a:lnTo>
                    <a:pt x="380" y="639"/>
                  </a:lnTo>
                  <a:lnTo>
                    <a:pt x="380" y="654"/>
                  </a:lnTo>
                  <a:lnTo>
                    <a:pt x="368" y="657"/>
                  </a:lnTo>
                  <a:lnTo>
                    <a:pt x="358" y="669"/>
                  </a:lnTo>
                  <a:lnTo>
                    <a:pt x="350" y="672"/>
                  </a:lnTo>
                  <a:lnTo>
                    <a:pt x="340" y="687"/>
                  </a:lnTo>
                  <a:lnTo>
                    <a:pt x="330" y="696"/>
                  </a:lnTo>
                  <a:lnTo>
                    <a:pt x="323" y="709"/>
                  </a:lnTo>
                  <a:lnTo>
                    <a:pt x="330" y="719"/>
                  </a:lnTo>
                  <a:lnTo>
                    <a:pt x="348" y="726"/>
                  </a:lnTo>
                  <a:lnTo>
                    <a:pt x="385" y="761"/>
                  </a:lnTo>
                  <a:lnTo>
                    <a:pt x="392" y="776"/>
                  </a:lnTo>
                  <a:lnTo>
                    <a:pt x="395" y="788"/>
                  </a:lnTo>
                  <a:lnTo>
                    <a:pt x="405" y="774"/>
                  </a:lnTo>
                  <a:lnTo>
                    <a:pt x="407" y="754"/>
                  </a:lnTo>
                  <a:lnTo>
                    <a:pt x="410" y="739"/>
                  </a:lnTo>
                  <a:lnTo>
                    <a:pt x="412" y="714"/>
                  </a:lnTo>
                  <a:lnTo>
                    <a:pt x="420" y="714"/>
                  </a:lnTo>
                  <a:lnTo>
                    <a:pt x="422" y="719"/>
                  </a:lnTo>
                  <a:lnTo>
                    <a:pt x="422" y="734"/>
                  </a:lnTo>
                  <a:lnTo>
                    <a:pt x="417" y="741"/>
                  </a:lnTo>
                  <a:lnTo>
                    <a:pt x="432" y="736"/>
                  </a:lnTo>
                  <a:lnTo>
                    <a:pt x="437" y="719"/>
                  </a:lnTo>
                  <a:lnTo>
                    <a:pt x="447" y="711"/>
                  </a:lnTo>
                  <a:lnTo>
                    <a:pt x="445" y="687"/>
                  </a:lnTo>
                  <a:lnTo>
                    <a:pt x="464" y="677"/>
                  </a:lnTo>
                  <a:lnTo>
                    <a:pt x="469" y="617"/>
                  </a:lnTo>
                  <a:lnTo>
                    <a:pt x="474" y="602"/>
                  </a:lnTo>
                  <a:lnTo>
                    <a:pt x="489" y="597"/>
                  </a:lnTo>
                  <a:lnTo>
                    <a:pt x="494" y="587"/>
                  </a:lnTo>
                  <a:lnTo>
                    <a:pt x="504" y="580"/>
                  </a:lnTo>
                  <a:lnTo>
                    <a:pt x="522" y="565"/>
                  </a:lnTo>
                  <a:lnTo>
                    <a:pt x="559" y="560"/>
                  </a:lnTo>
                  <a:lnTo>
                    <a:pt x="564" y="550"/>
                  </a:lnTo>
                  <a:lnTo>
                    <a:pt x="591" y="550"/>
                  </a:lnTo>
                  <a:lnTo>
                    <a:pt x="596" y="518"/>
                  </a:lnTo>
                  <a:lnTo>
                    <a:pt x="606" y="503"/>
                  </a:lnTo>
                  <a:lnTo>
                    <a:pt x="614" y="483"/>
                  </a:lnTo>
                  <a:lnTo>
                    <a:pt x="616" y="450"/>
                  </a:lnTo>
                  <a:lnTo>
                    <a:pt x="624" y="445"/>
                  </a:lnTo>
                  <a:lnTo>
                    <a:pt x="629" y="351"/>
                  </a:lnTo>
                  <a:lnTo>
                    <a:pt x="646" y="346"/>
                  </a:lnTo>
                  <a:lnTo>
                    <a:pt x="646" y="326"/>
                  </a:lnTo>
                  <a:lnTo>
                    <a:pt x="653" y="321"/>
                  </a:lnTo>
                  <a:lnTo>
                    <a:pt x="658" y="304"/>
                  </a:lnTo>
                  <a:lnTo>
                    <a:pt x="666" y="301"/>
                  </a:lnTo>
                  <a:lnTo>
                    <a:pt x="671" y="284"/>
                  </a:lnTo>
                  <a:lnTo>
                    <a:pt x="686" y="279"/>
                  </a:lnTo>
                  <a:lnTo>
                    <a:pt x="686" y="264"/>
                  </a:lnTo>
                  <a:lnTo>
                    <a:pt x="693" y="261"/>
                  </a:lnTo>
                  <a:lnTo>
                    <a:pt x="691" y="244"/>
                  </a:lnTo>
                  <a:lnTo>
                    <a:pt x="701" y="244"/>
                  </a:lnTo>
                  <a:lnTo>
                    <a:pt x="703" y="229"/>
                  </a:lnTo>
                  <a:lnTo>
                    <a:pt x="691" y="227"/>
                  </a:lnTo>
                  <a:lnTo>
                    <a:pt x="688" y="192"/>
                  </a:lnTo>
                  <a:lnTo>
                    <a:pt x="678" y="184"/>
                  </a:lnTo>
                  <a:lnTo>
                    <a:pt x="666" y="182"/>
                  </a:lnTo>
                  <a:lnTo>
                    <a:pt x="653" y="174"/>
                  </a:lnTo>
                  <a:lnTo>
                    <a:pt x="646" y="160"/>
                  </a:lnTo>
                  <a:lnTo>
                    <a:pt x="629" y="160"/>
                  </a:lnTo>
                  <a:lnTo>
                    <a:pt x="626" y="147"/>
                  </a:lnTo>
                  <a:lnTo>
                    <a:pt x="614" y="140"/>
                  </a:lnTo>
                  <a:lnTo>
                    <a:pt x="596" y="140"/>
                  </a:lnTo>
                  <a:lnTo>
                    <a:pt x="579" y="137"/>
                  </a:lnTo>
                  <a:lnTo>
                    <a:pt x="571" y="130"/>
                  </a:lnTo>
                  <a:lnTo>
                    <a:pt x="559" y="135"/>
                  </a:lnTo>
                  <a:lnTo>
                    <a:pt x="549" y="137"/>
                  </a:lnTo>
                  <a:lnTo>
                    <a:pt x="534" y="127"/>
                  </a:lnTo>
                  <a:lnTo>
                    <a:pt x="522" y="112"/>
                  </a:lnTo>
                  <a:lnTo>
                    <a:pt x="507" y="105"/>
                  </a:lnTo>
                  <a:lnTo>
                    <a:pt x="492" y="102"/>
                  </a:lnTo>
                  <a:lnTo>
                    <a:pt x="472" y="102"/>
                  </a:lnTo>
                  <a:lnTo>
                    <a:pt x="460" y="107"/>
                  </a:lnTo>
                  <a:lnTo>
                    <a:pt x="455" y="117"/>
                  </a:lnTo>
                  <a:lnTo>
                    <a:pt x="440" y="125"/>
                  </a:lnTo>
                  <a:lnTo>
                    <a:pt x="445" y="112"/>
                  </a:lnTo>
                  <a:lnTo>
                    <a:pt x="455" y="97"/>
                  </a:lnTo>
                  <a:lnTo>
                    <a:pt x="445" y="92"/>
                  </a:lnTo>
                  <a:lnTo>
                    <a:pt x="430" y="92"/>
                  </a:lnTo>
                  <a:lnTo>
                    <a:pt x="420" y="100"/>
                  </a:lnTo>
                  <a:lnTo>
                    <a:pt x="410" y="110"/>
                  </a:lnTo>
                  <a:lnTo>
                    <a:pt x="400" y="122"/>
                  </a:lnTo>
                  <a:lnTo>
                    <a:pt x="390" y="127"/>
                  </a:lnTo>
                  <a:lnTo>
                    <a:pt x="405" y="100"/>
                  </a:lnTo>
                  <a:lnTo>
                    <a:pt x="415" y="87"/>
                  </a:lnTo>
                  <a:lnTo>
                    <a:pt x="422" y="70"/>
                  </a:lnTo>
                  <a:lnTo>
                    <a:pt x="427" y="60"/>
                  </a:lnTo>
                  <a:lnTo>
                    <a:pt x="415" y="28"/>
                  </a:lnTo>
                  <a:lnTo>
                    <a:pt x="405" y="18"/>
                  </a:lnTo>
                  <a:lnTo>
                    <a:pt x="390" y="18"/>
                  </a:lnTo>
                  <a:lnTo>
                    <a:pt x="380" y="28"/>
                  </a:lnTo>
                  <a:lnTo>
                    <a:pt x="375" y="38"/>
                  </a:lnTo>
                  <a:lnTo>
                    <a:pt x="370" y="50"/>
                  </a:lnTo>
                  <a:lnTo>
                    <a:pt x="353" y="48"/>
                  </a:lnTo>
                  <a:lnTo>
                    <a:pt x="345" y="40"/>
                  </a:lnTo>
                  <a:lnTo>
                    <a:pt x="318" y="40"/>
                  </a:lnTo>
                  <a:lnTo>
                    <a:pt x="318" y="58"/>
                  </a:lnTo>
                  <a:lnTo>
                    <a:pt x="295" y="58"/>
                  </a:lnTo>
                  <a:lnTo>
                    <a:pt x="281" y="58"/>
                  </a:lnTo>
                  <a:lnTo>
                    <a:pt x="276" y="65"/>
                  </a:lnTo>
                  <a:lnTo>
                    <a:pt x="266" y="68"/>
                  </a:lnTo>
                  <a:lnTo>
                    <a:pt x="256" y="58"/>
                  </a:lnTo>
                  <a:lnTo>
                    <a:pt x="248" y="40"/>
                  </a:lnTo>
                  <a:lnTo>
                    <a:pt x="251" y="25"/>
                  </a:lnTo>
                  <a:lnTo>
                    <a:pt x="248" y="5"/>
                  </a:lnTo>
                  <a:lnTo>
                    <a:pt x="233" y="0"/>
                  </a:lnTo>
                  <a:lnTo>
                    <a:pt x="228" y="13"/>
                  </a:lnTo>
                  <a:lnTo>
                    <a:pt x="198" y="13"/>
                  </a:lnTo>
                  <a:lnTo>
                    <a:pt x="189" y="20"/>
                  </a:lnTo>
                  <a:lnTo>
                    <a:pt x="174" y="8"/>
                  </a:lnTo>
                  <a:lnTo>
                    <a:pt x="166" y="10"/>
                  </a:lnTo>
                  <a:lnTo>
                    <a:pt x="161" y="25"/>
                  </a:lnTo>
                  <a:lnTo>
                    <a:pt x="164" y="38"/>
                  </a:lnTo>
                  <a:lnTo>
                    <a:pt x="176" y="45"/>
                  </a:lnTo>
                  <a:lnTo>
                    <a:pt x="176" y="58"/>
                  </a:lnTo>
                  <a:lnTo>
                    <a:pt x="161" y="70"/>
                  </a:lnTo>
                  <a:lnTo>
                    <a:pt x="141" y="73"/>
                  </a:lnTo>
                  <a:lnTo>
                    <a:pt x="129" y="65"/>
                  </a:lnTo>
                  <a:lnTo>
                    <a:pt x="119" y="53"/>
                  </a:lnTo>
                  <a:lnTo>
                    <a:pt x="109" y="4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7" name="Freeform 228">
              <a:extLst>
                <a:ext uri="{FF2B5EF4-FFF2-40B4-BE49-F238E27FC236}">
                  <a16:creationId xmlns:a16="http://schemas.microsoft.com/office/drawing/2014/main" id="{5930EDBF-BA77-6090-2816-A19EB2236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848" y="3059751"/>
              <a:ext cx="96428" cy="136727"/>
            </a:xfrm>
            <a:custGeom>
              <a:avLst/>
              <a:gdLst>
                <a:gd name="T0" fmla="*/ 67 w 67"/>
                <a:gd name="T1" fmla="*/ 85 h 95"/>
                <a:gd name="T2" fmla="*/ 52 w 67"/>
                <a:gd name="T3" fmla="*/ 95 h 95"/>
                <a:gd name="T4" fmla="*/ 44 w 67"/>
                <a:gd name="T5" fmla="*/ 80 h 95"/>
                <a:gd name="T6" fmla="*/ 30 w 67"/>
                <a:gd name="T7" fmla="*/ 70 h 95"/>
                <a:gd name="T8" fmla="*/ 15 w 67"/>
                <a:gd name="T9" fmla="*/ 55 h 95"/>
                <a:gd name="T10" fmla="*/ 0 w 67"/>
                <a:gd name="T11" fmla="*/ 30 h 95"/>
                <a:gd name="T12" fmla="*/ 20 w 67"/>
                <a:gd name="T13" fmla="*/ 23 h 95"/>
                <a:gd name="T14" fmla="*/ 30 w 67"/>
                <a:gd name="T15" fmla="*/ 0 h 95"/>
                <a:gd name="T16" fmla="*/ 37 w 67"/>
                <a:gd name="T17" fmla="*/ 25 h 95"/>
                <a:gd name="T18" fmla="*/ 49 w 67"/>
                <a:gd name="T19" fmla="*/ 52 h 95"/>
                <a:gd name="T20" fmla="*/ 67 w 67"/>
                <a:gd name="T21" fmla="*/ 8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95">
                  <a:moveTo>
                    <a:pt x="67" y="85"/>
                  </a:moveTo>
                  <a:lnTo>
                    <a:pt x="52" y="95"/>
                  </a:lnTo>
                  <a:lnTo>
                    <a:pt x="44" y="80"/>
                  </a:lnTo>
                  <a:lnTo>
                    <a:pt x="30" y="70"/>
                  </a:lnTo>
                  <a:lnTo>
                    <a:pt x="15" y="55"/>
                  </a:lnTo>
                  <a:lnTo>
                    <a:pt x="0" y="30"/>
                  </a:lnTo>
                  <a:lnTo>
                    <a:pt x="20" y="23"/>
                  </a:lnTo>
                  <a:lnTo>
                    <a:pt x="30" y="0"/>
                  </a:lnTo>
                  <a:lnTo>
                    <a:pt x="37" y="25"/>
                  </a:lnTo>
                  <a:lnTo>
                    <a:pt x="49" y="52"/>
                  </a:lnTo>
                  <a:lnTo>
                    <a:pt x="67" y="8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8" name="Freeform 229">
              <a:extLst>
                <a:ext uri="{FF2B5EF4-FFF2-40B4-BE49-F238E27FC236}">
                  <a16:creationId xmlns:a16="http://schemas.microsoft.com/office/drawing/2014/main" id="{6A3369F7-0848-1475-A81B-8F6109B10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396" y="2734484"/>
              <a:ext cx="751281" cy="375640"/>
            </a:xfrm>
            <a:custGeom>
              <a:avLst/>
              <a:gdLst>
                <a:gd name="T0" fmla="*/ 0 w 522"/>
                <a:gd name="T1" fmla="*/ 99 h 261"/>
                <a:gd name="T2" fmla="*/ 12 w 522"/>
                <a:gd name="T3" fmla="*/ 90 h 261"/>
                <a:gd name="T4" fmla="*/ 35 w 522"/>
                <a:gd name="T5" fmla="*/ 85 h 261"/>
                <a:gd name="T6" fmla="*/ 87 w 522"/>
                <a:gd name="T7" fmla="*/ 80 h 261"/>
                <a:gd name="T8" fmla="*/ 92 w 522"/>
                <a:gd name="T9" fmla="*/ 87 h 261"/>
                <a:gd name="T10" fmla="*/ 112 w 522"/>
                <a:gd name="T11" fmla="*/ 90 h 261"/>
                <a:gd name="T12" fmla="*/ 119 w 522"/>
                <a:gd name="T13" fmla="*/ 97 h 261"/>
                <a:gd name="T14" fmla="*/ 154 w 522"/>
                <a:gd name="T15" fmla="*/ 92 h 261"/>
                <a:gd name="T16" fmla="*/ 147 w 522"/>
                <a:gd name="T17" fmla="*/ 72 h 261"/>
                <a:gd name="T18" fmla="*/ 139 w 522"/>
                <a:gd name="T19" fmla="*/ 62 h 261"/>
                <a:gd name="T20" fmla="*/ 154 w 522"/>
                <a:gd name="T21" fmla="*/ 62 h 261"/>
                <a:gd name="T22" fmla="*/ 154 w 522"/>
                <a:gd name="T23" fmla="*/ 32 h 261"/>
                <a:gd name="T24" fmla="*/ 154 w 522"/>
                <a:gd name="T25" fmla="*/ 0 h 261"/>
                <a:gd name="T26" fmla="*/ 186 w 522"/>
                <a:gd name="T27" fmla="*/ 12 h 261"/>
                <a:gd name="T28" fmla="*/ 209 w 522"/>
                <a:gd name="T29" fmla="*/ 12 h 261"/>
                <a:gd name="T30" fmla="*/ 224 w 522"/>
                <a:gd name="T31" fmla="*/ 30 h 261"/>
                <a:gd name="T32" fmla="*/ 231 w 522"/>
                <a:gd name="T33" fmla="*/ 45 h 261"/>
                <a:gd name="T34" fmla="*/ 259 w 522"/>
                <a:gd name="T35" fmla="*/ 45 h 261"/>
                <a:gd name="T36" fmla="*/ 296 w 522"/>
                <a:gd name="T37" fmla="*/ 47 h 261"/>
                <a:gd name="T38" fmla="*/ 318 w 522"/>
                <a:gd name="T39" fmla="*/ 60 h 261"/>
                <a:gd name="T40" fmla="*/ 336 w 522"/>
                <a:gd name="T41" fmla="*/ 65 h 261"/>
                <a:gd name="T42" fmla="*/ 341 w 522"/>
                <a:gd name="T43" fmla="*/ 80 h 261"/>
                <a:gd name="T44" fmla="*/ 385 w 522"/>
                <a:gd name="T45" fmla="*/ 72 h 261"/>
                <a:gd name="T46" fmla="*/ 393 w 522"/>
                <a:gd name="T47" fmla="*/ 60 h 261"/>
                <a:gd name="T48" fmla="*/ 410 w 522"/>
                <a:gd name="T49" fmla="*/ 70 h 261"/>
                <a:gd name="T50" fmla="*/ 430 w 522"/>
                <a:gd name="T51" fmla="*/ 50 h 261"/>
                <a:gd name="T52" fmla="*/ 447 w 522"/>
                <a:gd name="T53" fmla="*/ 50 h 261"/>
                <a:gd name="T54" fmla="*/ 462 w 522"/>
                <a:gd name="T55" fmla="*/ 57 h 261"/>
                <a:gd name="T56" fmla="*/ 457 w 522"/>
                <a:gd name="T57" fmla="*/ 72 h 261"/>
                <a:gd name="T58" fmla="*/ 460 w 522"/>
                <a:gd name="T59" fmla="*/ 112 h 261"/>
                <a:gd name="T60" fmla="*/ 465 w 522"/>
                <a:gd name="T61" fmla="*/ 119 h 261"/>
                <a:gd name="T62" fmla="*/ 480 w 522"/>
                <a:gd name="T63" fmla="*/ 114 h 261"/>
                <a:gd name="T64" fmla="*/ 507 w 522"/>
                <a:gd name="T65" fmla="*/ 112 h 261"/>
                <a:gd name="T66" fmla="*/ 522 w 522"/>
                <a:gd name="T67" fmla="*/ 129 h 261"/>
                <a:gd name="T68" fmla="*/ 490 w 522"/>
                <a:gd name="T69" fmla="*/ 144 h 261"/>
                <a:gd name="T70" fmla="*/ 465 w 522"/>
                <a:gd name="T71" fmla="*/ 159 h 261"/>
                <a:gd name="T72" fmla="*/ 450 w 522"/>
                <a:gd name="T73" fmla="*/ 172 h 261"/>
                <a:gd name="T74" fmla="*/ 433 w 522"/>
                <a:gd name="T75" fmla="*/ 189 h 261"/>
                <a:gd name="T76" fmla="*/ 408 w 522"/>
                <a:gd name="T77" fmla="*/ 182 h 261"/>
                <a:gd name="T78" fmla="*/ 410 w 522"/>
                <a:gd name="T79" fmla="*/ 201 h 261"/>
                <a:gd name="T80" fmla="*/ 405 w 522"/>
                <a:gd name="T81" fmla="*/ 224 h 261"/>
                <a:gd name="T82" fmla="*/ 378 w 522"/>
                <a:gd name="T83" fmla="*/ 246 h 261"/>
                <a:gd name="T84" fmla="*/ 343 w 522"/>
                <a:gd name="T85" fmla="*/ 241 h 261"/>
                <a:gd name="T86" fmla="*/ 328 w 522"/>
                <a:gd name="T87" fmla="*/ 251 h 261"/>
                <a:gd name="T88" fmla="*/ 303 w 522"/>
                <a:gd name="T89" fmla="*/ 261 h 261"/>
                <a:gd name="T90" fmla="*/ 276 w 522"/>
                <a:gd name="T91" fmla="*/ 246 h 261"/>
                <a:gd name="T92" fmla="*/ 256 w 522"/>
                <a:gd name="T93" fmla="*/ 239 h 261"/>
                <a:gd name="T94" fmla="*/ 157 w 522"/>
                <a:gd name="T95" fmla="*/ 231 h 261"/>
                <a:gd name="T96" fmla="*/ 144 w 522"/>
                <a:gd name="T97" fmla="*/ 221 h 261"/>
                <a:gd name="T98" fmla="*/ 132 w 522"/>
                <a:gd name="T99" fmla="*/ 199 h 261"/>
                <a:gd name="T100" fmla="*/ 112 w 522"/>
                <a:gd name="T101" fmla="*/ 186 h 261"/>
                <a:gd name="T102" fmla="*/ 94 w 522"/>
                <a:gd name="T103" fmla="*/ 184 h 261"/>
                <a:gd name="T104" fmla="*/ 55 w 522"/>
                <a:gd name="T105" fmla="*/ 174 h 261"/>
                <a:gd name="T106" fmla="*/ 42 w 522"/>
                <a:gd name="T107" fmla="*/ 147 h 261"/>
                <a:gd name="T108" fmla="*/ 35 w 522"/>
                <a:gd name="T109" fmla="*/ 127 h 261"/>
                <a:gd name="T110" fmla="*/ 10 w 522"/>
                <a:gd name="T111" fmla="*/ 112 h 261"/>
                <a:gd name="T112" fmla="*/ 0 w 522"/>
                <a:gd name="T113" fmla="*/ 99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2" h="261">
                  <a:moveTo>
                    <a:pt x="0" y="99"/>
                  </a:moveTo>
                  <a:lnTo>
                    <a:pt x="12" y="90"/>
                  </a:lnTo>
                  <a:lnTo>
                    <a:pt x="35" y="85"/>
                  </a:lnTo>
                  <a:lnTo>
                    <a:pt x="87" y="80"/>
                  </a:lnTo>
                  <a:lnTo>
                    <a:pt x="92" y="87"/>
                  </a:lnTo>
                  <a:lnTo>
                    <a:pt x="112" y="90"/>
                  </a:lnTo>
                  <a:lnTo>
                    <a:pt x="119" y="97"/>
                  </a:lnTo>
                  <a:lnTo>
                    <a:pt x="154" y="92"/>
                  </a:lnTo>
                  <a:lnTo>
                    <a:pt x="147" y="72"/>
                  </a:lnTo>
                  <a:lnTo>
                    <a:pt x="139" y="62"/>
                  </a:lnTo>
                  <a:lnTo>
                    <a:pt x="154" y="62"/>
                  </a:lnTo>
                  <a:lnTo>
                    <a:pt x="154" y="32"/>
                  </a:lnTo>
                  <a:lnTo>
                    <a:pt x="154" y="0"/>
                  </a:lnTo>
                  <a:lnTo>
                    <a:pt x="186" y="12"/>
                  </a:lnTo>
                  <a:lnTo>
                    <a:pt x="209" y="12"/>
                  </a:lnTo>
                  <a:lnTo>
                    <a:pt x="224" y="30"/>
                  </a:lnTo>
                  <a:lnTo>
                    <a:pt x="231" y="45"/>
                  </a:lnTo>
                  <a:lnTo>
                    <a:pt x="259" y="45"/>
                  </a:lnTo>
                  <a:lnTo>
                    <a:pt x="296" y="47"/>
                  </a:lnTo>
                  <a:lnTo>
                    <a:pt x="318" y="60"/>
                  </a:lnTo>
                  <a:lnTo>
                    <a:pt x="336" y="65"/>
                  </a:lnTo>
                  <a:lnTo>
                    <a:pt x="341" y="80"/>
                  </a:lnTo>
                  <a:lnTo>
                    <a:pt x="385" y="72"/>
                  </a:lnTo>
                  <a:lnTo>
                    <a:pt x="393" y="60"/>
                  </a:lnTo>
                  <a:lnTo>
                    <a:pt x="410" y="70"/>
                  </a:lnTo>
                  <a:lnTo>
                    <a:pt x="430" y="50"/>
                  </a:lnTo>
                  <a:lnTo>
                    <a:pt x="447" y="50"/>
                  </a:lnTo>
                  <a:lnTo>
                    <a:pt x="462" y="57"/>
                  </a:lnTo>
                  <a:lnTo>
                    <a:pt x="457" y="72"/>
                  </a:lnTo>
                  <a:lnTo>
                    <a:pt x="460" y="112"/>
                  </a:lnTo>
                  <a:lnTo>
                    <a:pt x="465" y="119"/>
                  </a:lnTo>
                  <a:lnTo>
                    <a:pt x="480" y="114"/>
                  </a:lnTo>
                  <a:lnTo>
                    <a:pt x="507" y="112"/>
                  </a:lnTo>
                  <a:lnTo>
                    <a:pt x="522" y="129"/>
                  </a:lnTo>
                  <a:lnTo>
                    <a:pt x="490" y="144"/>
                  </a:lnTo>
                  <a:lnTo>
                    <a:pt x="465" y="159"/>
                  </a:lnTo>
                  <a:lnTo>
                    <a:pt x="450" y="172"/>
                  </a:lnTo>
                  <a:lnTo>
                    <a:pt x="433" y="189"/>
                  </a:lnTo>
                  <a:lnTo>
                    <a:pt x="408" y="182"/>
                  </a:lnTo>
                  <a:lnTo>
                    <a:pt x="410" y="201"/>
                  </a:lnTo>
                  <a:lnTo>
                    <a:pt x="405" y="224"/>
                  </a:lnTo>
                  <a:lnTo>
                    <a:pt x="378" y="246"/>
                  </a:lnTo>
                  <a:lnTo>
                    <a:pt x="343" y="241"/>
                  </a:lnTo>
                  <a:lnTo>
                    <a:pt x="328" y="251"/>
                  </a:lnTo>
                  <a:lnTo>
                    <a:pt x="303" y="261"/>
                  </a:lnTo>
                  <a:lnTo>
                    <a:pt x="276" y="246"/>
                  </a:lnTo>
                  <a:lnTo>
                    <a:pt x="256" y="239"/>
                  </a:lnTo>
                  <a:lnTo>
                    <a:pt x="157" y="231"/>
                  </a:lnTo>
                  <a:lnTo>
                    <a:pt x="144" y="221"/>
                  </a:lnTo>
                  <a:lnTo>
                    <a:pt x="132" y="199"/>
                  </a:lnTo>
                  <a:lnTo>
                    <a:pt x="112" y="186"/>
                  </a:lnTo>
                  <a:lnTo>
                    <a:pt x="94" y="184"/>
                  </a:lnTo>
                  <a:lnTo>
                    <a:pt x="55" y="174"/>
                  </a:lnTo>
                  <a:lnTo>
                    <a:pt x="42" y="147"/>
                  </a:lnTo>
                  <a:lnTo>
                    <a:pt x="35" y="127"/>
                  </a:lnTo>
                  <a:lnTo>
                    <a:pt x="10" y="112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9" name="Freeform 230">
              <a:extLst>
                <a:ext uri="{FF2B5EF4-FFF2-40B4-BE49-F238E27FC236}">
                  <a16:creationId xmlns:a16="http://schemas.microsoft.com/office/drawing/2014/main" id="{7A0F76B4-5BDD-6FA9-27D9-1236C10FB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037" y="2691307"/>
              <a:ext cx="71962" cy="132410"/>
            </a:xfrm>
            <a:custGeom>
              <a:avLst/>
              <a:gdLst>
                <a:gd name="T0" fmla="*/ 5 w 50"/>
                <a:gd name="T1" fmla="*/ 0 h 92"/>
                <a:gd name="T2" fmla="*/ 20 w 50"/>
                <a:gd name="T3" fmla="*/ 5 h 92"/>
                <a:gd name="T4" fmla="*/ 20 w 50"/>
                <a:gd name="T5" fmla="*/ 28 h 92"/>
                <a:gd name="T6" fmla="*/ 25 w 50"/>
                <a:gd name="T7" fmla="*/ 50 h 92"/>
                <a:gd name="T8" fmla="*/ 30 w 50"/>
                <a:gd name="T9" fmla="*/ 62 h 92"/>
                <a:gd name="T10" fmla="*/ 38 w 50"/>
                <a:gd name="T11" fmla="*/ 72 h 92"/>
                <a:gd name="T12" fmla="*/ 50 w 50"/>
                <a:gd name="T13" fmla="*/ 90 h 92"/>
                <a:gd name="T14" fmla="*/ 40 w 50"/>
                <a:gd name="T15" fmla="*/ 92 h 92"/>
                <a:gd name="T16" fmla="*/ 30 w 50"/>
                <a:gd name="T17" fmla="*/ 92 h 92"/>
                <a:gd name="T18" fmla="*/ 18 w 50"/>
                <a:gd name="T19" fmla="*/ 87 h 92"/>
                <a:gd name="T20" fmla="*/ 18 w 50"/>
                <a:gd name="T21" fmla="*/ 57 h 92"/>
                <a:gd name="T22" fmla="*/ 0 w 50"/>
                <a:gd name="T23" fmla="*/ 55 h 92"/>
                <a:gd name="T24" fmla="*/ 5 w 50"/>
                <a:gd name="T25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92">
                  <a:moveTo>
                    <a:pt x="5" y="0"/>
                  </a:moveTo>
                  <a:lnTo>
                    <a:pt x="20" y="5"/>
                  </a:lnTo>
                  <a:lnTo>
                    <a:pt x="20" y="28"/>
                  </a:lnTo>
                  <a:lnTo>
                    <a:pt x="25" y="50"/>
                  </a:lnTo>
                  <a:lnTo>
                    <a:pt x="30" y="62"/>
                  </a:lnTo>
                  <a:lnTo>
                    <a:pt x="38" y="72"/>
                  </a:lnTo>
                  <a:lnTo>
                    <a:pt x="50" y="90"/>
                  </a:lnTo>
                  <a:lnTo>
                    <a:pt x="40" y="92"/>
                  </a:lnTo>
                  <a:lnTo>
                    <a:pt x="30" y="92"/>
                  </a:lnTo>
                  <a:lnTo>
                    <a:pt x="18" y="87"/>
                  </a:lnTo>
                  <a:lnTo>
                    <a:pt x="18" y="57"/>
                  </a:lnTo>
                  <a:lnTo>
                    <a:pt x="0" y="5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0" name="Freeform 231">
              <a:extLst>
                <a:ext uri="{FF2B5EF4-FFF2-40B4-BE49-F238E27FC236}">
                  <a16:creationId xmlns:a16="http://schemas.microsoft.com/office/drawing/2014/main" id="{44CF00A8-CE47-C405-38D4-B2C551ECF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447" y="2874089"/>
              <a:ext cx="254744" cy="197176"/>
            </a:xfrm>
            <a:custGeom>
              <a:avLst/>
              <a:gdLst>
                <a:gd name="T0" fmla="*/ 55 w 177"/>
                <a:gd name="T1" fmla="*/ 2 h 137"/>
                <a:gd name="T2" fmla="*/ 35 w 177"/>
                <a:gd name="T3" fmla="*/ 7 h 137"/>
                <a:gd name="T4" fmla="*/ 43 w 177"/>
                <a:gd name="T5" fmla="*/ 12 h 137"/>
                <a:gd name="T6" fmla="*/ 0 w 177"/>
                <a:gd name="T7" fmla="*/ 42 h 137"/>
                <a:gd name="T8" fmla="*/ 0 w 177"/>
                <a:gd name="T9" fmla="*/ 55 h 137"/>
                <a:gd name="T10" fmla="*/ 25 w 177"/>
                <a:gd name="T11" fmla="*/ 65 h 137"/>
                <a:gd name="T12" fmla="*/ 58 w 177"/>
                <a:gd name="T13" fmla="*/ 30 h 137"/>
                <a:gd name="T14" fmla="*/ 58 w 177"/>
                <a:gd name="T15" fmla="*/ 35 h 137"/>
                <a:gd name="T16" fmla="*/ 87 w 177"/>
                <a:gd name="T17" fmla="*/ 42 h 137"/>
                <a:gd name="T18" fmla="*/ 107 w 177"/>
                <a:gd name="T19" fmla="*/ 67 h 137"/>
                <a:gd name="T20" fmla="*/ 127 w 177"/>
                <a:gd name="T21" fmla="*/ 94 h 137"/>
                <a:gd name="T22" fmla="*/ 120 w 177"/>
                <a:gd name="T23" fmla="*/ 129 h 137"/>
                <a:gd name="T24" fmla="*/ 135 w 177"/>
                <a:gd name="T25" fmla="*/ 119 h 137"/>
                <a:gd name="T26" fmla="*/ 152 w 177"/>
                <a:gd name="T27" fmla="*/ 137 h 137"/>
                <a:gd name="T28" fmla="*/ 162 w 177"/>
                <a:gd name="T29" fmla="*/ 97 h 137"/>
                <a:gd name="T30" fmla="*/ 177 w 177"/>
                <a:gd name="T31" fmla="*/ 99 h 137"/>
                <a:gd name="T32" fmla="*/ 162 w 177"/>
                <a:gd name="T33" fmla="*/ 72 h 137"/>
                <a:gd name="T34" fmla="*/ 132 w 177"/>
                <a:gd name="T35" fmla="*/ 55 h 137"/>
                <a:gd name="T36" fmla="*/ 117 w 177"/>
                <a:gd name="T37" fmla="*/ 37 h 137"/>
                <a:gd name="T38" fmla="*/ 90 w 177"/>
                <a:gd name="T39" fmla="*/ 0 h 137"/>
                <a:gd name="T40" fmla="*/ 55 w 177"/>
                <a:gd name="T41" fmla="*/ 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7" h="137">
                  <a:moveTo>
                    <a:pt x="55" y="2"/>
                  </a:moveTo>
                  <a:lnTo>
                    <a:pt x="35" y="7"/>
                  </a:lnTo>
                  <a:lnTo>
                    <a:pt x="43" y="12"/>
                  </a:lnTo>
                  <a:lnTo>
                    <a:pt x="0" y="42"/>
                  </a:lnTo>
                  <a:lnTo>
                    <a:pt x="0" y="55"/>
                  </a:lnTo>
                  <a:lnTo>
                    <a:pt x="25" y="65"/>
                  </a:lnTo>
                  <a:lnTo>
                    <a:pt x="58" y="30"/>
                  </a:lnTo>
                  <a:lnTo>
                    <a:pt x="58" y="35"/>
                  </a:lnTo>
                  <a:lnTo>
                    <a:pt x="87" y="42"/>
                  </a:lnTo>
                  <a:lnTo>
                    <a:pt x="107" y="67"/>
                  </a:lnTo>
                  <a:lnTo>
                    <a:pt x="127" y="94"/>
                  </a:lnTo>
                  <a:lnTo>
                    <a:pt x="120" y="129"/>
                  </a:lnTo>
                  <a:lnTo>
                    <a:pt x="135" y="119"/>
                  </a:lnTo>
                  <a:lnTo>
                    <a:pt x="152" y="137"/>
                  </a:lnTo>
                  <a:lnTo>
                    <a:pt x="162" y="97"/>
                  </a:lnTo>
                  <a:lnTo>
                    <a:pt x="177" y="99"/>
                  </a:lnTo>
                  <a:lnTo>
                    <a:pt x="162" y="72"/>
                  </a:lnTo>
                  <a:lnTo>
                    <a:pt x="132" y="55"/>
                  </a:lnTo>
                  <a:lnTo>
                    <a:pt x="117" y="37"/>
                  </a:lnTo>
                  <a:lnTo>
                    <a:pt x="90" y="0"/>
                  </a:lnTo>
                  <a:lnTo>
                    <a:pt x="55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1" name="Freeform 232">
              <a:extLst>
                <a:ext uri="{FF2B5EF4-FFF2-40B4-BE49-F238E27FC236}">
                  <a16:creationId xmlns:a16="http://schemas.microsoft.com/office/drawing/2014/main" id="{A80C0171-EA59-AE30-236F-92E71F29D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409" y="2956126"/>
              <a:ext cx="71962" cy="175587"/>
            </a:xfrm>
            <a:custGeom>
              <a:avLst/>
              <a:gdLst>
                <a:gd name="T0" fmla="*/ 40 w 50"/>
                <a:gd name="T1" fmla="*/ 5 h 122"/>
                <a:gd name="T2" fmla="*/ 20 w 50"/>
                <a:gd name="T3" fmla="*/ 8 h 122"/>
                <a:gd name="T4" fmla="*/ 3 w 50"/>
                <a:gd name="T5" fmla="*/ 25 h 122"/>
                <a:gd name="T6" fmla="*/ 0 w 50"/>
                <a:gd name="T7" fmla="*/ 42 h 122"/>
                <a:gd name="T8" fmla="*/ 10 w 50"/>
                <a:gd name="T9" fmla="*/ 32 h 122"/>
                <a:gd name="T10" fmla="*/ 8 w 50"/>
                <a:gd name="T11" fmla="*/ 55 h 122"/>
                <a:gd name="T12" fmla="*/ 3 w 50"/>
                <a:gd name="T13" fmla="*/ 72 h 122"/>
                <a:gd name="T14" fmla="*/ 3 w 50"/>
                <a:gd name="T15" fmla="*/ 105 h 122"/>
                <a:gd name="T16" fmla="*/ 18 w 50"/>
                <a:gd name="T17" fmla="*/ 122 h 122"/>
                <a:gd name="T18" fmla="*/ 37 w 50"/>
                <a:gd name="T19" fmla="*/ 107 h 122"/>
                <a:gd name="T20" fmla="*/ 27 w 50"/>
                <a:gd name="T21" fmla="*/ 57 h 122"/>
                <a:gd name="T22" fmla="*/ 27 w 50"/>
                <a:gd name="T23" fmla="*/ 40 h 122"/>
                <a:gd name="T24" fmla="*/ 45 w 50"/>
                <a:gd name="T25" fmla="*/ 30 h 122"/>
                <a:gd name="T26" fmla="*/ 50 w 50"/>
                <a:gd name="T27" fmla="*/ 18 h 122"/>
                <a:gd name="T28" fmla="*/ 40 w 50"/>
                <a:gd name="T29" fmla="*/ 0 h 122"/>
                <a:gd name="T30" fmla="*/ 40 w 50"/>
                <a:gd name="T31" fmla="*/ 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122">
                  <a:moveTo>
                    <a:pt x="40" y="5"/>
                  </a:moveTo>
                  <a:lnTo>
                    <a:pt x="20" y="8"/>
                  </a:lnTo>
                  <a:lnTo>
                    <a:pt x="3" y="25"/>
                  </a:lnTo>
                  <a:lnTo>
                    <a:pt x="0" y="42"/>
                  </a:lnTo>
                  <a:lnTo>
                    <a:pt x="10" y="32"/>
                  </a:lnTo>
                  <a:lnTo>
                    <a:pt x="8" y="55"/>
                  </a:lnTo>
                  <a:lnTo>
                    <a:pt x="3" y="72"/>
                  </a:lnTo>
                  <a:lnTo>
                    <a:pt x="3" y="105"/>
                  </a:lnTo>
                  <a:lnTo>
                    <a:pt x="18" y="122"/>
                  </a:lnTo>
                  <a:lnTo>
                    <a:pt x="37" y="107"/>
                  </a:lnTo>
                  <a:lnTo>
                    <a:pt x="27" y="57"/>
                  </a:lnTo>
                  <a:lnTo>
                    <a:pt x="27" y="40"/>
                  </a:lnTo>
                  <a:lnTo>
                    <a:pt x="45" y="30"/>
                  </a:lnTo>
                  <a:lnTo>
                    <a:pt x="50" y="18"/>
                  </a:lnTo>
                  <a:lnTo>
                    <a:pt x="40" y="0"/>
                  </a:lnTo>
                  <a:lnTo>
                    <a:pt x="4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2" name="Freeform 233">
              <a:extLst>
                <a:ext uri="{FF2B5EF4-FFF2-40B4-BE49-F238E27FC236}">
                  <a16:creationId xmlns:a16="http://schemas.microsoft.com/office/drawing/2014/main" id="{7B99DD81-1F14-A406-FB91-403191F81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409" y="2956126"/>
              <a:ext cx="71962" cy="175587"/>
            </a:xfrm>
            <a:custGeom>
              <a:avLst/>
              <a:gdLst>
                <a:gd name="T0" fmla="*/ 40 w 50"/>
                <a:gd name="T1" fmla="*/ 5 h 122"/>
                <a:gd name="T2" fmla="*/ 20 w 50"/>
                <a:gd name="T3" fmla="*/ 8 h 122"/>
                <a:gd name="T4" fmla="*/ 3 w 50"/>
                <a:gd name="T5" fmla="*/ 25 h 122"/>
                <a:gd name="T6" fmla="*/ 0 w 50"/>
                <a:gd name="T7" fmla="*/ 42 h 122"/>
                <a:gd name="T8" fmla="*/ 10 w 50"/>
                <a:gd name="T9" fmla="*/ 32 h 122"/>
                <a:gd name="T10" fmla="*/ 8 w 50"/>
                <a:gd name="T11" fmla="*/ 55 h 122"/>
                <a:gd name="T12" fmla="*/ 3 w 50"/>
                <a:gd name="T13" fmla="*/ 72 h 122"/>
                <a:gd name="T14" fmla="*/ 3 w 50"/>
                <a:gd name="T15" fmla="*/ 105 h 122"/>
                <a:gd name="T16" fmla="*/ 18 w 50"/>
                <a:gd name="T17" fmla="*/ 122 h 122"/>
                <a:gd name="T18" fmla="*/ 37 w 50"/>
                <a:gd name="T19" fmla="*/ 107 h 122"/>
                <a:gd name="T20" fmla="*/ 27 w 50"/>
                <a:gd name="T21" fmla="*/ 57 h 122"/>
                <a:gd name="T22" fmla="*/ 27 w 50"/>
                <a:gd name="T23" fmla="*/ 40 h 122"/>
                <a:gd name="T24" fmla="*/ 45 w 50"/>
                <a:gd name="T25" fmla="*/ 30 h 122"/>
                <a:gd name="T26" fmla="*/ 50 w 50"/>
                <a:gd name="T27" fmla="*/ 18 h 122"/>
                <a:gd name="T28" fmla="*/ 40 w 50"/>
                <a:gd name="T29" fmla="*/ 0 h 122"/>
                <a:gd name="T30" fmla="*/ 40 w 50"/>
                <a:gd name="T31" fmla="*/ 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122">
                  <a:moveTo>
                    <a:pt x="40" y="5"/>
                  </a:moveTo>
                  <a:lnTo>
                    <a:pt x="20" y="8"/>
                  </a:lnTo>
                  <a:lnTo>
                    <a:pt x="3" y="25"/>
                  </a:lnTo>
                  <a:lnTo>
                    <a:pt x="0" y="42"/>
                  </a:lnTo>
                  <a:lnTo>
                    <a:pt x="10" y="32"/>
                  </a:lnTo>
                  <a:lnTo>
                    <a:pt x="8" y="55"/>
                  </a:lnTo>
                  <a:lnTo>
                    <a:pt x="3" y="72"/>
                  </a:lnTo>
                  <a:lnTo>
                    <a:pt x="3" y="105"/>
                  </a:lnTo>
                  <a:lnTo>
                    <a:pt x="18" y="122"/>
                  </a:lnTo>
                  <a:lnTo>
                    <a:pt x="37" y="107"/>
                  </a:lnTo>
                  <a:lnTo>
                    <a:pt x="27" y="57"/>
                  </a:lnTo>
                  <a:lnTo>
                    <a:pt x="27" y="40"/>
                  </a:lnTo>
                  <a:lnTo>
                    <a:pt x="45" y="30"/>
                  </a:lnTo>
                  <a:lnTo>
                    <a:pt x="50" y="18"/>
                  </a:lnTo>
                  <a:lnTo>
                    <a:pt x="40" y="0"/>
                  </a:lnTo>
                  <a:lnTo>
                    <a:pt x="4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3" name="Freeform 235">
              <a:extLst>
                <a:ext uri="{FF2B5EF4-FFF2-40B4-BE49-F238E27FC236}">
                  <a16:creationId xmlns:a16="http://schemas.microsoft.com/office/drawing/2014/main" id="{EAD4EFDA-3F24-07F9-E1E9-F5EDD87F4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998" y="4337792"/>
              <a:ext cx="43177" cy="21588"/>
            </a:xfrm>
            <a:custGeom>
              <a:avLst/>
              <a:gdLst>
                <a:gd name="T0" fmla="*/ 30 w 30"/>
                <a:gd name="T1" fmla="*/ 0 h 15"/>
                <a:gd name="T2" fmla="*/ 2 w 30"/>
                <a:gd name="T3" fmla="*/ 2 h 15"/>
                <a:gd name="T4" fmla="*/ 0 w 30"/>
                <a:gd name="T5" fmla="*/ 10 h 15"/>
                <a:gd name="T6" fmla="*/ 5 w 30"/>
                <a:gd name="T7" fmla="*/ 15 h 15"/>
                <a:gd name="T8" fmla="*/ 25 w 30"/>
                <a:gd name="T9" fmla="*/ 12 h 15"/>
                <a:gd name="T10" fmla="*/ 30 w 30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5">
                  <a:moveTo>
                    <a:pt x="30" y="0"/>
                  </a:moveTo>
                  <a:lnTo>
                    <a:pt x="2" y="2"/>
                  </a:lnTo>
                  <a:lnTo>
                    <a:pt x="0" y="10"/>
                  </a:lnTo>
                  <a:lnTo>
                    <a:pt x="5" y="15"/>
                  </a:lnTo>
                  <a:lnTo>
                    <a:pt x="25" y="1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4" name="Freeform 236">
              <a:extLst>
                <a:ext uri="{FF2B5EF4-FFF2-40B4-BE49-F238E27FC236}">
                  <a16:creationId xmlns:a16="http://schemas.microsoft.com/office/drawing/2014/main" id="{9095C267-18A8-8357-ECE0-F1064ECB3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338" y="4408314"/>
              <a:ext cx="47494" cy="50374"/>
            </a:xfrm>
            <a:custGeom>
              <a:avLst/>
              <a:gdLst>
                <a:gd name="T0" fmla="*/ 15 w 33"/>
                <a:gd name="T1" fmla="*/ 0 h 35"/>
                <a:gd name="T2" fmla="*/ 5 w 33"/>
                <a:gd name="T3" fmla="*/ 5 h 35"/>
                <a:gd name="T4" fmla="*/ 8 w 33"/>
                <a:gd name="T5" fmla="*/ 18 h 35"/>
                <a:gd name="T6" fmla="*/ 0 w 33"/>
                <a:gd name="T7" fmla="*/ 25 h 35"/>
                <a:gd name="T8" fmla="*/ 3 w 33"/>
                <a:gd name="T9" fmla="*/ 35 h 35"/>
                <a:gd name="T10" fmla="*/ 13 w 33"/>
                <a:gd name="T11" fmla="*/ 33 h 35"/>
                <a:gd name="T12" fmla="*/ 28 w 33"/>
                <a:gd name="T13" fmla="*/ 33 h 35"/>
                <a:gd name="T14" fmla="*/ 33 w 33"/>
                <a:gd name="T15" fmla="*/ 25 h 35"/>
                <a:gd name="T16" fmla="*/ 30 w 33"/>
                <a:gd name="T17" fmla="*/ 5 h 35"/>
                <a:gd name="T18" fmla="*/ 15 w 33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5">
                  <a:moveTo>
                    <a:pt x="15" y="0"/>
                  </a:moveTo>
                  <a:lnTo>
                    <a:pt x="5" y="5"/>
                  </a:lnTo>
                  <a:lnTo>
                    <a:pt x="8" y="18"/>
                  </a:lnTo>
                  <a:lnTo>
                    <a:pt x="0" y="25"/>
                  </a:lnTo>
                  <a:lnTo>
                    <a:pt x="3" y="35"/>
                  </a:lnTo>
                  <a:lnTo>
                    <a:pt x="13" y="33"/>
                  </a:lnTo>
                  <a:lnTo>
                    <a:pt x="28" y="33"/>
                  </a:lnTo>
                  <a:lnTo>
                    <a:pt x="33" y="25"/>
                  </a:lnTo>
                  <a:lnTo>
                    <a:pt x="30" y="5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5" name="Freeform 237">
              <a:extLst>
                <a:ext uri="{FF2B5EF4-FFF2-40B4-BE49-F238E27FC236}">
                  <a16:creationId xmlns:a16="http://schemas.microsoft.com/office/drawing/2014/main" id="{9E471F73-66B8-18FD-F92A-8D322D757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676" y="4595415"/>
              <a:ext cx="307996" cy="303679"/>
            </a:xfrm>
            <a:custGeom>
              <a:avLst/>
              <a:gdLst>
                <a:gd name="T0" fmla="*/ 157 w 214"/>
                <a:gd name="T1" fmla="*/ 0 h 211"/>
                <a:gd name="T2" fmla="*/ 152 w 214"/>
                <a:gd name="T3" fmla="*/ 12 h 211"/>
                <a:gd name="T4" fmla="*/ 139 w 214"/>
                <a:gd name="T5" fmla="*/ 17 h 211"/>
                <a:gd name="T6" fmla="*/ 132 w 214"/>
                <a:gd name="T7" fmla="*/ 29 h 211"/>
                <a:gd name="T8" fmla="*/ 127 w 214"/>
                <a:gd name="T9" fmla="*/ 84 h 211"/>
                <a:gd name="T10" fmla="*/ 134 w 214"/>
                <a:gd name="T11" fmla="*/ 92 h 211"/>
                <a:gd name="T12" fmla="*/ 147 w 214"/>
                <a:gd name="T13" fmla="*/ 92 h 211"/>
                <a:gd name="T14" fmla="*/ 149 w 214"/>
                <a:gd name="T15" fmla="*/ 114 h 211"/>
                <a:gd name="T16" fmla="*/ 144 w 214"/>
                <a:gd name="T17" fmla="*/ 126 h 211"/>
                <a:gd name="T18" fmla="*/ 127 w 214"/>
                <a:gd name="T19" fmla="*/ 126 h 211"/>
                <a:gd name="T20" fmla="*/ 120 w 214"/>
                <a:gd name="T21" fmla="*/ 116 h 211"/>
                <a:gd name="T22" fmla="*/ 115 w 214"/>
                <a:gd name="T23" fmla="*/ 97 h 211"/>
                <a:gd name="T24" fmla="*/ 100 w 214"/>
                <a:gd name="T25" fmla="*/ 89 h 211"/>
                <a:gd name="T26" fmla="*/ 100 w 214"/>
                <a:gd name="T27" fmla="*/ 84 h 211"/>
                <a:gd name="T28" fmla="*/ 85 w 214"/>
                <a:gd name="T29" fmla="*/ 87 h 211"/>
                <a:gd name="T30" fmla="*/ 80 w 214"/>
                <a:gd name="T31" fmla="*/ 97 h 211"/>
                <a:gd name="T32" fmla="*/ 70 w 214"/>
                <a:gd name="T33" fmla="*/ 94 h 211"/>
                <a:gd name="T34" fmla="*/ 65 w 214"/>
                <a:gd name="T35" fmla="*/ 77 h 211"/>
                <a:gd name="T36" fmla="*/ 47 w 214"/>
                <a:gd name="T37" fmla="*/ 74 h 211"/>
                <a:gd name="T38" fmla="*/ 45 w 214"/>
                <a:gd name="T39" fmla="*/ 114 h 211"/>
                <a:gd name="T40" fmla="*/ 28 w 214"/>
                <a:gd name="T41" fmla="*/ 114 h 211"/>
                <a:gd name="T42" fmla="*/ 23 w 214"/>
                <a:gd name="T43" fmla="*/ 104 h 211"/>
                <a:gd name="T44" fmla="*/ 15 w 214"/>
                <a:gd name="T45" fmla="*/ 104 h 211"/>
                <a:gd name="T46" fmla="*/ 15 w 214"/>
                <a:gd name="T47" fmla="*/ 114 h 211"/>
                <a:gd name="T48" fmla="*/ 3 w 214"/>
                <a:gd name="T49" fmla="*/ 116 h 211"/>
                <a:gd name="T50" fmla="*/ 0 w 214"/>
                <a:gd name="T51" fmla="*/ 164 h 211"/>
                <a:gd name="T52" fmla="*/ 3 w 214"/>
                <a:gd name="T53" fmla="*/ 179 h 211"/>
                <a:gd name="T54" fmla="*/ 18 w 214"/>
                <a:gd name="T55" fmla="*/ 196 h 211"/>
                <a:gd name="T56" fmla="*/ 18 w 214"/>
                <a:gd name="T57" fmla="*/ 206 h 211"/>
                <a:gd name="T58" fmla="*/ 28 w 214"/>
                <a:gd name="T59" fmla="*/ 208 h 211"/>
                <a:gd name="T60" fmla="*/ 75 w 214"/>
                <a:gd name="T61" fmla="*/ 211 h 211"/>
                <a:gd name="T62" fmla="*/ 85 w 214"/>
                <a:gd name="T63" fmla="*/ 208 h 211"/>
                <a:gd name="T64" fmla="*/ 100 w 214"/>
                <a:gd name="T65" fmla="*/ 208 h 211"/>
                <a:gd name="T66" fmla="*/ 110 w 214"/>
                <a:gd name="T67" fmla="*/ 203 h 211"/>
                <a:gd name="T68" fmla="*/ 112 w 214"/>
                <a:gd name="T69" fmla="*/ 191 h 211"/>
                <a:gd name="T70" fmla="*/ 122 w 214"/>
                <a:gd name="T71" fmla="*/ 189 h 211"/>
                <a:gd name="T72" fmla="*/ 129 w 214"/>
                <a:gd name="T73" fmla="*/ 184 h 211"/>
                <a:gd name="T74" fmla="*/ 132 w 214"/>
                <a:gd name="T75" fmla="*/ 171 h 211"/>
                <a:gd name="T76" fmla="*/ 147 w 214"/>
                <a:gd name="T77" fmla="*/ 169 h 211"/>
                <a:gd name="T78" fmla="*/ 154 w 214"/>
                <a:gd name="T79" fmla="*/ 159 h 211"/>
                <a:gd name="T80" fmla="*/ 182 w 214"/>
                <a:gd name="T81" fmla="*/ 154 h 211"/>
                <a:gd name="T82" fmla="*/ 187 w 214"/>
                <a:gd name="T83" fmla="*/ 141 h 211"/>
                <a:gd name="T84" fmla="*/ 202 w 214"/>
                <a:gd name="T85" fmla="*/ 134 h 211"/>
                <a:gd name="T86" fmla="*/ 204 w 214"/>
                <a:gd name="T87" fmla="*/ 102 h 211"/>
                <a:gd name="T88" fmla="*/ 214 w 214"/>
                <a:gd name="T89" fmla="*/ 94 h 211"/>
                <a:gd name="T90" fmla="*/ 209 w 214"/>
                <a:gd name="T91" fmla="*/ 72 h 211"/>
                <a:gd name="T92" fmla="*/ 211 w 214"/>
                <a:gd name="T93" fmla="*/ 47 h 211"/>
                <a:gd name="T94" fmla="*/ 199 w 214"/>
                <a:gd name="T95" fmla="*/ 29 h 211"/>
                <a:gd name="T96" fmla="*/ 184 w 214"/>
                <a:gd name="T97" fmla="*/ 22 h 211"/>
                <a:gd name="T98" fmla="*/ 172 w 214"/>
                <a:gd name="T99" fmla="*/ 10 h 211"/>
                <a:gd name="T100" fmla="*/ 169 w 214"/>
                <a:gd name="T101" fmla="*/ 0 h 211"/>
                <a:gd name="T102" fmla="*/ 157 w 214"/>
                <a:gd name="T10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4" h="211">
                  <a:moveTo>
                    <a:pt x="157" y="0"/>
                  </a:moveTo>
                  <a:lnTo>
                    <a:pt x="152" y="12"/>
                  </a:lnTo>
                  <a:lnTo>
                    <a:pt x="139" y="17"/>
                  </a:lnTo>
                  <a:lnTo>
                    <a:pt x="132" y="29"/>
                  </a:lnTo>
                  <a:lnTo>
                    <a:pt x="127" y="84"/>
                  </a:lnTo>
                  <a:lnTo>
                    <a:pt x="134" y="92"/>
                  </a:lnTo>
                  <a:lnTo>
                    <a:pt x="147" y="92"/>
                  </a:lnTo>
                  <a:lnTo>
                    <a:pt x="149" y="114"/>
                  </a:lnTo>
                  <a:lnTo>
                    <a:pt x="144" y="126"/>
                  </a:lnTo>
                  <a:lnTo>
                    <a:pt x="127" y="126"/>
                  </a:lnTo>
                  <a:lnTo>
                    <a:pt x="120" y="116"/>
                  </a:lnTo>
                  <a:lnTo>
                    <a:pt x="115" y="97"/>
                  </a:lnTo>
                  <a:lnTo>
                    <a:pt x="100" y="89"/>
                  </a:lnTo>
                  <a:lnTo>
                    <a:pt x="100" y="84"/>
                  </a:lnTo>
                  <a:lnTo>
                    <a:pt x="85" y="87"/>
                  </a:lnTo>
                  <a:lnTo>
                    <a:pt x="80" y="97"/>
                  </a:lnTo>
                  <a:lnTo>
                    <a:pt x="70" y="94"/>
                  </a:lnTo>
                  <a:lnTo>
                    <a:pt x="65" y="77"/>
                  </a:lnTo>
                  <a:lnTo>
                    <a:pt x="47" y="74"/>
                  </a:lnTo>
                  <a:lnTo>
                    <a:pt x="45" y="114"/>
                  </a:lnTo>
                  <a:lnTo>
                    <a:pt x="28" y="114"/>
                  </a:lnTo>
                  <a:lnTo>
                    <a:pt x="23" y="104"/>
                  </a:lnTo>
                  <a:lnTo>
                    <a:pt x="15" y="104"/>
                  </a:lnTo>
                  <a:lnTo>
                    <a:pt x="15" y="114"/>
                  </a:lnTo>
                  <a:lnTo>
                    <a:pt x="3" y="116"/>
                  </a:lnTo>
                  <a:lnTo>
                    <a:pt x="0" y="164"/>
                  </a:lnTo>
                  <a:lnTo>
                    <a:pt x="3" y="179"/>
                  </a:lnTo>
                  <a:lnTo>
                    <a:pt x="18" y="196"/>
                  </a:lnTo>
                  <a:lnTo>
                    <a:pt x="18" y="206"/>
                  </a:lnTo>
                  <a:lnTo>
                    <a:pt x="28" y="208"/>
                  </a:lnTo>
                  <a:lnTo>
                    <a:pt x="75" y="211"/>
                  </a:lnTo>
                  <a:lnTo>
                    <a:pt x="85" y="208"/>
                  </a:lnTo>
                  <a:lnTo>
                    <a:pt x="100" y="208"/>
                  </a:lnTo>
                  <a:lnTo>
                    <a:pt x="110" y="203"/>
                  </a:lnTo>
                  <a:lnTo>
                    <a:pt x="112" y="191"/>
                  </a:lnTo>
                  <a:lnTo>
                    <a:pt x="122" y="189"/>
                  </a:lnTo>
                  <a:lnTo>
                    <a:pt x="129" y="184"/>
                  </a:lnTo>
                  <a:lnTo>
                    <a:pt x="132" y="171"/>
                  </a:lnTo>
                  <a:lnTo>
                    <a:pt x="147" y="169"/>
                  </a:lnTo>
                  <a:lnTo>
                    <a:pt x="154" y="159"/>
                  </a:lnTo>
                  <a:lnTo>
                    <a:pt x="182" y="154"/>
                  </a:lnTo>
                  <a:lnTo>
                    <a:pt x="187" y="141"/>
                  </a:lnTo>
                  <a:lnTo>
                    <a:pt x="202" y="134"/>
                  </a:lnTo>
                  <a:lnTo>
                    <a:pt x="204" y="102"/>
                  </a:lnTo>
                  <a:lnTo>
                    <a:pt x="214" y="94"/>
                  </a:lnTo>
                  <a:lnTo>
                    <a:pt x="209" y="72"/>
                  </a:lnTo>
                  <a:lnTo>
                    <a:pt x="211" y="47"/>
                  </a:lnTo>
                  <a:lnTo>
                    <a:pt x="199" y="29"/>
                  </a:lnTo>
                  <a:lnTo>
                    <a:pt x="184" y="22"/>
                  </a:lnTo>
                  <a:lnTo>
                    <a:pt x="172" y="10"/>
                  </a:lnTo>
                  <a:lnTo>
                    <a:pt x="169" y="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6" name="Freeform 238">
              <a:extLst>
                <a:ext uri="{FF2B5EF4-FFF2-40B4-BE49-F238E27FC236}">
                  <a16:creationId xmlns:a16="http://schemas.microsoft.com/office/drawing/2014/main" id="{73D272BA-B8DB-44D8-6FF6-F28EE86EF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771" y="4090244"/>
              <a:ext cx="50373" cy="107942"/>
            </a:xfrm>
            <a:custGeom>
              <a:avLst/>
              <a:gdLst>
                <a:gd name="T0" fmla="*/ 12 w 35"/>
                <a:gd name="T1" fmla="*/ 0 h 75"/>
                <a:gd name="T2" fmla="*/ 2 w 35"/>
                <a:gd name="T3" fmla="*/ 23 h 75"/>
                <a:gd name="T4" fmla="*/ 0 w 35"/>
                <a:gd name="T5" fmla="*/ 50 h 75"/>
                <a:gd name="T6" fmla="*/ 10 w 35"/>
                <a:gd name="T7" fmla="*/ 75 h 75"/>
                <a:gd name="T8" fmla="*/ 35 w 35"/>
                <a:gd name="T9" fmla="*/ 70 h 75"/>
                <a:gd name="T10" fmla="*/ 35 w 35"/>
                <a:gd name="T11" fmla="*/ 25 h 75"/>
                <a:gd name="T12" fmla="*/ 27 w 35"/>
                <a:gd name="T13" fmla="*/ 15 h 75"/>
                <a:gd name="T14" fmla="*/ 12 w 35"/>
                <a:gd name="T1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5">
                  <a:moveTo>
                    <a:pt x="12" y="0"/>
                  </a:moveTo>
                  <a:lnTo>
                    <a:pt x="2" y="23"/>
                  </a:lnTo>
                  <a:lnTo>
                    <a:pt x="0" y="50"/>
                  </a:lnTo>
                  <a:lnTo>
                    <a:pt x="10" y="75"/>
                  </a:lnTo>
                  <a:lnTo>
                    <a:pt x="35" y="70"/>
                  </a:lnTo>
                  <a:lnTo>
                    <a:pt x="35" y="25"/>
                  </a:lnTo>
                  <a:lnTo>
                    <a:pt x="27" y="15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7" name="Freeform 239">
              <a:extLst>
                <a:ext uri="{FF2B5EF4-FFF2-40B4-BE49-F238E27FC236}">
                  <a16:creationId xmlns:a16="http://schemas.microsoft.com/office/drawing/2014/main" id="{17F47026-088B-C13D-4CC0-E83414D9F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040" y="3943442"/>
              <a:ext cx="201493" cy="146802"/>
            </a:xfrm>
            <a:custGeom>
              <a:avLst/>
              <a:gdLst>
                <a:gd name="T0" fmla="*/ 140 w 140"/>
                <a:gd name="T1" fmla="*/ 50 h 102"/>
                <a:gd name="T2" fmla="*/ 135 w 140"/>
                <a:gd name="T3" fmla="*/ 70 h 102"/>
                <a:gd name="T4" fmla="*/ 115 w 140"/>
                <a:gd name="T5" fmla="*/ 75 h 102"/>
                <a:gd name="T6" fmla="*/ 102 w 140"/>
                <a:gd name="T7" fmla="*/ 95 h 102"/>
                <a:gd name="T8" fmla="*/ 92 w 140"/>
                <a:gd name="T9" fmla="*/ 95 h 102"/>
                <a:gd name="T10" fmla="*/ 77 w 140"/>
                <a:gd name="T11" fmla="*/ 92 h 102"/>
                <a:gd name="T12" fmla="*/ 65 w 140"/>
                <a:gd name="T13" fmla="*/ 85 h 102"/>
                <a:gd name="T14" fmla="*/ 55 w 140"/>
                <a:gd name="T15" fmla="*/ 85 h 102"/>
                <a:gd name="T16" fmla="*/ 45 w 140"/>
                <a:gd name="T17" fmla="*/ 102 h 102"/>
                <a:gd name="T18" fmla="*/ 10 w 140"/>
                <a:gd name="T19" fmla="*/ 100 h 102"/>
                <a:gd name="T20" fmla="*/ 0 w 140"/>
                <a:gd name="T21" fmla="*/ 92 h 102"/>
                <a:gd name="T22" fmla="*/ 5 w 140"/>
                <a:gd name="T23" fmla="*/ 67 h 102"/>
                <a:gd name="T24" fmla="*/ 18 w 140"/>
                <a:gd name="T25" fmla="*/ 50 h 102"/>
                <a:gd name="T26" fmla="*/ 25 w 140"/>
                <a:gd name="T27" fmla="*/ 38 h 102"/>
                <a:gd name="T28" fmla="*/ 30 w 140"/>
                <a:gd name="T29" fmla="*/ 28 h 102"/>
                <a:gd name="T30" fmla="*/ 53 w 140"/>
                <a:gd name="T31" fmla="*/ 20 h 102"/>
                <a:gd name="T32" fmla="*/ 63 w 140"/>
                <a:gd name="T33" fmla="*/ 10 h 102"/>
                <a:gd name="T34" fmla="*/ 70 w 140"/>
                <a:gd name="T35" fmla="*/ 0 h 102"/>
                <a:gd name="T36" fmla="*/ 100 w 140"/>
                <a:gd name="T37" fmla="*/ 0 h 102"/>
                <a:gd name="T38" fmla="*/ 107 w 140"/>
                <a:gd name="T39" fmla="*/ 10 h 102"/>
                <a:gd name="T40" fmla="*/ 117 w 140"/>
                <a:gd name="T41" fmla="*/ 18 h 102"/>
                <a:gd name="T42" fmla="*/ 117 w 140"/>
                <a:gd name="T43" fmla="*/ 35 h 102"/>
                <a:gd name="T44" fmla="*/ 130 w 140"/>
                <a:gd name="T45" fmla="*/ 38 h 102"/>
                <a:gd name="T46" fmla="*/ 140 w 140"/>
                <a:gd name="T47" fmla="*/ 5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0" h="102">
                  <a:moveTo>
                    <a:pt x="140" y="50"/>
                  </a:moveTo>
                  <a:lnTo>
                    <a:pt x="135" y="70"/>
                  </a:lnTo>
                  <a:lnTo>
                    <a:pt x="115" y="75"/>
                  </a:lnTo>
                  <a:lnTo>
                    <a:pt x="102" y="95"/>
                  </a:lnTo>
                  <a:lnTo>
                    <a:pt x="92" y="95"/>
                  </a:lnTo>
                  <a:lnTo>
                    <a:pt x="77" y="92"/>
                  </a:lnTo>
                  <a:lnTo>
                    <a:pt x="65" y="85"/>
                  </a:lnTo>
                  <a:lnTo>
                    <a:pt x="55" y="85"/>
                  </a:lnTo>
                  <a:lnTo>
                    <a:pt x="45" y="102"/>
                  </a:lnTo>
                  <a:lnTo>
                    <a:pt x="10" y="100"/>
                  </a:lnTo>
                  <a:lnTo>
                    <a:pt x="0" y="92"/>
                  </a:lnTo>
                  <a:lnTo>
                    <a:pt x="5" y="67"/>
                  </a:lnTo>
                  <a:lnTo>
                    <a:pt x="18" y="50"/>
                  </a:lnTo>
                  <a:lnTo>
                    <a:pt x="25" y="38"/>
                  </a:lnTo>
                  <a:lnTo>
                    <a:pt x="30" y="28"/>
                  </a:lnTo>
                  <a:lnTo>
                    <a:pt x="53" y="20"/>
                  </a:lnTo>
                  <a:lnTo>
                    <a:pt x="63" y="10"/>
                  </a:lnTo>
                  <a:lnTo>
                    <a:pt x="70" y="0"/>
                  </a:lnTo>
                  <a:lnTo>
                    <a:pt x="100" y="0"/>
                  </a:lnTo>
                  <a:lnTo>
                    <a:pt x="107" y="10"/>
                  </a:lnTo>
                  <a:lnTo>
                    <a:pt x="117" y="18"/>
                  </a:lnTo>
                  <a:lnTo>
                    <a:pt x="117" y="35"/>
                  </a:lnTo>
                  <a:lnTo>
                    <a:pt x="130" y="38"/>
                  </a:lnTo>
                  <a:lnTo>
                    <a:pt x="140" y="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8" name="Freeform 240">
              <a:extLst>
                <a:ext uri="{FF2B5EF4-FFF2-40B4-BE49-F238E27FC236}">
                  <a16:creationId xmlns:a16="http://schemas.microsoft.com/office/drawing/2014/main" id="{FD0C5901-64DB-AA84-C263-2E02E306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809" y="4008207"/>
              <a:ext cx="197176" cy="164073"/>
            </a:xfrm>
            <a:custGeom>
              <a:avLst/>
              <a:gdLst>
                <a:gd name="T0" fmla="*/ 0 w 137"/>
                <a:gd name="T1" fmla="*/ 20 h 114"/>
                <a:gd name="T2" fmla="*/ 10 w 137"/>
                <a:gd name="T3" fmla="*/ 7 h 114"/>
                <a:gd name="T4" fmla="*/ 30 w 137"/>
                <a:gd name="T5" fmla="*/ 0 h 114"/>
                <a:gd name="T6" fmla="*/ 55 w 137"/>
                <a:gd name="T7" fmla="*/ 5 h 114"/>
                <a:gd name="T8" fmla="*/ 75 w 137"/>
                <a:gd name="T9" fmla="*/ 5 h 114"/>
                <a:gd name="T10" fmla="*/ 92 w 137"/>
                <a:gd name="T11" fmla="*/ 10 h 114"/>
                <a:gd name="T12" fmla="*/ 115 w 137"/>
                <a:gd name="T13" fmla="*/ 12 h 114"/>
                <a:gd name="T14" fmla="*/ 127 w 137"/>
                <a:gd name="T15" fmla="*/ 27 h 114"/>
                <a:gd name="T16" fmla="*/ 132 w 137"/>
                <a:gd name="T17" fmla="*/ 52 h 114"/>
                <a:gd name="T18" fmla="*/ 127 w 137"/>
                <a:gd name="T19" fmla="*/ 67 h 114"/>
                <a:gd name="T20" fmla="*/ 137 w 137"/>
                <a:gd name="T21" fmla="*/ 77 h 114"/>
                <a:gd name="T22" fmla="*/ 120 w 137"/>
                <a:gd name="T23" fmla="*/ 89 h 114"/>
                <a:gd name="T24" fmla="*/ 115 w 137"/>
                <a:gd name="T25" fmla="*/ 114 h 114"/>
                <a:gd name="T26" fmla="*/ 100 w 137"/>
                <a:gd name="T27" fmla="*/ 109 h 114"/>
                <a:gd name="T28" fmla="*/ 90 w 137"/>
                <a:gd name="T29" fmla="*/ 87 h 114"/>
                <a:gd name="T30" fmla="*/ 85 w 137"/>
                <a:gd name="T31" fmla="*/ 67 h 114"/>
                <a:gd name="T32" fmla="*/ 65 w 137"/>
                <a:gd name="T33" fmla="*/ 57 h 114"/>
                <a:gd name="T34" fmla="*/ 50 w 137"/>
                <a:gd name="T35" fmla="*/ 65 h 114"/>
                <a:gd name="T36" fmla="*/ 30 w 137"/>
                <a:gd name="T37" fmla="*/ 70 h 114"/>
                <a:gd name="T38" fmla="*/ 8 w 137"/>
                <a:gd name="T39" fmla="*/ 47 h 114"/>
                <a:gd name="T40" fmla="*/ 0 w 137"/>
                <a:gd name="T41" fmla="*/ 2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7" h="114">
                  <a:moveTo>
                    <a:pt x="0" y="20"/>
                  </a:moveTo>
                  <a:lnTo>
                    <a:pt x="10" y="7"/>
                  </a:lnTo>
                  <a:lnTo>
                    <a:pt x="30" y="0"/>
                  </a:lnTo>
                  <a:lnTo>
                    <a:pt x="55" y="5"/>
                  </a:lnTo>
                  <a:lnTo>
                    <a:pt x="75" y="5"/>
                  </a:lnTo>
                  <a:lnTo>
                    <a:pt x="92" y="10"/>
                  </a:lnTo>
                  <a:lnTo>
                    <a:pt x="115" y="12"/>
                  </a:lnTo>
                  <a:lnTo>
                    <a:pt x="127" y="27"/>
                  </a:lnTo>
                  <a:lnTo>
                    <a:pt x="132" y="52"/>
                  </a:lnTo>
                  <a:lnTo>
                    <a:pt x="127" y="67"/>
                  </a:lnTo>
                  <a:lnTo>
                    <a:pt x="137" y="77"/>
                  </a:lnTo>
                  <a:lnTo>
                    <a:pt x="120" y="89"/>
                  </a:lnTo>
                  <a:lnTo>
                    <a:pt x="115" y="114"/>
                  </a:lnTo>
                  <a:lnTo>
                    <a:pt x="100" y="109"/>
                  </a:lnTo>
                  <a:lnTo>
                    <a:pt x="90" y="87"/>
                  </a:lnTo>
                  <a:lnTo>
                    <a:pt x="85" y="67"/>
                  </a:lnTo>
                  <a:lnTo>
                    <a:pt x="65" y="57"/>
                  </a:lnTo>
                  <a:lnTo>
                    <a:pt x="50" y="65"/>
                  </a:lnTo>
                  <a:lnTo>
                    <a:pt x="30" y="70"/>
                  </a:lnTo>
                  <a:lnTo>
                    <a:pt x="8" y="4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9" name="Freeform 241">
              <a:extLst>
                <a:ext uri="{FF2B5EF4-FFF2-40B4-BE49-F238E27FC236}">
                  <a16:creationId xmlns:a16="http://schemas.microsoft.com/office/drawing/2014/main" id="{D58A9501-4B7F-0C0F-FA3D-CAE61BF3F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805" y="4065776"/>
              <a:ext cx="93551" cy="164073"/>
            </a:xfrm>
            <a:custGeom>
              <a:avLst/>
              <a:gdLst>
                <a:gd name="T0" fmla="*/ 3 w 65"/>
                <a:gd name="T1" fmla="*/ 112 h 114"/>
                <a:gd name="T2" fmla="*/ 0 w 65"/>
                <a:gd name="T3" fmla="*/ 82 h 114"/>
                <a:gd name="T4" fmla="*/ 3 w 65"/>
                <a:gd name="T5" fmla="*/ 54 h 114"/>
                <a:gd name="T6" fmla="*/ 13 w 65"/>
                <a:gd name="T7" fmla="*/ 52 h 114"/>
                <a:gd name="T8" fmla="*/ 15 w 65"/>
                <a:gd name="T9" fmla="*/ 40 h 114"/>
                <a:gd name="T10" fmla="*/ 3 w 65"/>
                <a:gd name="T11" fmla="*/ 35 h 114"/>
                <a:gd name="T12" fmla="*/ 0 w 65"/>
                <a:gd name="T13" fmla="*/ 17 h 114"/>
                <a:gd name="T14" fmla="*/ 10 w 65"/>
                <a:gd name="T15" fmla="*/ 0 h 114"/>
                <a:gd name="T16" fmla="*/ 20 w 65"/>
                <a:gd name="T17" fmla="*/ 0 h 114"/>
                <a:gd name="T18" fmla="*/ 32 w 65"/>
                <a:gd name="T19" fmla="*/ 7 h 114"/>
                <a:gd name="T20" fmla="*/ 47 w 65"/>
                <a:gd name="T21" fmla="*/ 10 h 114"/>
                <a:gd name="T22" fmla="*/ 50 w 65"/>
                <a:gd name="T23" fmla="*/ 27 h 114"/>
                <a:gd name="T24" fmla="*/ 57 w 65"/>
                <a:gd name="T25" fmla="*/ 32 h 114"/>
                <a:gd name="T26" fmla="*/ 57 w 65"/>
                <a:gd name="T27" fmla="*/ 47 h 114"/>
                <a:gd name="T28" fmla="*/ 60 w 65"/>
                <a:gd name="T29" fmla="*/ 72 h 114"/>
                <a:gd name="T30" fmla="*/ 65 w 65"/>
                <a:gd name="T31" fmla="*/ 94 h 114"/>
                <a:gd name="T32" fmla="*/ 57 w 65"/>
                <a:gd name="T33" fmla="*/ 104 h 114"/>
                <a:gd name="T34" fmla="*/ 42 w 65"/>
                <a:gd name="T35" fmla="*/ 104 h 114"/>
                <a:gd name="T36" fmla="*/ 35 w 65"/>
                <a:gd name="T37" fmla="*/ 114 h 114"/>
                <a:gd name="T38" fmla="*/ 22 w 65"/>
                <a:gd name="T39" fmla="*/ 114 h 114"/>
                <a:gd name="T40" fmla="*/ 3 w 65"/>
                <a:gd name="T41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114">
                  <a:moveTo>
                    <a:pt x="3" y="112"/>
                  </a:moveTo>
                  <a:lnTo>
                    <a:pt x="0" y="82"/>
                  </a:lnTo>
                  <a:lnTo>
                    <a:pt x="3" y="54"/>
                  </a:lnTo>
                  <a:lnTo>
                    <a:pt x="13" y="52"/>
                  </a:lnTo>
                  <a:lnTo>
                    <a:pt x="15" y="40"/>
                  </a:lnTo>
                  <a:lnTo>
                    <a:pt x="3" y="35"/>
                  </a:lnTo>
                  <a:lnTo>
                    <a:pt x="0" y="17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2" y="7"/>
                  </a:lnTo>
                  <a:lnTo>
                    <a:pt x="47" y="10"/>
                  </a:lnTo>
                  <a:lnTo>
                    <a:pt x="50" y="27"/>
                  </a:lnTo>
                  <a:lnTo>
                    <a:pt x="57" y="32"/>
                  </a:lnTo>
                  <a:lnTo>
                    <a:pt x="57" y="47"/>
                  </a:lnTo>
                  <a:lnTo>
                    <a:pt x="60" y="72"/>
                  </a:lnTo>
                  <a:lnTo>
                    <a:pt x="65" y="94"/>
                  </a:lnTo>
                  <a:lnTo>
                    <a:pt x="57" y="104"/>
                  </a:lnTo>
                  <a:lnTo>
                    <a:pt x="42" y="104"/>
                  </a:lnTo>
                  <a:lnTo>
                    <a:pt x="35" y="114"/>
                  </a:lnTo>
                  <a:lnTo>
                    <a:pt x="22" y="114"/>
                  </a:lnTo>
                  <a:lnTo>
                    <a:pt x="3" y="1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0" name="Freeform 242">
              <a:extLst>
                <a:ext uri="{FF2B5EF4-FFF2-40B4-BE49-F238E27FC236}">
                  <a16:creationId xmlns:a16="http://schemas.microsoft.com/office/drawing/2014/main" id="{E9565626-9297-0817-EC54-6A588C55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730" y="4444296"/>
              <a:ext cx="43177" cy="47494"/>
            </a:xfrm>
            <a:custGeom>
              <a:avLst/>
              <a:gdLst>
                <a:gd name="T0" fmla="*/ 15 w 30"/>
                <a:gd name="T1" fmla="*/ 30 h 33"/>
                <a:gd name="T2" fmla="*/ 30 w 30"/>
                <a:gd name="T3" fmla="*/ 30 h 33"/>
                <a:gd name="T4" fmla="*/ 28 w 30"/>
                <a:gd name="T5" fmla="*/ 8 h 33"/>
                <a:gd name="T6" fmla="*/ 23 w 30"/>
                <a:gd name="T7" fmla="*/ 0 h 33"/>
                <a:gd name="T8" fmla="*/ 18 w 30"/>
                <a:gd name="T9" fmla="*/ 8 h 33"/>
                <a:gd name="T10" fmla="*/ 3 w 30"/>
                <a:gd name="T11" fmla="*/ 8 h 33"/>
                <a:gd name="T12" fmla="*/ 0 w 30"/>
                <a:gd name="T13" fmla="*/ 28 h 33"/>
                <a:gd name="T14" fmla="*/ 5 w 30"/>
                <a:gd name="T15" fmla="*/ 33 h 33"/>
                <a:gd name="T16" fmla="*/ 15 w 30"/>
                <a:gd name="T1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3">
                  <a:moveTo>
                    <a:pt x="15" y="30"/>
                  </a:moveTo>
                  <a:lnTo>
                    <a:pt x="30" y="30"/>
                  </a:lnTo>
                  <a:lnTo>
                    <a:pt x="28" y="8"/>
                  </a:lnTo>
                  <a:lnTo>
                    <a:pt x="23" y="0"/>
                  </a:lnTo>
                  <a:lnTo>
                    <a:pt x="18" y="8"/>
                  </a:lnTo>
                  <a:lnTo>
                    <a:pt x="3" y="8"/>
                  </a:lnTo>
                  <a:lnTo>
                    <a:pt x="0" y="28"/>
                  </a:lnTo>
                  <a:lnTo>
                    <a:pt x="5" y="33"/>
                  </a:lnTo>
                  <a:lnTo>
                    <a:pt x="15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Freeform 243">
              <a:extLst>
                <a:ext uri="{FF2B5EF4-FFF2-40B4-BE49-F238E27FC236}">
                  <a16:creationId xmlns:a16="http://schemas.microsoft.com/office/drawing/2014/main" id="{371A7FA5-A411-7BBA-E8C5-82849B42B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266" y="5027186"/>
              <a:ext cx="418818" cy="390033"/>
            </a:xfrm>
            <a:custGeom>
              <a:avLst/>
              <a:gdLst>
                <a:gd name="T0" fmla="*/ 266 w 291"/>
                <a:gd name="T1" fmla="*/ 13 h 271"/>
                <a:gd name="T2" fmla="*/ 246 w 291"/>
                <a:gd name="T3" fmla="*/ 13 h 271"/>
                <a:gd name="T4" fmla="*/ 241 w 291"/>
                <a:gd name="T5" fmla="*/ 5 h 271"/>
                <a:gd name="T6" fmla="*/ 229 w 291"/>
                <a:gd name="T7" fmla="*/ 0 h 271"/>
                <a:gd name="T8" fmla="*/ 226 w 291"/>
                <a:gd name="T9" fmla="*/ 10 h 271"/>
                <a:gd name="T10" fmla="*/ 214 w 291"/>
                <a:gd name="T11" fmla="*/ 20 h 271"/>
                <a:gd name="T12" fmla="*/ 204 w 291"/>
                <a:gd name="T13" fmla="*/ 30 h 271"/>
                <a:gd name="T14" fmla="*/ 192 w 291"/>
                <a:gd name="T15" fmla="*/ 38 h 271"/>
                <a:gd name="T16" fmla="*/ 187 w 291"/>
                <a:gd name="T17" fmla="*/ 55 h 271"/>
                <a:gd name="T18" fmla="*/ 174 w 291"/>
                <a:gd name="T19" fmla="*/ 58 h 271"/>
                <a:gd name="T20" fmla="*/ 167 w 291"/>
                <a:gd name="T21" fmla="*/ 68 h 271"/>
                <a:gd name="T22" fmla="*/ 157 w 291"/>
                <a:gd name="T23" fmla="*/ 80 h 271"/>
                <a:gd name="T24" fmla="*/ 139 w 291"/>
                <a:gd name="T25" fmla="*/ 80 h 271"/>
                <a:gd name="T26" fmla="*/ 127 w 291"/>
                <a:gd name="T27" fmla="*/ 73 h 271"/>
                <a:gd name="T28" fmla="*/ 117 w 291"/>
                <a:gd name="T29" fmla="*/ 73 h 271"/>
                <a:gd name="T30" fmla="*/ 112 w 291"/>
                <a:gd name="T31" fmla="*/ 82 h 271"/>
                <a:gd name="T32" fmla="*/ 107 w 291"/>
                <a:gd name="T33" fmla="*/ 92 h 271"/>
                <a:gd name="T34" fmla="*/ 97 w 291"/>
                <a:gd name="T35" fmla="*/ 100 h 271"/>
                <a:gd name="T36" fmla="*/ 75 w 291"/>
                <a:gd name="T37" fmla="*/ 95 h 271"/>
                <a:gd name="T38" fmla="*/ 70 w 291"/>
                <a:gd name="T39" fmla="*/ 75 h 271"/>
                <a:gd name="T40" fmla="*/ 62 w 291"/>
                <a:gd name="T41" fmla="*/ 68 h 271"/>
                <a:gd name="T42" fmla="*/ 57 w 291"/>
                <a:gd name="T43" fmla="*/ 137 h 271"/>
                <a:gd name="T44" fmla="*/ 47 w 291"/>
                <a:gd name="T45" fmla="*/ 147 h 271"/>
                <a:gd name="T46" fmla="*/ 25 w 291"/>
                <a:gd name="T47" fmla="*/ 145 h 271"/>
                <a:gd name="T48" fmla="*/ 15 w 291"/>
                <a:gd name="T49" fmla="*/ 130 h 271"/>
                <a:gd name="T50" fmla="*/ 13 w 291"/>
                <a:gd name="T51" fmla="*/ 137 h 271"/>
                <a:gd name="T52" fmla="*/ 0 w 291"/>
                <a:gd name="T53" fmla="*/ 137 h 271"/>
                <a:gd name="T54" fmla="*/ 3 w 291"/>
                <a:gd name="T55" fmla="*/ 145 h 271"/>
                <a:gd name="T56" fmla="*/ 3 w 291"/>
                <a:gd name="T57" fmla="*/ 164 h 271"/>
                <a:gd name="T58" fmla="*/ 15 w 291"/>
                <a:gd name="T59" fmla="*/ 169 h 271"/>
                <a:gd name="T60" fmla="*/ 15 w 291"/>
                <a:gd name="T61" fmla="*/ 194 h 271"/>
                <a:gd name="T62" fmla="*/ 25 w 291"/>
                <a:gd name="T63" fmla="*/ 197 h 271"/>
                <a:gd name="T64" fmla="*/ 25 w 291"/>
                <a:gd name="T65" fmla="*/ 204 h 271"/>
                <a:gd name="T66" fmla="*/ 33 w 291"/>
                <a:gd name="T67" fmla="*/ 204 h 271"/>
                <a:gd name="T68" fmla="*/ 30 w 291"/>
                <a:gd name="T69" fmla="*/ 219 h 271"/>
                <a:gd name="T70" fmla="*/ 20 w 291"/>
                <a:gd name="T71" fmla="*/ 227 h 271"/>
                <a:gd name="T72" fmla="*/ 52 w 291"/>
                <a:gd name="T73" fmla="*/ 269 h 271"/>
                <a:gd name="T74" fmla="*/ 75 w 291"/>
                <a:gd name="T75" fmla="*/ 271 h 271"/>
                <a:gd name="T76" fmla="*/ 85 w 291"/>
                <a:gd name="T77" fmla="*/ 264 h 271"/>
                <a:gd name="T78" fmla="*/ 95 w 291"/>
                <a:gd name="T79" fmla="*/ 249 h 271"/>
                <a:gd name="T80" fmla="*/ 132 w 291"/>
                <a:gd name="T81" fmla="*/ 251 h 271"/>
                <a:gd name="T82" fmla="*/ 137 w 291"/>
                <a:gd name="T83" fmla="*/ 256 h 271"/>
                <a:gd name="T84" fmla="*/ 157 w 291"/>
                <a:gd name="T85" fmla="*/ 249 h 271"/>
                <a:gd name="T86" fmla="*/ 164 w 291"/>
                <a:gd name="T87" fmla="*/ 242 h 271"/>
                <a:gd name="T88" fmla="*/ 192 w 291"/>
                <a:gd name="T89" fmla="*/ 239 h 271"/>
                <a:gd name="T90" fmla="*/ 204 w 291"/>
                <a:gd name="T91" fmla="*/ 229 h 271"/>
                <a:gd name="T92" fmla="*/ 219 w 291"/>
                <a:gd name="T93" fmla="*/ 207 h 271"/>
                <a:gd name="T94" fmla="*/ 234 w 291"/>
                <a:gd name="T95" fmla="*/ 194 h 271"/>
                <a:gd name="T96" fmla="*/ 256 w 291"/>
                <a:gd name="T97" fmla="*/ 174 h 271"/>
                <a:gd name="T98" fmla="*/ 261 w 291"/>
                <a:gd name="T99" fmla="*/ 155 h 271"/>
                <a:gd name="T100" fmla="*/ 266 w 291"/>
                <a:gd name="T101" fmla="*/ 137 h 271"/>
                <a:gd name="T102" fmla="*/ 279 w 291"/>
                <a:gd name="T103" fmla="*/ 135 h 271"/>
                <a:gd name="T104" fmla="*/ 291 w 291"/>
                <a:gd name="T105" fmla="*/ 115 h 271"/>
                <a:gd name="T106" fmla="*/ 276 w 291"/>
                <a:gd name="T107" fmla="*/ 110 h 271"/>
                <a:gd name="T108" fmla="*/ 271 w 291"/>
                <a:gd name="T109" fmla="*/ 95 h 271"/>
                <a:gd name="T110" fmla="*/ 266 w 291"/>
                <a:gd name="T111" fmla="*/ 82 h 271"/>
                <a:gd name="T112" fmla="*/ 266 w 291"/>
                <a:gd name="T113" fmla="*/ 65 h 271"/>
                <a:gd name="T114" fmla="*/ 266 w 291"/>
                <a:gd name="T115" fmla="*/ 43 h 271"/>
                <a:gd name="T116" fmla="*/ 266 w 291"/>
                <a:gd name="T117" fmla="*/ 13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1" h="271">
                  <a:moveTo>
                    <a:pt x="266" y="13"/>
                  </a:moveTo>
                  <a:lnTo>
                    <a:pt x="246" y="13"/>
                  </a:lnTo>
                  <a:lnTo>
                    <a:pt x="241" y="5"/>
                  </a:lnTo>
                  <a:lnTo>
                    <a:pt x="229" y="0"/>
                  </a:lnTo>
                  <a:lnTo>
                    <a:pt x="226" y="10"/>
                  </a:lnTo>
                  <a:lnTo>
                    <a:pt x="214" y="20"/>
                  </a:lnTo>
                  <a:lnTo>
                    <a:pt x="204" y="30"/>
                  </a:lnTo>
                  <a:lnTo>
                    <a:pt x="192" y="38"/>
                  </a:lnTo>
                  <a:lnTo>
                    <a:pt x="187" y="55"/>
                  </a:lnTo>
                  <a:lnTo>
                    <a:pt x="174" y="58"/>
                  </a:lnTo>
                  <a:lnTo>
                    <a:pt x="167" y="68"/>
                  </a:lnTo>
                  <a:lnTo>
                    <a:pt x="157" y="80"/>
                  </a:lnTo>
                  <a:lnTo>
                    <a:pt x="139" y="80"/>
                  </a:lnTo>
                  <a:lnTo>
                    <a:pt x="127" y="73"/>
                  </a:lnTo>
                  <a:lnTo>
                    <a:pt x="117" y="73"/>
                  </a:lnTo>
                  <a:lnTo>
                    <a:pt x="112" y="82"/>
                  </a:lnTo>
                  <a:lnTo>
                    <a:pt x="107" y="92"/>
                  </a:lnTo>
                  <a:lnTo>
                    <a:pt x="97" y="100"/>
                  </a:lnTo>
                  <a:lnTo>
                    <a:pt x="75" y="95"/>
                  </a:lnTo>
                  <a:lnTo>
                    <a:pt x="70" y="75"/>
                  </a:lnTo>
                  <a:lnTo>
                    <a:pt x="62" y="68"/>
                  </a:lnTo>
                  <a:lnTo>
                    <a:pt x="57" y="137"/>
                  </a:lnTo>
                  <a:lnTo>
                    <a:pt x="47" y="147"/>
                  </a:lnTo>
                  <a:lnTo>
                    <a:pt x="25" y="145"/>
                  </a:lnTo>
                  <a:lnTo>
                    <a:pt x="15" y="130"/>
                  </a:lnTo>
                  <a:lnTo>
                    <a:pt x="13" y="137"/>
                  </a:lnTo>
                  <a:lnTo>
                    <a:pt x="0" y="137"/>
                  </a:lnTo>
                  <a:lnTo>
                    <a:pt x="3" y="145"/>
                  </a:lnTo>
                  <a:lnTo>
                    <a:pt x="3" y="164"/>
                  </a:lnTo>
                  <a:lnTo>
                    <a:pt x="15" y="169"/>
                  </a:lnTo>
                  <a:lnTo>
                    <a:pt x="15" y="194"/>
                  </a:lnTo>
                  <a:lnTo>
                    <a:pt x="25" y="197"/>
                  </a:lnTo>
                  <a:lnTo>
                    <a:pt x="25" y="204"/>
                  </a:lnTo>
                  <a:lnTo>
                    <a:pt x="33" y="204"/>
                  </a:lnTo>
                  <a:lnTo>
                    <a:pt x="30" y="219"/>
                  </a:lnTo>
                  <a:lnTo>
                    <a:pt x="20" y="227"/>
                  </a:lnTo>
                  <a:lnTo>
                    <a:pt x="52" y="269"/>
                  </a:lnTo>
                  <a:lnTo>
                    <a:pt x="75" y="271"/>
                  </a:lnTo>
                  <a:lnTo>
                    <a:pt x="85" y="264"/>
                  </a:lnTo>
                  <a:lnTo>
                    <a:pt x="95" y="249"/>
                  </a:lnTo>
                  <a:lnTo>
                    <a:pt x="132" y="251"/>
                  </a:lnTo>
                  <a:lnTo>
                    <a:pt x="137" y="256"/>
                  </a:lnTo>
                  <a:lnTo>
                    <a:pt x="157" y="249"/>
                  </a:lnTo>
                  <a:lnTo>
                    <a:pt x="164" y="242"/>
                  </a:lnTo>
                  <a:lnTo>
                    <a:pt x="192" y="239"/>
                  </a:lnTo>
                  <a:lnTo>
                    <a:pt x="204" y="229"/>
                  </a:lnTo>
                  <a:lnTo>
                    <a:pt x="219" y="207"/>
                  </a:lnTo>
                  <a:lnTo>
                    <a:pt x="234" y="194"/>
                  </a:lnTo>
                  <a:lnTo>
                    <a:pt x="256" y="174"/>
                  </a:lnTo>
                  <a:lnTo>
                    <a:pt x="261" y="155"/>
                  </a:lnTo>
                  <a:lnTo>
                    <a:pt x="266" y="137"/>
                  </a:lnTo>
                  <a:lnTo>
                    <a:pt x="279" y="135"/>
                  </a:lnTo>
                  <a:lnTo>
                    <a:pt x="291" y="115"/>
                  </a:lnTo>
                  <a:lnTo>
                    <a:pt x="276" y="110"/>
                  </a:lnTo>
                  <a:lnTo>
                    <a:pt x="271" y="95"/>
                  </a:lnTo>
                  <a:lnTo>
                    <a:pt x="266" y="82"/>
                  </a:lnTo>
                  <a:lnTo>
                    <a:pt x="266" y="65"/>
                  </a:lnTo>
                  <a:lnTo>
                    <a:pt x="266" y="43"/>
                  </a:lnTo>
                  <a:lnTo>
                    <a:pt x="266" y="1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Freeform 244">
              <a:extLst>
                <a:ext uri="{FF2B5EF4-FFF2-40B4-BE49-F238E27FC236}">
                  <a16:creationId xmlns:a16="http://schemas.microsoft.com/office/drawing/2014/main" id="{0E812929-915B-B1E8-8864-021E1529F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318" y="4680330"/>
              <a:ext cx="264819" cy="512368"/>
            </a:xfrm>
            <a:custGeom>
              <a:avLst/>
              <a:gdLst>
                <a:gd name="T0" fmla="*/ 30 w 184"/>
                <a:gd name="T1" fmla="*/ 351 h 356"/>
                <a:gd name="T2" fmla="*/ 20 w 184"/>
                <a:gd name="T3" fmla="*/ 323 h 356"/>
                <a:gd name="T4" fmla="*/ 20 w 184"/>
                <a:gd name="T5" fmla="*/ 284 h 356"/>
                <a:gd name="T6" fmla="*/ 23 w 184"/>
                <a:gd name="T7" fmla="*/ 239 h 356"/>
                <a:gd name="T8" fmla="*/ 33 w 184"/>
                <a:gd name="T9" fmla="*/ 209 h 356"/>
                <a:gd name="T10" fmla="*/ 50 w 184"/>
                <a:gd name="T11" fmla="*/ 192 h 356"/>
                <a:gd name="T12" fmla="*/ 43 w 184"/>
                <a:gd name="T13" fmla="*/ 162 h 356"/>
                <a:gd name="T14" fmla="*/ 40 w 184"/>
                <a:gd name="T15" fmla="*/ 120 h 356"/>
                <a:gd name="T16" fmla="*/ 8 w 184"/>
                <a:gd name="T17" fmla="*/ 102 h 356"/>
                <a:gd name="T18" fmla="*/ 28 w 184"/>
                <a:gd name="T19" fmla="*/ 95 h 356"/>
                <a:gd name="T20" fmla="*/ 48 w 184"/>
                <a:gd name="T21" fmla="*/ 75 h 356"/>
                <a:gd name="T22" fmla="*/ 75 w 184"/>
                <a:gd name="T23" fmla="*/ 85 h 356"/>
                <a:gd name="T24" fmla="*/ 67 w 184"/>
                <a:gd name="T25" fmla="*/ 117 h 356"/>
                <a:gd name="T26" fmla="*/ 87 w 184"/>
                <a:gd name="T27" fmla="*/ 122 h 356"/>
                <a:gd name="T28" fmla="*/ 105 w 184"/>
                <a:gd name="T29" fmla="*/ 102 h 356"/>
                <a:gd name="T30" fmla="*/ 97 w 184"/>
                <a:gd name="T31" fmla="*/ 72 h 356"/>
                <a:gd name="T32" fmla="*/ 85 w 184"/>
                <a:gd name="T33" fmla="*/ 57 h 356"/>
                <a:gd name="T34" fmla="*/ 80 w 184"/>
                <a:gd name="T35" fmla="*/ 35 h 356"/>
                <a:gd name="T36" fmla="*/ 80 w 184"/>
                <a:gd name="T37" fmla="*/ 0 h 356"/>
                <a:gd name="T38" fmla="*/ 97 w 184"/>
                <a:gd name="T39" fmla="*/ 23 h 356"/>
                <a:gd name="T40" fmla="*/ 137 w 184"/>
                <a:gd name="T41" fmla="*/ 15 h 356"/>
                <a:gd name="T42" fmla="*/ 162 w 184"/>
                <a:gd name="T43" fmla="*/ 8 h 356"/>
                <a:gd name="T44" fmla="*/ 184 w 184"/>
                <a:gd name="T45" fmla="*/ 38 h 356"/>
                <a:gd name="T46" fmla="*/ 172 w 184"/>
                <a:gd name="T47" fmla="*/ 117 h 356"/>
                <a:gd name="T48" fmla="*/ 140 w 184"/>
                <a:gd name="T49" fmla="*/ 132 h 356"/>
                <a:gd name="T50" fmla="*/ 125 w 184"/>
                <a:gd name="T51" fmla="*/ 144 h 356"/>
                <a:gd name="T52" fmla="*/ 115 w 184"/>
                <a:gd name="T53" fmla="*/ 174 h 356"/>
                <a:gd name="T54" fmla="*/ 90 w 184"/>
                <a:gd name="T55" fmla="*/ 184 h 356"/>
                <a:gd name="T56" fmla="*/ 85 w 184"/>
                <a:gd name="T57" fmla="*/ 234 h 356"/>
                <a:gd name="T58" fmla="*/ 87 w 184"/>
                <a:gd name="T59" fmla="*/ 271 h 356"/>
                <a:gd name="T60" fmla="*/ 85 w 184"/>
                <a:gd name="T61" fmla="*/ 291 h 356"/>
                <a:gd name="T62" fmla="*/ 67 w 184"/>
                <a:gd name="T63" fmla="*/ 299 h 356"/>
                <a:gd name="T64" fmla="*/ 48 w 184"/>
                <a:gd name="T65" fmla="*/ 306 h 356"/>
                <a:gd name="T66" fmla="*/ 48 w 184"/>
                <a:gd name="T67" fmla="*/ 333 h 356"/>
                <a:gd name="T68" fmla="*/ 45 w 184"/>
                <a:gd name="T69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4" h="356">
                  <a:moveTo>
                    <a:pt x="45" y="356"/>
                  </a:moveTo>
                  <a:lnTo>
                    <a:pt x="30" y="351"/>
                  </a:lnTo>
                  <a:lnTo>
                    <a:pt x="25" y="336"/>
                  </a:lnTo>
                  <a:lnTo>
                    <a:pt x="20" y="323"/>
                  </a:lnTo>
                  <a:lnTo>
                    <a:pt x="20" y="306"/>
                  </a:lnTo>
                  <a:lnTo>
                    <a:pt x="20" y="284"/>
                  </a:lnTo>
                  <a:lnTo>
                    <a:pt x="20" y="254"/>
                  </a:lnTo>
                  <a:lnTo>
                    <a:pt x="23" y="239"/>
                  </a:lnTo>
                  <a:lnTo>
                    <a:pt x="33" y="234"/>
                  </a:lnTo>
                  <a:lnTo>
                    <a:pt x="33" y="209"/>
                  </a:lnTo>
                  <a:lnTo>
                    <a:pt x="45" y="202"/>
                  </a:lnTo>
                  <a:lnTo>
                    <a:pt x="50" y="192"/>
                  </a:lnTo>
                  <a:lnTo>
                    <a:pt x="45" y="177"/>
                  </a:lnTo>
                  <a:lnTo>
                    <a:pt x="43" y="162"/>
                  </a:lnTo>
                  <a:lnTo>
                    <a:pt x="50" y="140"/>
                  </a:lnTo>
                  <a:lnTo>
                    <a:pt x="40" y="120"/>
                  </a:lnTo>
                  <a:lnTo>
                    <a:pt x="15" y="117"/>
                  </a:lnTo>
                  <a:lnTo>
                    <a:pt x="8" y="102"/>
                  </a:lnTo>
                  <a:lnTo>
                    <a:pt x="0" y="100"/>
                  </a:lnTo>
                  <a:lnTo>
                    <a:pt x="28" y="95"/>
                  </a:lnTo>
                  <a:lnTo>
                    <a:pt x="33" y="82"/>
                  </a:lnTo>
                  <a:lnTo>
                    <a:pt x="48" y="75"/>
                  </a:lnTo>
                  <a:lnTo>
                    <a:pt x="60" y="82"/>
                  </a:lnTo>
                  <a:lnTo>
                    <a:pt x="75" y="85"/>
                  </a:lnTo>
                  <a:lnTo>
                    <a:pt x="72" y="100"/>
                  </a:lnTo>
                  <a:lnTo>
                    <a:pt x="67" y="117"/>
                  </a:lnTo>
                  <a:lnTo>
                    <a:pt x="75" y="125"/>
                  </a:lnTo>
                  <a:lnTo>
                    <a:pt x="87" y="122"/>
                  </a:lnTo>
                  <a:lnTo>
                    <a:pt x="92" y="110"/>
                  </a:lnTo>
                  <a:lnTo>
                    <a:pt x="105" y="102"/>
                  </a:lnTo>
                  <a:lnTo>
                    <a:pt x="102" y="85"/>
                  </a:lnTo>
                  <a:lnTo>
                    <a:pt x="97" y="72"/>
                  </a:lnTo>
                  <a:lnTo>
                    <a:pt x="90" y="62"/>
                  </a:lnTo>
                  <a:lnTo>
                    <a:pt x="85" y="57"/>
                  </a:lnTo>
                  <a:lnTo>
                    <a:pt x="77" y="48"/>
                  </a:lnTo>
                  <a:lnTo>
                    <a:pt x="80" y="35"/>
                  </a:lnTo>
                  <a:lnTo>
                    <a:pt x="82" y="18"/>
                  </a:lnTo>
                  <a:lnTo>
                    <a:pt x="80" y="0"/>
                  </a:lnTo>
                  <a:lnTo>
                    <a:pt x="95" y="13"/>
                  </a:lnTo>
                  <a:lnTo>
                    <a:pt x="97" y="23"/>
                  </a:lnTo>
                  <a:lnTo>
                    <a:pt x="135" y="28"/>
                  </a:lnTo>
                  <a:lnTo>
                    <a:pt x="137" y="15"/>
                  </a:lnTo>
                  <a:lnTo>
                    <a:pt x="159" y="15"/>
                  </a:lnTo>
                  <a:lnTo>
                    <a:pt x="162" y="8"/>
                  </a:lnTo>
                  <a:lnTo>
                    <a:pt x="184" y="3"/>
                  </a:lnTo>
                  <a:lnTo>
                    <a:pt x="184" y="38"/>
                  </a:lnTo>
                  <a:lnTo>
                    <a:pt x="184" y="105"/>
                  </a:lnTo>
                  <a:lnTo>
                    <a:pt x="172" y="117"/>
                  </a:lnTo>
                  <a:lnTo>
                    <a:pt x="169" y="127"/>
                  </a:lnTo>
                  <a:lnTo>
                    <a:pt x="140" y="132"/>
                  </a:lnTo>
                  <a:lnTo>
                    <a:pt x="137" y="142"/>
                  </a:lnTo>
                  <a:lnTo>
                    <a:pt x="125" y="144"/>
                  </a:lnTo>
                  <a:lnTo>
                    <a:pt x="120" y="152"/>
                  </a:lnTo>
                  <a:lnTo>
                    <a:pt x="115" y="174"/>
                  </a:lnTo>
                  <a:lnTo>
                    <a:pt x="100" y="177"/>
                  </a:lnTo>
                  <a:lnTo>
                    <a:pt x="90" y="184"/>
                  </a:lnTo>
                  <a:lnTo>
                    <a:pt x="85" y="194"/>
                  </a:lnTo>
                  <a:lnTo>
                    <a:pt x="85" y="234"/>
                  </a:lnTo>
                  <a:lnTo>
                    <a:pt x="87" y="236"/>
                  </a:lnTo>
                  <a:lnTo>
                    <a:pt x="87" y="271"/>
                  </a:lnTo>
                  <a:lnTo>
                    <a:pt x="90" y="289"/>
                  </a:lnTo>
                  <a:lnTo>
                    <a:pt x="85" y="291"/>
                  </a:lnTo>
                  <a:lnTo>
                    <a:pt x="82" y="299"/>
                  </a:lnTo>
                  <a:lnTo>
                    <a:pt x="67" y="299"/>
                  </a:lnTo>
                  <a:lnTo>
                    <a:pt x="65" y="304"/>
                  </a:lnTo>
                  <a:lnTo>
                    <a:pt x="48" y="306"/>
                  </a:lnTo>
                  <a:lnTo>
                    <a:pt x="48" y="321"/>
                  </a:lnTo>
                  <a:lnTo>
                    <a:pt x="48" y="333"/>
                  </a:lnTo>
                  <a:lnTo>
                    <a:pt x="48" y="346"/>
                  </a:lnTo>
                  <a:lnTo>
                    <a:pt x="45" y="35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Freeform 245">
              <a:extLst>
                <a:ext uri="{FF2B5EF4-FFF2-40B4-BE49-F238E27FC236}">
                  <a16:creationId xmlns:a16="http://schemas.microsoft.com/office/drawing/2014/main" id="{4D435DCA-83C3-1156-2E8C-7E28D7163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926" y="4408314"/>
              <a:ext cx="279212" cy="312315"/>
            </a:xfrm>
            <a:custGeom>
              <a:avLst/>
              <a:gdLst>
                <a:gd name="T0" fmla="*/ 194 w 194"/>
                <a:gd name="T1" fmla="*/ 192 h 217"/>
                <a:gd name="T2" fmla="*/ 172 w 194"/>
                <a:gd name="T3" fmla="*/ 197 h 217"/>
                <a:gd name="T4" fmla="*/ 169 w 194"/>
                <a:gd name="T5" fmla="*/ 204 h 217"/>
                <a:gd name="T6" fmla="*/ 147 w 194"/>
                <a:gd name="T7" fmla="*/ 204 h 217"/>
                <a:gd name="T8" fmla="*/ 145 w 194"/>
                <a:gd name="T9" fmla="*/ 217 h 217"/>
                <a:gd name="T10" fmla="*/ 107 w 194"/>
                <a:gd name="T11" fmla="*/ 212 h 217"/>
                <a:gd name="T12" fmla="*/ 105 w 194"/>
                <a:gd name="T13" fmla="*/ 202 h 217"/>
                <a:gd name="T14" fmla="*/ 90 w 194"/>
                <a:gd name="T15" fmla="*/ 189 h 217"/>
                <a:gd name="T16" fmla="*/ 75 w 194"/>
                <a:gd name="T17" fmla="*/ 182 h 217"/>
                <a:gd name="T18" fmla="*/ 67 w 194"/>
                <a:gd name="T19" fmla="*/ 177 h 217"/>
                <a:gd name="T20" fmla="*/ 55 w 194"/>
                <a:gd name="T21" fmla="*/ 159 h 217"/>
                <a:gd name="T22" fmla="*/ 40 w 194"/>
                <a:gd name="T23" fmla="*/ 152 h 217"/>
                <a:gd name="T24" fmla="*/ 28 w 194"/>
                <a:gd name="T25" fmla="*/ 140 h 217"/>
                <a:gd name="T26" fmla="*/ 25 w 194"/>
                <a:gd name="T27" fmla="*/ 130 h 217"/>
                <a:gd name="T28" fmla="*/ 13 w 194"/>
                <a:gd name="T29" fmla="*/ 130 h 217"/>
                <a:gd name="T30" fmla="*/ 13 w 194"/>
                <a:gd name="T31" fmla="*/ 120 h 217"/>
                <a:gd name="T32" fmla="*/ 13 w 194"/>
                <a:gd name="T33" fmla="*/ 107 h 217"/>
                <a:gd name="T34" fmla="*/ 8 w 194"/>
                <a:gd name="T35" fmla="*/ 97 h 217"/>
                <a:gd name="T36" fmla="*/ 5 w 194"/>
                <a:gd name="T37" fmla="*/ 87 h 217"/>
                <a:gd name="T38" fmla="*/ 5 w 194"/>
                <a:gd name="T39" fmla="*/ 70 h 217"/>
                <a:gd name="T40" fmla="*/ 0 w 194"/>
                <a:gd name="T41" fmla="*/ 58 h 217"/>
                <a:gd name="T42" fmla="*/ 10 w 194"/>
                <a:gd name="T43" fmla="*/ 55 h 217"/>
                <a:gd name="T44" fmla="*/ 25 w 194"/>
                <a:gd name="T45" fmla="*/ 55 h 217"/>
                <a:gd name="T46" fmla="*/ 23 w 194"/>
                <a:gd name="T47" fmla="*/ 33 h 217"/>
                <a:gd name="T48" fmla="*/ 18 w 194"/>
                <a:gd name="T49" fmla="*/ 25 h 217"/>
                <a:gd name="T50" fmla="*/ 15 w 194"/>
                <a:gd name="T51" fmla="*/ 5 h 217"/>
                <a:gd name="T52" fmla="*/ 23 w 194"/>
                <a:gd name="T53" fmla="*/ 0 h 217"/>
                <a:gd name="T54" fmla="*/ 43 w 194"/>
                <a:gd name="T55" fmla="*/ 0 h 217"/>
                <a:gd name="T56" fmla="*/ 77 w 194"/>
                <a:gd name="T57" fmla="*/ 0 h 217"/>
                <a:gd name="T58" fmla="*/ 92 w 194"/>
                <a:gd name="T59" fmla="*/ 0 h 217"/>
                <a:gd name="T60" fmla="*/ 127 w 194"/>
                <a:gd name="T61" fmla="*/ 30 h 217"/>
                <a:gd name="T62" fmla="*/ 147 w 194"/>
                <a:gd name="T63" fmla="*/ 35 h 217"/>
                <a:gd name="T64" fmla="*/ 147 w 194"/>
                <a:gd name="T65" fmla="*/ 50 h 217"/>
                <a:gd name="T66" fmla="*/ 174 w 194"/>
                <a:gd name="T67" fmla="*/ 65 h 217"/>
                <a:gd name="T68" fmla="*/ 177 w 194"/>
                <a:gd name="T69" fmla="*/ 75 h 217"/>
                <a:gd name="T70" fmla="*/ 177 w 194"/>
                <a:gd name="T71" fmla="*/ 90 h 217"/>
                <a:gd name="T72" fmla="*/ 169 w 194"/>
                <a:gd name="T73" fmla="*/ 97 h 217"/>
                <a:gd name="T74" fmla="*/ 167 w 194"/>
                <a:gd name="T75" fmla="*/ 110 h 217"/>
                <a:gd name="T76" fmla="*/ 177 w 194"/>
                <a:gd name="T77" fmla="*/ 112 h 217"/>
                <a:gd name="T78" fmla="*/ 177 w 194"/>
                <a:gd name="T79" fmla="*/ 132 h 217"/>
                <a:gd name="T80" fmla="*/ 179 w 194"/>
                <a:gd name="T81" fmla="*/ 152 h 217"/>
                <a:gd name="T82" fmla="*/ 182 w 194"/>
                <a:gd name="T83" fmla="*/ 174 h 217"/>
                <a:gd name="T84" fmla="*/ 189 w 194"/>
                <a:gd name="T85" fmla="*/ 182 h 217"/>
                <a:gd name="T86" fmla="*/ 194 w 194"/>
                <a:gd name="T87" fmla="*/ 192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4" h="217">
                  <a:moveTo>
                    <a:pt x="194" y="192"/>
                  </a:moveTo>
                  <a:lnTo>
                    <a:pt x="172" y="197"/>
                  </a:lnTo>
                  <a:lnTo>
                    <a:pt x="169" y="204"/>
                  </a:lnTo>
                  <a:lnTo>
                    <a:pt x="147" y="204"/>
                  </a:lnTo>
                  <a:lnTo>
                    <a:pt x="145" y="217"/>
                  </a:lnTo>
                  <a:lnTo>
                    <a:pt x="107" y="212"/>
                  </a:lnTo>
                  <a:lnTo>
                    <a:pt x="105" y="202"/>
                  </a:lnTo>
                  <a:lnTo>
                    <a:pt x="90" y="189"/>
                  </a:lnTo>
                  <a:lnTo>
                    <a:pt x="75" y="182"/>
                  </a:lnTo>
                  <a:lnTo>
                    <a:pt x="67" y="177"/>
                  </a:lnTo>
                  <a:lnTo>
                    <a:pt x="55" y="159"/>
                  </a:lnTo>
                  <a:lnTo>
                    <a:pt x="40" y="152"/>
                  </a:lnTo>
                  <a:lnTo>
                    <a:pt x="28" y="140"/>
                  </a:lnTo>
                  <a:lnTo>
                    <a:pt x="25" y="130"/>
                  </a:lnTo>
                  <a:lnTo>
                    <a:pt x="13" y="130"/>
                  </a:lnTo>
                  <a:lnTo>
                    <a:pt x="13" y="120"/>
                  </a:lnTo>
                  <a:lnTo>
                    <a:pt x="13" y="107"/>
                  </a:lnTo>
                  <a:lnTo>
                    <a:pt x="8" y="97"/>
                  </a:lnTo>
                  <a:lnTo>
                    <a:pt x="5" y="87"/>
                  </a:lnTo>
                  <a:lnTo>
                    <a:pt x="5" y="70"/>
                  </a:lnTo>
                  <a:lnTo>
                    <a:pt x="0" y="58"/>
                  </a:lnTo>
                  <a:lnTo>
                    <a:pt x="10" y="55"/>
                  </a:lnTo>
                  <a:lnTo>
                    <a:pt x="25" y="55"/>
                  </a:lnTo>
                  <a:lnTo>
                    <a:pt x="23" y="33"/>
                  </a:lnTo>
                  <a:lnTo>
                    <a:pt x="18" y="25"/>
                  </a:lnTo>
                  <a:lnTo>
                    <a:pt x="15" y="5"/>
                  </a:lnTo>
                  <a:lnTo>
                    <a:pt x="23" y="0"/>
                  </a:lnTo>
                  <a:lnTo>
                    <a:pt x="43" y="0"/>
                  </a:lnTo>
                  <a:lnTo>
                    <a:pt x="77" y="0"/>
                  </a:lnTo>
                  <a:lnTo>
                    <a:pt x="92" y="0"/>
                  </a:lnTo>
                  <a:lnTo>
                    <a:pt x="127" y="30"/>
                  </a:lnTo>
                  <a:lnTo>
                    <a:pt x="147" y="35"/>
                  </a:lnTo>
                  <a:lnTo>
                    <a:pt x="147" y="50"/>
                  </a:lnTo>
                  <a:lnTo>
                    <a:pt x="174" y="65"/>
                  </a:lnTo>
                  <a:lnTo>
                    <a:pt x="177" y="75"/>
                  </a:lnTo>
                  <a:lnTo>
                    <a:pt x="177" y="90"/>
                  </a:lnTo>
                  <a:lnTo>
                    <a:pt x="169" y="97"/>
                  </a:lnTo>
                  <a:lnTo>
                    <a:pt x="167" y="110"/>
                  </a:lnTo>
                  <a:lnTo>
                    <a:pt x="177" y="112"/>
                  </a:lnTo>
                  <a:lnTo>
                    <a:pt x="177" y="132"/>
                  </a:lnTo>
                  <a:lnTo>
                    <a:pt x="179" y="152"/>
                  </a:lnTo>
                  <a:lnTo>
                    <a:pt x="182" y="174"/>
                  </a:lnTo>
                  <a:lnTo>
                    <a:pt x="189" y="182"/>
                  </a:lnTo>
                  <a:lnTo>
                    <a:pt x="194" y="19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Freeform 246">
              <a:extLst>
                <a:ext uri="{FF2B5EF4-FFF2-40B4-BE49-F238E27FC236}">
                  <a16:creationId xmlns:a16="http://schemas.microsoft.com/office/drawing/2014/main" id="{4A7AB21B-0C8F-6DDF-C410-2F7900B48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926" y="4261512"/>
              <a:ext cx="125214" cy="153999"/>
            </a:xfrm>
            <a:custGeom>
              <a:avLst/>
              <a:gdLst>
                <a:gd name="T0" fmla="*/ 77 w 87"/>
                <a:gd name="T1" fmla="*/ 0 h 107"/>
                <a:gd name="T2" fmla="*/ 87 w 87"/>
                <a:gd name="T3" fmla="*/ 18 h 107"/>
                <a:gd name="T4" fmla="*/ 87 w 87"/>
                <a:gd name="T5" fmla="*/ 50 h 107"/>
                <a:gd name="T6" fmla="*/ 77 w 87"/>
                <a:gd name="T7" fmla="*/ 70 h 107"/>
                <a:gd name="T8" fmla="*/ 72 w 87"/>
                <a:gd name="T9" fmla="*/ 90 h 107"/>
                <a:gd name="T10" fmla="*/ 77 w 87"/>
                <a:gd name="T11" fmla="*/ 102 h 107"/>
                <a:gd name="T12" fmla="*/ 43 w 87"/>
                <a:gd name="T13" fmla="*/ 102 h 107"/>
                <a:gd name="T14" fmla="*/ 23 w 87"/>
                <a:gd name="T15" fmla="*/ 102 h 107"/>
                <a:gd name="T16" fmla="*/ 15 w 87"/>
                <a:gd name="T17" fmla="*/ 107 h 107"/>
                <a:gd name="T18" fmla="*/ 0 w 87"/>
                <a:gd name="T19" fmla="*/ 102 h 107"/>
                <a:gd name="T20" fmla="*/ 5 w 87"/>
                <a:gd name="T21" fmla="*/ 60 h 107"/>
                <a:gd name="T22" fmla="*/ 25 w 87"/>
                <a:gd name="T23" fmla="*/ 53 h 107"/>
                <a:gd name="T24" fmla="*/ 35 w 87"/>
                <a:gd name="T25" fmla="*/ 48 h 107"/>
                <a:gd name="T26" fmla="*/ 35 w 87"/>
                <a:gd name="T27" fmla="*/ 38 h 107"/>
                <a:gd name="T28" fmla="*/ 25 w 87"/>
                <a:gd name="T29" fmla="*/ 35 h 107"/>
                <a:gd name="T30" fmla="*/ 25 w 87"/>
                <a:gd name="T31" fmla="*/ 28 h 107"/>
                <a:gd name="T32" fmla="*/ 20 w 87"/>
                <a:gd name="T33" fmla="*/ 5 h 107"/>
                <a:gd name="T34" fmla="*/ 40 w 87"/>
                <a:gd name="T35" fmla="*/ 5 h 107"/>
                <a:gd name="T36" fmla="*/ 58 w 87"/>
                <a:gd name="T37" fmla="*/ 5 h 107"/>
                <a:gd name="T38" fmla="*/ 77 w 8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7" h="107">
                  <a:moveTo>
                    <a:pt x="77" y="0"/>
                  </a:moveTo>
                  <a:lnTo>
                    <a:pt x="87" y="18"/>
                  </a:lnTo>
                  <a:lnTo>
                    <a:pt x="87" y="50"/>
                  </a:lnTo>
                  <a:lnTo>
                    <a:pt x="77" y="70"/>
                  </a:lnTo>
                  <a:lnTo>
                    <a:pt x="72" y="90"/>
                  </a:lnTo>
                  <a:lnTo>
                    <a:pt x="77" y="102"/>
                  </a:lnTo>
                  <a:lnTo>
                    <a:pt x="43" y="102"/>
                  </a:lnTo>
                  <a:lnTo>
                    <a:pt x="23" y="102"/>
                  </a:lnTo>
                  <a:lnTo>
                    <a:pt x="15" y="107"/>
                  </a:lnTo>
                  <a:lnTo>
                    <a:pt x="0" y="102"/>
                  </a:lnTo>
                  <a:lnTo>
                    <a:pt x="5" y="60"/>
                  </a:lnTo>
                  <a:lnTo>
                    <a:pt x="25" y="53"/>
                  </a:lnTo>
                  <a:lnTo>
                    <a:pt x="35" y="48"/>
                  </a:lnTo>
                  <a:lnTo>
                    <a:pt x="35" y="38"/>
                  </a:lnTo>
                  <a:lnTo>
                    <a:pt x="25" y="35"/>
                  </a:lnTo>
                  <a:lnTo>
                    <a:pt x="25" y="28"/>
                  </a:lnTo>
                  <a:lnTo>
                    <a:pt x="20" y="5"/>
                  </a:lnTo>
                  <a:lnTo>
                    <a:pt x="40" y="5"/>
                  </a:lnTo>
                  <a:lnTo>
                    <a:pt x="58" y="5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Freeform 247">
              <a:extLst>
                <a:ext uri="{FF2B5EF4-FFF2-40B4-BE49-F238E27FC236}">
                  <a16:creationId xmlns:a16="http://schemas.microsoft.com/office/drawing/2014/main" id="{A8C4BD6C-D353-1CFA-3765-BE0233A1B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6727" y="4022599"/>
              <a:ext cx="53251" cy="53252"/>
            </a:xfrm>
            <a:custGeom>
              <a:avLst/>
              <a:gdLst>
                <a:gd name="T0" fmla="*/ 20 w 37"/>
                <a:gd name="T1" fmla="*/ 37 h 37"/>
                <a:gd name="T2" fmla="*/ 0 w 37"/>
                <a:gd name="T3" fmla="*/ 32 h 37"/>
                <a:gd name="T4" fmla="*/ 3 w 37"/>
                <a:gd name="T5" fmla="*/ 0 h 37"/>
                <a:gd name="T6" fmla="*/ 37 w 37"/>
                <a:gd name="T7" fmla="*/ 20 h 37"/>
                <a:gd name="T8" fmla="*/ 20 w 37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7">
                  <a:moveTo>
                    <a:pt x="20" y="37"/>
                  </a:moveTo>
                  <a:lnTo>
                    <a:pt x="0" y="32"/>
                  </a:lnTo>
                  <a:lnTo>
                    <a:pt x="3" y="0"/>
                  </a:lnTo>
                  <a:lnTo>
                    <a:pt x="37" y="20"/>
                  </a:lnTo>
                  <a:lnTo>
                    <a:pt x="20" y="3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Freeform 248">
              <a:extLst>
                <a:ext uri="{FF2B5EF4-FFF2-40B4-BE49-F238E27FC236}">
                  <a16:creationId xmlns:a16="http://schemas.microsoft.com/office/drawing/2014/main" id="{670C843B-2F9A-14D5-E919-FC4FCB959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890" y="5228678"/>
              <a:ext cx="64765" cy="63326"/>
            </a:xfrm>
            <a:custGeom>
              <a:avLst/>
              <a:gdLst>
                <a:gd name="T0" fmla="*/ 15 w 45"/>
                <a:gd name="T1" fmla="*/ 2 h 44"/>
                <a:gd name="T2" fmla="*/ 10 w 45"/>
                <a:gd name="T3" fmla="*/ 12 h 44"/>
                <a:gd name="T4" fmla="*/ 0 w 45"/>
                <a:gd name="T5" fmla="*/ 15 h 44"/>
                <a:gd name="T6" fmla="*/ 0 w 45"/>
                <a:gd name="T7" fmla="*/ 42 h 44"/>
                <a:gd name="T8" fmla="*/ 15 w 45"/>
                <a:gd name="T9" fmla="*/ 39 h 44"/>
                <a:gd name="T10" fmla="*/ 20 w 45"/>
                <a:gd name="T11" fmla="*/ 44 h 44"/>
                <a:gd name="T12" fmla="*/ 28 w 45"/>
                <a:gd name="T13" fmla="*/ 44 h 44"/>
                <a:gd name="T14" fmla="*/ 33 w 45"/>
                <a:gd name="T15" fmla="*/ 37 h 44"/>
                <a:gd name="T16" fmla="*/ 37 w 45"/>
                <a:gd name="T17" fmla="*/ 27 h 44"/>
                <a:gd name="T18" fmla="*/ 45 w 45"/>
                <a:gd name="T19" fmla="*/ 27 h 44"/>
                <a:gd name="T20" fmla="*/ 45 w 45"/>
                <a:gd name="T21" fmla="*/ 2 h 44"/>
                <a:gd name="T22" fmla="*/ 28 w 45"/>
                <a:gd name="T23" fmla="*/ 0 h 44"/>
                <a:gd name="T24" fmla="*/ 15 w 45"/>
                <a:gd name="T2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4">
                  <a:moveTo>
                    <a:pt x="15" y="2"/>
                  </a:moveTo>
                  <a:lnTo>
                    <a:pt x="10" y="12"/>
                  </a:lnTo>
                  <a:lnTo>
                    <a:pt x="0" y="15"/>
                  </a:lnTo>
                  <a:lnTo>
                    <a:pt x="0" y="42"/>
                  </a:lnTo>
                  <a:lnTo>
                    <a:pt x="15" y="39"/>
                  </a:lnTo>
                  <a:lnTo>
                    <a:pt x="20" y="44"/>
                  </a:lnTo>
                  <a:lnTo>
                    <a:pt x="28" y="44"/>
                  </a:lnTo>
                  <a:lnTo>
                    <a:pt x="33" y="3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"/>
                  </a:lnTo>
                  <a:lnTo>
                    <a:pt x="28" y="0"/>
                  </a:lnTo>
                  <a:lnTo>
                    <a:pt x="15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Freeform 249">
              <a:extLst>
                <a:ext uri="{FF2B5EF4-FFF2-40B4-BE49-F238E27FC236}">
                  <a16:creationId xmlns:a16="http://schemas.microsoft.com/office/drawing/2014/main" id="{4B9536C7-00BB-3256-E33C-C461C287A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315" y="3815349"/>
              <a:ext cx="257624" cy="192858"/>
            </a:xfrm>
            <a:custGeom>
              <a:avLst/>
              <a:gdLst>
                <a:gd name="T0" fmla="*/ 65 w 179"/>
                <a:gd name="T1" fmla="*/ 72 h 134"/>
                <a:gd name="T2" fmla="*/ 65 w 179"/>
                <a:gd name="T3" fmla="*/ 57 h 134"/>
                <a:gd name="T4" fmla="*/ 65 w 179"/>
                <a:gd name="T5" fmla="*/ 45 h 134"/>
                <a:gd name="T6" fmla="*/ 57 w 179"/>
                <a:gd name="T7" fmla="*/ 42 h 134"/>
                <a:gd name="T8" fmla="*/ 35 w 179"/>
                <a:gd name="T9" fmla="*/ 40 h 134"/>
                <a:gd name="T10" fmla="*/ 15 w 179"/>
                <a:gd name="T11" fmla="*/ 42 h 134"/>
                <a:gd name="T12" fmla="*/ 0 w 179"/>
                <a:gd name="T13" fmla="*/ 49 h 134"/>
                <a:gd name="T14" fmla="*/ 3 w 179"/>
                <a:gd name="T15" fmla="*/ 89 h 134"/>
                <a:gd name="T16" fmla="*/ 3 w 179"/>
                <a:gd name="T17" fmla="*/ 112 h 134"/>
                <a:gd name="T18" fmla="*/ 10 w 179"/>
                <a:gd name="T19" fmla="*/ 124 h 134"/>
                <a:gd name="T20" fmla="*/ 30 w 179"/>
                <a:gd name="T21" fmla="*/ 134 h 134"/>
                <a:gd name="T22" fmla="*/ 42 w 179"/>
                <a:gd name="T23" fmla="*/ 122 h 134"/>
                <a:gd name="T24" fmla="*/ 60 w 179"/>
                <a:gd name="T25" fmla="*/ 104 h 134"/>
                <a:gd name="T26" fmla="*/ 67 w 179"/>
                <a:gd name="T27" fmla="*/ 97 h 134"/>
                <a:gd name="T28" fmla="*/ 112 w 179"/>
                <a:gd name="T29" fmla="*/ 97 h 134"/>
                <a:gd name="T30" fmla="*/ 124 w 179"/>
                <a:gd name="T31" fmla="*/ 84 h 134"/>
                <a:gd name="T32" fmla="*/ 164 w 179"/>
                <a:gd name="T33" fmla="*/ 74 h 134"/>
                <a:gd name="T34" fmla="*/ 164 w 179"/>
                <a:gd name="T35" fmla="*/ 62 h 134"/>
                <a:gd name="T36" fmla="*/ 179 w 179"/>
                <a:gd name="T37" fmla="*/ 49 h 134"/>
                <a:gd name="T38" fmla="*/ 169 w 179"/>
                <a:gd name="T39" fmla="*/ 22 h 134"/>
                <a:gd name="T40" fmla="*/ 162 w 179"/>
                <a:gd name="T41" fmla="*/ 0 h 134"/>
                <a:gd name="T42" fmla="*/ 109 w 179"/>
                <a:gd name="T43" fmla="*/ 10 h 134"/>
                <a:gd name="T44" fmla="*/ 95 w 179"/>
                <a:gd name="T45" fmla="*/ 27 h 134"/>
                <a:gd name="T46" fmla="*/ 87 w 179"/>
                <a:gd name="T47" fmla="*/ 54 h 134"/>
                <a:gd name="T48" fmla="*/ 65 w 179"/>
                <a:gd name="T49" fmla="*/ 7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9" h="134">
                  <a:moveTo>
                    <a:pt x="65" y="72"/>
                  </a:moveTo>
                  <a:lnTo>
                    <a:pt x="65" y="57"/>
                  </a:lnTo>
                  <a:lnTo>
                    <a:pt x="65" y="45"/>
                  </a:lnTo>
                  <a:lnTo>
                    <a:pt x="57" y="42"/>
                  </a:lnTo>
                  <a:lnTo>
                    <a:pt x="35" y="40"/>
                  </a:lnTo>
                  <a:lnTo>
                    <a:pt x="15" y="42"/>
                  </a:lnTo>
                  <a:lnTo>
                    <a:pt x="0" y="49"/>
                  </a:lnTo>
                  <a:lnTo>
                    <a:pt x="3" y="89"/>
                  </a:lnTo>
                  <a:lnTo>
                    <a:pt x="3" y="112"/>
                  </a:lnTo>
                  <a:lnTo>
                    <a:pt x="10" y="124"/>
                  </a:lnTo>
                  <a:lnTo>
                    <a:pt x="30" y="134"/>
                  </a:lnTo>
                  <a:lnTo>
                    <a:pt x="42" y="122"/>
                  </a:lnTo>
                  <a:lnTo>
                    <a:pt x="60" y="104"/>
                  </a:lnTo>
                  <a:lnTo>
                    <a:pt x="67" y="97"/>
                  </a:lnTo>
                  <a:lnTo>
                    <a:pt x="112" y="97"/>
                  </a:lnTo>
                  <a:lnTo>
                    <a:pt x="124" y="84"/>
                  </a:lnTo>
                  <a:lnTo>
                    <a:pt x="164" y="74"/>
                  </a:lnTo>
                  <a:lnTo>
                    <a:pt x="164" y="62"/>
                  </a:lnTo>
                  <a:lnTo>
                    <a:pt x="179" y="49"/>
                  </a:lnTo>
                  <a:lnTo>
                    <a:pt x="169" y="22"/>
                  </a:lnTo>
                  <a:lnTo>
                    <a:pt x="162" y="0"/>
                  </a:lnTo>
                  <a:lnTo>
                    <a:pt x="109" y="10"/>
                  </a:lnTo>
                  <a:lnTo>
                    <a:pt x="95" y="27"/>
                  </a:lnTo>
                  <a:lnTo>
                    <a:pt x="87" y="54"/>
                  </a:lnTo>
                  <a:lnTo>
                    <a:pt x="65" y="7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8" name="Freeform 250">
              <a:extLst>
                <a:ext uri="{FF2B5EF4-FFF2-40B4-BE49-F238E27FC236}">
                  <a16:creationId xmlns:a16="http://schemas.microsoft.com/office/drawing/2014/main" id="{4BBFF6F1-5BAE-997F-086D-F74E9A482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676" y="4595415"/>
              <a:ext cx="307996" cy="303679"/>
            </a:xfrm>
            <a:custGeom>
              <a:avLst/>
              <a:gdLst>
                <a:gd name="T0" fmla="*/ 75 w 214"/>
                <a:gd name="T1" fmla="*/ 211 h 211"/>
                <a:gd name="T2" fmla="*/ 85 w 214"/>
                <a:gd name="T3" fmla="*/ 208 h 211"/>
                <a:gd name="T4" fmla="*/ 100 w 214"/>
                <a:gd name="T5" fmla="*/ 208 h 211"/>
                <a:gd name="T6" fmla="*/ 110 w 214"/>
                <a:gd name="T7" fmla="*/ 203 h 211"/>
                <a:gd name="T8" fmla="*/ 112 w 214"/>
                <a:gd name="T9" fmla="*/ 191 h 211"/>
                <a:gd name="T10" fmla="*/ 122 w 214"/>
                <a:gd name="T11" fmla="*/ 189 h 211"/>
                <a:gd name="T12" fmla="*/ 129 w 214"/>
                <a:gd name="T13" fmla="*/ 184 h 211"/>
                <a:gd name="T14" fmla="*/ 132 w 214"/>
                <a:gd name="T15" fmla="*/ 171 h 211"/>
                <a:gd name="T16" fmla="*/ 147 w 214"/>
                <a:gd name="T17" fmla="*/ 169 h 211"/>
                <a:gd name="T18" fmla="*/ 154 w 214"/>
                <a:gd name="T19" fmla="*/ 159 h 211"/>
                <a:gd name="T20" fmla="*/ 182 w 214"/>
                <a:gd name="T21" fmla="*/ 154 h 211"/>
                <a:gd name="T22" fmla="*/ 187 w 214"/>
                <a:gd name="T23" fmla="*/ 141 h 211"/>
                <a:gd name="T24" fmla="*/ 202 w 214"/>
                <a:gd name="T25" fmla="*/ 134 h 211"/>
                <a:gd name="T26" fmla="*/ 204 w 214"/>
                <a:gd name="T27" fmla="*/ 102 h 211"/>
                <a:gd name="T28" fmla="*/ 214 w 214"/>
                <a:gd name="T29" fmla="*/ 94 h 211"/>
                <a:gd name="T30" fmla="*/ 209 w 214"/>
                <a:gd name="T31" fmla="*/ 72 h 211"/>
                <a:gd name="T32" fmla="*/ 211 w 214"/>
                <a:gd name="T33" fmla="*/ 47 h 211"/>
                <a:gd name="T34" fmla="*/ 199 w 214"/>
                <a:gd name="T35" fmla="*/ 29 h 211"/>
                <a:gd name="T36" fmla="*/ 184 w 214"/>
                <a:gd name="T37" fmla="*/ 22 h 211"/>
                <a:gd name="T38" fmla="*/ 172 w 214"/>
                <a:gd name="T39" fmla="*/ 10 h 211"/>
                <a:gd name="T40" fmla="*/ 169 w 214"/>
                <a:gd name="T41" fmla="*/ 0 h 211"/>
                <a:gd name="T42" fmla="*/ 157 w 214"/>
                <a:gd name="T43" fmla="*/ 0 h 211"/>
                <a:gd name="T44" fmla="*/ 152 w 214"/>
                <a:gd name="T45" fmla="*/ 12 h 211"/>
                <a:gd name="T46" fmla="*/ 139 w 214"/>
                <a:gd name="T47" fmla="*/ 17 h 211"/>
                <a:gd name="T48" fmla="*/ 132 w 214"/>
                <a:gd name="T49" fmla="*/ 29 h 211"/>
                <a:gd name="T50" fmla="*/ 127 w 214"/>
                <a:gd name="T51" fmla="*/ 84 h 211"/>
                <a:gd name="T52" fmla="*/ 134 w 214"/>
                <a:gd name="T53" fmla="*/ 92 h 211"/>
                <a:gd name="T54" fmla="*/ 147 w 214"/>
                <a:gd name="T55" fmla="*/ 92 h 211"/>
                <a:gd name="T56" fmla="*/ 149 w 214"/>
                <a:gd name="T57" fmla="*/ 114 h 211"/>
                <a:gd name="T58" fmla="*/ 144 w 214"/>
                <a:gd name="T59" fmla="*/ 126 h 211"/>
                <a:gd name="T60" fmla="*/ 127 w 214"/>
                <a:gd name="T61" fmla="*/ 126 h 211"/>
                <a:gd name="T62" fmla="*/ 120 w 214"/>
                <a:gd name="T63" fmla="*/ 116 h 211"/>
                <a:gd name="T64" fmla="*/ 115 w 214"/>
                <a:gd name="T65" fmla="*/ 97 h 211"/>
                <a:gd name="T66" fmla="*/ 100 w 214"/>
                <a:gd name="T67" fmla="*/ 89 h 211"/>
                <a:gd name="T68" fmla="*/ 100 w 214"/>
                <a:gd name="T69" fmla="*/ 84 h 211"/>
                <a:gd name="T70" fmla="*/ 85 w 214"/>
                <a:gd name="T71" fmla="*/ 87 h 211"/>
                <a:gd name="T72" fmla="*/ 80 w 214"/>
                <a:gd name="T73" fmla="*/ 97 h 211"/>
                <a:gd name="T74" fmla="*/ 70 w 214"/>
                <a:gd name="T75" fmla="*/ 94 h 211"/>
                <a:gd name="T76" fmla="*/ 65 w 214"/>
                <a:gd name="T77" fmla="*/ 77 h 211"/>
                <a:gd name="T78" fmla="*/ 47 w 214"/>
                <a:gd name="T79" fmla="*/ 74 h 211"/>
                <a:gd name="T80" fmla="*/ 45 w 214"/>
                <a:gd name="T81" fmla="*/ 114 h 211"/>
                <a:gd name="T82" fmla="*/ 28 w 214"/>
                <a:gd name="T83" fmla="*/ 114 h 211"/>
                <a:gd name="T84" fmla="*/ 23 w 214"/>
                <a:gd name="T85" fmla="*/ 104 h 211"/>
                <a:gd name="T86" fmla="*/ 15 w 214"/>
                <a:gd name="T87" fmla="*/ 104 h 211"/>
                <a:gd name="T88" fmla="*/ 15 w 214"/>
                <a:gd name="T89" fmla="*/ 114 h 211"/>
                <a:gd name="T90" fmla="*/ 3 w 214"/>
                <a:gd name="T91" fmla="*/ 116 h 211"/>
                <a:gd name="T92" fmla="*/ 0 w 214"/>
                <a:gd name="T93" fmla="*/ 164 h 211"/>
                <a:gd name="T94" fmla="*/ 3 w 214"/>
                <a:gd name="T95" fmla="*/ 179 h 211"/>
                <a:gd name="T96" fmla="*/ 18 w 214"/>
                <a:gd name="T97" fmla="*/ 196 h 211"/>
                <a:gd name="T98" fmla="*/ 18 w 214"/>
                <a:gd name="T99" fmla="*/ 206 h 211"/>
                <a:gd name="T100" fmla="*/ 28 w 214"/>
                <a:gd name="T101" fmla="*/ 208 h 211"/>
                <a:gd name="T102" fmla="*/ 75 w 214"/>
                <a:gd name="T103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4" h="211">
                  <a:moveTo>
                    <a:pt x="75" y="211"/>
                  </a:moveTo>
                  <a:lnTo>
                    <a:pt x="85" y="208"/>
                  </a:lnTo>
                  <a:lnTo>
                    <a:pt x="100" y="208"/>
                  </a:lnTo>
                  <a:lnTo>
                    <a:pt x="110" y="203"/>
                  </a:lnTo>
                  <a:lnTo>
                    <a:pt x="112" y="191"/>
                  </a:lnTo>
                  <a:lnTo>
                    <a:pt x="122" y="189"/>
                  </a:lnTo>
                  <a:lnTo>
                    <a:pt x="129" y="184"/>
                  </a:lnTo>
                  <a:lnTo>
                    <a:pt x="132" y="171"/>
                  </a:lnTo>
                  <a:lnTo>
                    <a:pt x="147" y="169"/>
                  </a:lnTo>
                  <a:lnTo>
                    <a:pt x="154" y="159"/>
                  </a:lnTo>
                  <a:lnTo>
                    <a:pt x="182" y="154"/>
                  </a:lnTo>
                  <a:lnTo>
                    <a:pt x="187" y="141"/>
                  </a:lnTo>
                  <a:lnTo>
                    <a:pt x="202" y="134"/>
                  </a:lnTo>
                  <a:lnTo>
                    <a:pt x="204" y="102"/>
                  </a:lnTo>
                  <a:lnTo>
                    <a:pt x="214" y="94"/>
                  </a:lnTo>
                  <a:lnTo>
                    <a:pt x="209" y="72"/>
                  </a:lnTo>
                  <a:lnTo>
                    <a:pt x="211" y="47"/>
                  </a:lnTo>
                  <a:lnTo>
                    <a:pt x="199" y="29"/>
                  </a:lnTo>
                  <a:lnTo>
                    <a:pt x="184" y="22"/>
                  </a:lnTo>
                  <a:lnTo>
                    <a:pt x="172" y="10"/>
                  </a:lnTo>
                  <a:lnTo>
                    <a:pt x="169" y="0"/>
                  </a:lnTo>
                  <a:lnTo>
                    <a:pt x="157" y="0"/>
                  </a:lnTo>
                  <a:lnTo>
                    <a:pt x="152" y="12"/>
                  </a:lnTo>
                  <a:lnTo>
                    <a:pt x="139" y="17"/>
                  </a:lnTo>
                  <a:lnTo>
                    <a:pt x="132" y="29"/>
                  </a:lnTo>
                  <a:lnTo>
                    <a:pt x="127" y="84"/>
                  </a:lnTo>
                  <a:lnTo>
                    <a:pt x="134" y="92"/>
                  </a:lnTo>
                  <a:lnTo>
                    <a:pt x="147" y="92"/>
                  </a:lnTo>
                  <a:lnTo>
                    <a:pt x="149" y="114"/>
                  </a:lnTo>
                  <a:lnTo>
                    <a:pt x="144" y="126"/>
                  </a:lnTo>
                  <a:lnTo>
                    <a:pt x="127" y="126"/>
                  </a:lnTo>
                  <a:lnTo>
                    <a:pt x="120" y="116"/>
                  </a:lnTo>
                  <a:lnTo>
                    <a:pt x="115" y="97"/>
                  </a:lnTo>
                  <a:lnTo>
                    <a:pt x="100" y="89"/>
                  </a:lnTo>
                  <a:lnTo>
                    <a:pt x="100" y="84"/>
                  </a:lnTo>
                  <a:lnTo>
                    <a:pt x="85" y="87"/>
                  </a:lnTo>
                  <a:lnTo>
                    <a:pt x="80" y="97"/>
                  </a:lnTo>
                  <a:lnTo>
                    <a:pt x="70" y="94"/>
                  </a:lnTo>
                  <a:lnTo>
                    <a:pt x="65" y="77"/>
                  </a:lnTo>
                  <a:lnTo>
                    <a:pt x="47" y="74"/>
                  </a:lnTo>
                  <a:lnTo>
                    <a:pt x="45" y="114"/>
                  </a:lnTo>
                  <a:lnTo>
                    <a:pt x="28" y="114"/>
                  </a:lnTo>
                  <a:lnTo>
                    <a:pt x="23" y="104"/>
                  </a:lnTo>
                  <a:lnTo>
                    <a:pt x="15" y="104"/>
                  </a:lnTo>
                  <a:lnTo>
                    <a:pt x="15" y="114"/>
                  </a:lnTo>
                  <a:lnTo>
                    <a:pt x="3" y="116"/>
                  </a:lnTo>
                  <a:lnTo>
                    <a:pt x="0" y="164"/>
                  </a:lnTo>
                  <a:lnTo>
                    <a:pt x="3" y="179"/>
                  </a:lnTo>
                  <a:lnTo>
                    <a:pt x="18" y="196"/>
                  </a:lnTo>
                  <a:lnTo>
                    <a:pt x="18" y="206"/>
                  </a:lnTo>
                  <a:lnTo>
                    <a:pt x="28" y="208"/>
                  </a:lnTo>
                  <a:lnTo>
                    <a:pt x="75" y="21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9" name="Freeform 251">
              <a:extLst>
                <a:ext uri="{FF2B5EF4-FFF2-40B4-BE49-F238E27FC236}">
                  <a16:creationId xmlns:a16="http://schemas.microsoft.com/office/drawing/2014/main" id="{8B99B614-E0BF-AA8B-F2E3-D8ECBE583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426" y="3707407"/>
              <a:ext cx="272016" cy="461994"/>
            </a:xfrm>
            <a:custGeom>
              <a:avLst/>
              <a:gdLst>
                <a:gd name="T0" fmla="*/ 27 w 189"/>
                <a:gd name="T1" fmla="*/ 0 h 321"/>
                <a:gd name="T2" fmla="*/ 30 w 189"/>
                <a:gd name="T3" fmla="*/ 10 h 321"/>
                <a:gd name="T4" fmla="*/ 35 w 189"/>
                <a:gd name="T5" fmla="*/ 18 h 321"/>
                <a:gd name="T6" fmla="*/ 42 w 189"/>
                <a:gd name="T7" fmla="*/ 37 h 321"/>
                <a:gd name="T8" fmla="*/ 37 w 189"/>
                <a:gd name="T9" fmla="*/ 134 h 321"/>
                <a:gd name="T10" fmla="*/ 25 w 189"/>
                <a:gd name="T11" fmla="*/ 137 h 321"/>
                <a:gd name="T12" fmla="*/ 17 w 189"/>
                <a:gd name="T13" fmla="*/ 149 h 321"/>
                <a:gd name="T14" fmla="*/ 5 w 189"/>
                <a:gd name="T15" fmla="*/ 157 h 321"/>
                <a:gd name="T16" fmla="*/ 0 w 189"/>
                <a:gd name="T17" fmla="*/ 167 h 321"/>
                <a:gd name="T18" fmla="*/ 0 w 189"/>
                <a:gd name="T19" fmla="*/ 184 h 321"/>
                <a:gd name="T20" fmla="*/ 7 w 189"/>
                <a:gd name="T21" fmla="*/ 184 h 321"/>
                <a:gd name="T22" fmla="*/ 10 w 189"/>
                <a:gd name="T23" fmla="*/ 197 h 321"/>
                <a:gd name="T24" fmla="*/ 15 w 189"/>
                <a:gd name="T25" fmla="*/ 207 h 321"/>
                <a:gd name="T26" fmla="*/ 22 w 189"/>
                <a:gd name="T27" fmla="*/ 221 h 321"/>
                <a:gd name="T28" fmla="*/ 22 w 189"/>
                <a:gd name="T29" fmla="*/ 231 h 321"/>
                <a:gd name="T30" fmla="*/ 15 w 189"/>
                <a:gd name="T31" fmla="*/ 236 h 321"/>
                <a:gd name="T32" fmla="*/ 20 w 189"/>
                <a:gd name="T33" fmla="*/ 239 h 321"/>
                <a:gd name="T34" fmla="*/ 22 w 189"/>
                <a:gd name="T35" fmla="*/ 251 h 321"/>
                <a:gd name="T36" fmla="*/ 30 w 189"/>
                <a:gd name="T37" fmla="*/ 259 h 321"/>
                <a:gd name="T38" fmla="*/ 27 w 189"/>
                <a:gd name="T39" fmla="*/ 269 h 321"/>
                <a:gd name="T40" fmla="*/ 20 w 189"/>
                <a:gd name="T41" fmla="*/ 274 h 321"/>
                <a:gd name="T42" fmla="*/ 20 w 189"/>
                <a:gd name="T43" fmla="*/ 284 h 321"/>
                <a:gd name="T44" fmla="*/ 35 w 189"/>
                <a:gd name="T45" fmla="*/ 301 h 321"/>
                <a:gd name="T46" fmla="*/ 45 w 189"/>
                <a:gd name="T47" fmla="*/ 321 h 321"/>
                <a:gd name="T48" fmla="*/ 55 w 189"/>
                <a:gd name="T49" fmla="*/ 313 h 321"/>
                <a:gd name="T50" fmla="*/ 72 w 189"/>
                <a:gd name="T51" fmla="*/ 316 h 321"/>
                <a:gd name="T52" fmla="*/ 77 w 189"/>
                <a:gd name="T53" fmla="*/ 303 h 321"/>
                <a:gd name="T54" fmla="*/ 94 w 189"/>
                <a:gd name="T55" fmla="*/ 303 h 321"/>
                <a:gd name="T56" fmla="*/ 104 w 189"/>
                <a:gd name="T57" fmla="*/ 291 h 321"/>
                <a:gd name="T58" fmla="*/ 122 w 189"/>
                <a:gd name="T59" fmla="*/ 286 h 321"/>
                <a:gd name="T60" fmla="*/ 127 w 189"/>
                <a:gd name="T61" fmla="*/ 274 h 321"/>
                <a:gd name="T62" fmla="*/ 139 w 189"/>
                <a:gd name="T63" fmla="*/ 269 h 321"/>
                <a:gd name="T64" fmla="*/ 147 w 189"/>
                <a:gd name="T65" fmla="*/ 254 h 321"/>
                <a:gd name="T66" fmla="*/ 159 w 189"/>
                <a:gd name="T67" fmla="*/ 244 h 321"/>
                <a:gd name="T68" fmla="*/ 167 w 189"/>
                <a:gd name="T69" fmla="*/ 239 h 321"/>
                <a:gd name="T70" fmla="*/ 169 w 189"/>
                <a:gd name="T71" fmla="*/ 234 h 321"/>
                <a:gd name="T72" fmla="*/ 169 w 189"/>
                <a:gd name="T73" fmla="*/ 224 h 321"/>
                <a:gd name="T74" fmla="*/ 162 w 189"/>
                <a:gd name="T75" fmla="*/ 221 h 321"/>
                <a:gd name="T76" fmla="*/ 159 w 189"/>
                <a:gd name="T77" fmla="*/ 207 h 321"/>
                <a:gd name="T78" fmla="*/ 144 w 189"/>
                <a:gd name="T79" fmla="*/ 202 h 321"/>
                <a:gd name="T80" fmla="*/ 147 w 189"/>
                <a:gd name="T81" fmla="*/ 189 h 321"/>
                <a:gd name="T82" fmla="*/ 162 w 189"/>
                <a:gd name="T83" fmla="*/ 189 h 321"/>
                <a:gd name="T84" fmla="*/ 164 w 189"/>
                <a:gd name="T85" fmla="*/ 172 h 321"/>
                <a:gd name="T86" fmla="*/ 176 w 189"/>
                <a:gd name="T87" fmla="*/ 152 h 321"/>
                <a:gd name="T88" fmla="*/ 186 w 189"/>
                <a:gd name="T89" fmla="*/ 147 h 321"/>
                <a:gd name="T90" fmla="*/ 189 w 189"/>
                <a:gd name="T91" fmla="*/ 95 h 321"/>
                <a:gd name="T92" fmla="*/ 176 w 189"/>
                <a:gd name="T93" fmla="*/ 95 h 321"/>
                <a:gd name="T94" fmla="*/ 147 w 189"/>
                <a:gd name="T95" fmla="*/ 70 h 321"/>
                <a:gd name="T96" fmla="*/ 134 w 189"/>
                <a:gd name="T97" fmla="*/ 65 h 321"/>
                <a:gd name="T98" fmla="*/ 107 w 189"/>
                <a:gd name="T99" fmla="*/ 50 h 321"/>
                <a:gd name="T100" fmla="*/ 99 w 189"/>
                <a:gd name="T101" fmla="*/ 35 h 321"/>
                <a:gd name="T102" fmla="*/ 67 w 189"/>
                <a:gd name="T103" fmla="*/ 30 h 321"/>
                <a:gd name="T104" fmla="*/ 62 w 189"/>
                <a:gd name="T105" fmla="*/ 15 h 321"/>
                <a:gd name="T106" fmla="*/ 47 w 189"/>
                <a:gd name="T107" fmla="*/ 10 h 321"/>
                <a:gd name="T108" fmla="*/ 45 w 189"/>
                <a:gd name="T109" fmla="*/ 3 h 321"/>
                <a:gd name="T110" fmla="*/ 27 w 189"/>
                <a:gd name="T111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321">
                  <a:moveTo>
                    <a:pt x="27" y="0"/>
                  </a:moveTo>
                  <a:lnTo>
                    <a:pt x="30" y="10"/>
                  </a:lnTo>
                  <a:lnTo>
                    <a:pt x="35" y="18"/>
                  </a:lnTo>
                  <a:lnTo>
                    <a:pt x="42" y="37"/>
                  </a:lnTo>
                  <a:lnTo>
                    <a:pt x="37" y="134"/>
                  </a:lnTo>
                  <a:lnTo>
                    <a:pt x="25" y="137"/>
                  </a:lnTo>
                  <a:lnTo>
                    <a:pt x="17" y="149"/>
                  </a:lnTo>
                  <a:lnTo>
                    <a:pt x="5" y="157"/>
                  </a:lnTo>
                  <a:lnTo>
                    <a:pt x="0" y="167"/>
                  </a:lnTo>
                  <a:lnTo>
                    <a:pt x="0" y="184"/>
                  </a:lnTo>
                  <a:lnTo>
                    <a:pt x="7" y="184"/>
                  </a:lnTo>
                  <a:lnTo>
                    <a:pt x="10" y="197"/>
                  </a:lnTo>
                  <a:lnTo>
                    <a:pt x="15" y="207"/>
                  </a:lnTo>
                  <a:lnTo>
                    <a:pt x="22" y="221"/>
                  </a:lnTo>
                  <a:lnTo>
                    <a:pt x="22" y="231"/>
                  </a:lnTo>
                  <a:lnTo>
                    <a:pt x="15" y="236"/>
                  </a:lnTo>
                  <a:lnTo>
                    <a:pt x="20" y="239"/>
                  </a:lnTo>
                  <a:lnTo>
                    <a:pt x="22" y="251"/>
                  </a:lnTo>
                  <a:lnTo>
                    <a:pt x="30" y="259"/>
                  </a:lnTo>
                  <a:lnTo>
                    <a:pt x="27" y="269"/>
                  </a:lnTo>
                  <a:lnTo>
                    <a:pt x="20" y="274"/>
                  </a:lnTo>
                  <a:lnTo>
                    <a:pt x="20" y="284"/>
                  </a:lnTo>
                  <a:lnTo>
                    <a:pt x="35" y="301"/>
                  </a:lnTo>
                  <a:lnTo>
                    <a:pt x="45" y="321"/>
                  </a:lnTo>
                  <a:lnTo>
                    <a:pt x="55" y="313"/>
                  </a:lnTo>
                  <a:lnTo>
                    <a:pt x="72" y="316"/>
                  </a:lnTo>
                  <a:lnTo>
                    <a:pt x="77" y="303"/>
                  </a:lnTo>
                  <a:lnTo>
                    <a:pt x="94" y="303"/>
                  </a:lnTo>
                  <a:lnTo>
                    <a:pt x="104" y="291"/>
                  </a:lnTo>
                  <a:lnTo>
                    <a:pt x="122" y="286"/>
                  </a:lnTo>
                  <a:lnTo>
                    <a:pt x="127" y="274"/>
                  </a:lnTo>
                  <a:lnTo>
                    <a:pt x="139" y="269"/>
                  </a:lnTo>
                  <a:lnTo>
                    <a:pt x="147" y="254"/>
                  </a:lnTo>
                  <a:lnTo>
                    <a:pt x="159" y="244"/>
                  </a:lnTo>
                  <a:lnTo>
                    <a:pt x="167" y="239"/>
                  </a:lnTo>
                  <a:lnTo>
                    <a:pt x="169" y="234"/>
                  </a:lnTo>
                  <a:lnTo>
                    <a:pt x="169" y="224"/>
                  </a:lnTo>
                  <a:lnTo>
                    <a:pt x="162" y="221"/>
                  </a:lnTo>
                  <a:lnTo>
                    <a:pt x="159" y="207"/>
                  </a:lnTo>
                  <a:lnTo>
                    <a:pt x="144" y="202"/>
                  </a:lnTo>
                  <a:lnTo>
                    <a:pt x="147" y="189"/>
                  </a:lnTo>
                  <a:lnTo>
                    <a:pt x="162" y="189"/>
                  </a:lnTo>
                  <a:lnTo>
                    <a:pt x="164" y="172"/>
                  </a:lnTo>
                  <a:lnTo>
                    <a:pt x="176" y="152"/>
                  </a:lnTo>
                  <a:lnTo>
                    <a:pt x="186" y="147"/>
                  </a:lnTo>
                  <a:lnTo>
                    <a:pt x="189" y="95"/>
                  </a:lnTo>
                  <a:lnTo>
                    <a:pt x="176" y="95"/>
                  </a:lnTo>
                  <a:lnTo>
                    <a:pt x="147" y="70"/>
                  </a:lnTo>
                  <a:lnTo>
                    <a:pt x="134" y="65"/>
                  </a:lnTo>
                  <a:lnTo>
                    <a:pt x="107" y="50"/>
                  </a:lnTo>
                  <a:lnTo>
                    <a:pt x="99" y="35"/>
                  </a:lnTo>
                  <a:lnTo>
                    <a:pt x="67" y="30"/>
                  </a:lnTo>
                  <a:lnTo>
                    <a:pt x="62" y="15"/>
                  </a:lnTo>
                  <a:lnTo>
                    <a:pt x="47" y="10"/>
                  </a:lnTo>
                  <a:lnTo>
                    <a:pt x="45" y="3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0" name="Freeform 252">
              <a:extLst>
                <a:ext uri="{FF2B5EF4-FFF2-40B4-BE49-F238E27FC236}">
                  <a16:creationId xmlns:a16="http://schemas.microsoft.com/office/drawing/2014/main" id="{4DFF003F-67B2-61B7-A8A7-EC68E7831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963" y="3685818"/>
              <a:ext cx="392911" cy="329585"/>
            </a:xfrm>
            <a:custGeom>
              <a:avLst/>
              <a:gdLst>
                <a:gd name="T0" fmla="*/ 62 w 273"/>
                <a:gd name="T1" fmla="*/ 229 h 229"/>
                <a:gd name="T2" fmla="*/ 67 w 273"/>
                <a:gd name="T3" fmla="*/ 219 h 229"/>
                <a:gd name="T4" fmla="*/ 74 w 273"/>
                <a:gd name="T5" fmla="*/ 207 h 229"/>
                <a:gd name="T6" fmla="*/ 92 w 273"/>
                <a:gd name="T7" fmla="*/ 202 h 229"/>
                <a:gd name="T8" fmla="*/ 104 w 273"/>
                <a:gd name="T9" fmla="*/ 204 h 229"/>
                <a:gd name="T10" fmla="*/ 114 w 273"/>
                <a:gd name="T11" fmla="*/ 217 h 229"/>
                <a:gd name="T12" fmla="*/ 114 w 273"/>
                <a:gd name="T13" fmla="*/ 209 h 229"/>
                <a:gd name="T14" fmla="*/ 137 w 273"/>
                <a:gd name="T15" fmla="*/ 207 h 229"/>
                <a:gd name="T16" fmla="*/ 149 w 273"/>
                <a:gd name="T17" fmla="*/ 204 h 229"/>
                <a:gd name="T18" fmla="*/ 159 w 273"/>
                <a:gd name="T19" fmla="*/ 214 h 229"/>
                <a:gd name="T20" fmla="*/ 174 w 273"/>
                <a:gd name="T21" fmla="*/ 217 h 229"/>
                <a:gd name="T22" fmla="*/ 176 w 273"/>
                <a:gd name="T23" fmla="*/ 207 h 229"/>
                <a:gd name="T24" fmla="*/ 201 w 273"/>
                <a:gd name="T25" fmla="*/ 207 h 229"/>
                <a:gd name="T26" fmla="*/ 209 w 273"/>
                <a:gd name="T27" fmla="*/ 217 h 229"/>
                <a:gd name="T28" fmla="*/ 216 w 273"/>
                <a:gd name="T29" fmla="*/ 207 h 229"/>
                <a:gd name="T30" fmla="*/ 231 w 273"/>
                <a:gd name="T31" fmla="*/ 199 h 229"/>
                <a:gd name="T32" fmla="*/ 231 w 273"/>
                <a:gd name="T33" fmla="*/ 182 h 229"/>
                <a:gd name="T34" fmla="*/ 236 w 273"/>
                <a:gd name="T35" fmla="*/ 172 h 229"/>
                <a:gd name="T36" fmla="*/ 248 w 273"/>
                <a:gd name="T37" fmla="*/ 164 h 229"/>
                <a:gd name="T38" fmla="*/ 256 w 273"/>
                <a:gd name="T39" fmla="*/ 152 h 229"/>
                <a:gd name="T40" fmla="*/ 268 w 273"/>
                <a:gd name="T41" fmla="*/ 149 h 229"/>
                <a:gd name="T42" fmla="*/ 273 w 273"/>
                <a:gd name="T43" fmla="*/ 52 h 229"/>
                <a:gd name="T44" fmla="*/ 266 w 273"/>
                <a:gd name="T45" fmla="*/ 33 h 229"/>
                <a:gd name="T46" fmla="*/ 261 w 273"/>
                <a:gd name="T47" fmla="*/ 25 h 229"/>
                <a:gd name="T48" fmla="*/ 258 w 273"/>
                <a:gd name="T49" fmla="*/ 15 h 229"/>
                <a:gd name="T50" fmla="*/ 248 w 273"/>
                <a:gd name="T51" fmla="*/ 10 h 229"/>
                <a:gd name="T52" fmla="*/ 229 w 273"/>
                <a:gd name="T53" fmla="*/ 8 h 229"/>
                <a:gd name="T54" fmla="*/ 224 w 273"/>
                <a:gd name="T55" fmla="*/ 0 h 229"/>
                <a:gd name="T56" fmla="*/ 201 w 273"/>
                <a:gd name="T57" fmla="*/ 0 h 229"/>
                <a:gd name="T58" fmla="*/ 196 w 273"/>
                <a:gd name="T59" fmla="*/ 8 h 229"/>
                <a:gd name="T60" fmla="*/ 179 w 273"/>
                <a:gd name="T61" fmla="*/ 15 h 229"/>
                <a:gd name="T62" fmla="*/ 164 w 273"/>
                <a:gd name="T63" fmla="*/ 28 h 229"/>
                <a:gd name="T64" fmla="*/ 156 w 273"/>
                <a:gd name="T65" fmla="*/ 40 h 229"/>
                <a:gd name="T66" fmla="*/ 127 w 273"/>
                <a:gd name="T67" fmla="*/ 50 h 229"/>
                <a:gd name="T68" fmla="*/ 124 w 273"/>
                <a:gd name="T69" fmla="*/ 62 h 229"/>
                <a:gd name="T70" fmla="*/ 114 w 273"/>
                <a:gd name="T71" fmla="*/ 67 h 229"/>
                <a:gd name="T72" fmla="*/ 99 w 273"/>
                <a:gd name="T73" fmla="*/ 82 h 229"/>
                <a:gd name="T74" fmla="*/ 72 w 273"/>
                <a:gd name="T75" fmla="*/ 82 h 229"/>
                <a:gd name="T76" fmla="*/ 69 w 273"/>
                <a:gd name="T77" fmla="*/ 92 h 229"/>
                <a:gd name="T78" fmla="*/ 72 w 273"/>
                <a:gd name="T79" fmla="*/ 152 h 229"/>
                <a:gd name="T80" fmla="*/ 59 w 273"/>
                <a:gd name="T81" fmla="*/ 152 h 229"/>
                <a:gd name="T82" fmla="*/ 59 w 273"/>
                <a:gd name="T83" fmla="*/ 164 h 229"/>
                <a:gd name="T84" fmla="*/ 15 w 273"/>
                <a:gd name="T85" fmla="*/ 169 h 229"/>
                <a:gd name="T86" fmla="*/ 0 w 273"/>
                <a:gd name="T87" fmla="*/ 179 h 229"/>
                <a:gd name="T88" fmla="*/ 7 w 273"/>
                <a:gd name="T89" fmla="*/ 189 h 229"/>
                <a:gd name="T90" fmla="*/ 17 w 273"/>
                <a:gd name="T91" fmla="*/ 197 h 229"/>
                <a:gd name="T92" fmla="*/ 17 w 273"/>
                <a:gd name="T93" fmla="*/ 214 h 229"/>
                <a:gd name="T94" fmla="*/ 30 w 273"/>
                <a:gd name="T95" fmla="*/ 217 h 229"/>
                <a:gd name="T96" fmla="*/ 40 w 273"/>
                <a:gd name="T97" fmla="*/ 229 h 229"/>
                <a:gd name="T98" fmla="*/ 57 w 273"/>
                <a:gd name="T99" fmla="*/ 229 h 229"/>
                <a:gd name="T100" fmla="*/ 62 w 273"/>
                <a:gd name="T101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73" h="229">
                  <a:moveTo>
                    <a:pt x="62" y="229"/>
                  </a:moveTo>
                  <a:lnTo>
                    <a:pt x="67" y="219"/>
                  </a:lnTo>
                  <a:lnTo>
                    <a:pt x="74" y="207"/>
                  </a:lnTo>
                  <a:lnTo>
                    <a:pt x="92" y="202"/>
                  </a:lnTo>
                  <a:lnTo>
                    <a:pt x="104" y="204"/>
                  </a:lnTo>
                  <a:lnTo>
                    <a:pt x="114" y="217"/>
                  </a:lnTo>
                  <a:lnTo>
                    <a:pt x="114" y="209"/>
                  </a:lnTo>
                  <a:lnTo>
                    <a:pt x="137" y="207"/>
                  </a:lnTo>
                  <a:lnTo>
                    <a:pt x="149" y="204"/>
                  </a:lnTo>
                  <a:lnTo>
                    <a:pt x="159" y="214"/>
                  </a:lnTo>
                  <a:lnTo>
                    <a:pt x="174" y="217"/>
                  </a:lnTo>
                  <a:lnTo>
                    <a:pt x="176" y="207"/>
                  </a:lnTo>
                  <a:lnTo>
                    <a:pt x="201" y="207"/>
                  </a:lnTo>
                  <a:lnTo>
                    <a:pt x="209" y="217"/>
                  </a:lnTo>
                  <a:lnTo>
                    <a:pt x="216" y="207"/>
                  </a:lnTo>
                  <a:lnTo>
                    <a:pt x="231" y="199"/>
                  </a:lnTo>
                  <a:lnTo>
                    <a:pt x="231" y="182"/>
                  </a:lnTo>
                  <a:lnTo>
                    <a:pt x="236" y="172"/>
                  </a:lnTo>
                  <a:lnTo>
                    <a:pt x="248" y="164"/>
                  </a:lnTo>
                  <a:lnTo>
                    <a:pt x="256" y="152"/>
                  </a:lnTo>
                  <a:lnTo>
                    <a:pt x="268" y="149"/>
                  </a:lnTo>
                  <a:lnTo>
                    <a:pt x="273" y="52"/>
                  </a:lnTo>
                  <a:lnTo>
                    <a:pt x="266" y="33"/>
                  </a:lnTo>
                  <a:lnTo>
                    <a:pt x="261" y="25"/>
                  </a:lnTo>
                  <a:lnTo>
                    <a:pt x="258" y="15"/>
                  </a:lnTo>
                  <a:lnTo>
                    <a:pt x="248" y="10"/>
                  </a:lnTo>
                  <a:lnTo>
                    <a:pt x="229" y="8"/>
                  </a:lnTo>
                  <a:lnTo>
                    <a:pt x="224" y="0"/>
                  </a:lnTo>
                  <a:lnTo>
                    <a:pt x="201" y="0"/>
                  </a:lnTo>
                  <a:lnTo>
                    <a:pt x="196" y="8"/>
                  </a:lnTo>
                  <a:lnTo>
                    <a:pt x="179" y="15"/>
                  </a:lnTo>
                  <a:lnTo>
                    <a:pt x="164" y="28"/>
                  </a:lnTo>
                  <a:lnTo>
                    <a:pt x="156" y="40"/>
                  </a:lnTo>
                  <a:lnTo>
                    <a:pt x="127" y="50"/>
                  </a:lnTo>
                  <a:lnTo>
                    <a:pt x="124" y="62"/>
                  </a:lnTo>
                  <a:lnTo>
                    <a:pt x="114" y="67"/>
                  </a:lnTo>
                  <a:lnTo>
                    <a:pt x="99" y="82"/>
                  </a:lnTo>
                  <a:lnTo>
                    <a:pt x="72" y="82"/>
                  </a:lnTo>
                  <a:lnTo>
                    <a:pt x="69" y="92"/>
                  </a:lnTo>
                  <a:lnTo>
                    <a:pt x="72" y="152"/>
                  </a:lnTo>
                  <a:lnTo>
                    <a:pt x="59" y="152"/>
                  </a:lnTo>
                  <a:lnTo>
                    <a:pt x="59" y="164"/>
                  </a:lnTo>
                  <a:lnTo>
                    <a:pt x="15" y="169"/>
                  </a:lnTo>
                  <a:lnTo>
                    <a:pt x="0" y="179"/>
                  </a:lnTo>
                  <a:lnTo>
                    <a:pt x="7" y="189"/>
                  </a:lnTo>
                  <a:lnTo>
                    <a:pt x="17" y="197"/>
                  </a:lnTo>
                  <a:lnTo>
                    <a:pt x="17" y="214"/>
                  </a:lnTo>
                  <a:lnTo>
                    <a:pt x="30" y="217"/>
                  </a:lnTo>
                  <a:lnTo>
                    <a:pt x="40" y="229"/>
                  </a:lnTo>
                  <a:lnTo>
                    <a:pt x="57" y="229"/>
                  </a:lnTo>
                  <a:lnTo>
                    <a:pt x="62" y="22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1" name="Freeform 253">
              <a:extLst>
                <a:ext uri="{FF2B5EF4-FFF2-40B4-BE49-F238E27FC236}">
                  <a16:creationId xmlns:a16="http://schemas.microsoft.com/office/drawing/2014/main" id="{67395EF9-C776-504C-9E40-C452C4C4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907" y="3302981"/>
              <a:ext cx="54691" cy="25906"/>
            </a:xfrm>
            <a:custGeom>
              <a:avLst/>
              <a:gdLst>
                <a:gd name="T0" fmla="*/ 18 w 38"/>
                <a:gd name="T1" fmla="*/ 13 h 18"/>
                <a:gd name="T2" fmla="*/ 10 w 38"/>
                <a:gd name="T3" fmla="*/ 15 h 18"/>
                <a:gd name="T4" fmla="*/ 3 w 38"/>
                <a:gd name="T5" fmla="*/ 18 h 18"/>
                <a:gd name="T6" fmla="*/ 0 w 38"/>
                <a:gd name="T7" fmla="*/ 15 h 18"/>
                <a:gd name="T8" fmla="*/ 0 w 38"/>
                <a:gd name="T9" fmla="*/ 13 h 18"/>
                <a:gd name="T10" fmla="*/ 0 w 38"/>
                <a:gd name="T11" fmla="*/ 5 h 18"/>
                <a:gd name="T12" fmla="*/ 3 w 38"/>
                <a:gd name="T13" fmla="*/ 5 h 18"/>
                <a:gd name="T14" fmla="*/ 5 w 38"/>
                <a:gd name="T15" fmla="*/ 5 h 18"/>
                <a:gd name="T16" fmla="*/ 15 w 38"/>
                <a:gd name="T17" fmla="*/ 5 h 18"/>
                <a:gd name="T18" fmla="*/ 28 w 38"/>
                <a:gd name="T19" fmla="*/ 3 h 18"/>
                <a:gd name="T20" fmla="*/ 35 w 38"/>
                <a:gd name="T21" fmla="*/ 0 h 18"/>
                <a:gd name="T22" fmla="*/ 38 w 38"/>
                <a:gd name="T23" fmla="*/ 3 h 18"/>
                <a:gd name="T24" fmla="*/ 35 w 38"/>
                <a:gd name="T25" fmla="*/ 5 h 18"/>
                <a:gd name="T26" fmla="*/ 33 w 38"/>
                <a:gd name="T27" fmla="*/ 8 h 18"/>
                <a:gd name="T28" fmla="*/ 30 w 38"/>
                <a:gd name="T29" fmla="*/ 13 h 18"/>
                <a:gd name="T30" fmla="*/ 20 w 38"/>
                <a:gd name="T31" fmla="*/ 13 h 18"/>
                <a:gd name="T32" fmla="*/ 18 w 38"/>
                <a:gd name="T33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" h="18">
                  <a:moveTo>
                    <a:pt x="18" y="13"/>
                  </a:moveTo>
                  <a:lnTo>
                    <a:pt x="10" y="15"/>
                  </a:lnTo>
                  <a:lnTo>
                    <a:pt x="3" y="18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15" y="5"/>
                  </a:lnTo>
                  <a:lnTo>
                    <a:pt x="28" y="3"/>
                  </a:lnTo>
                  <a:lnTo>
                    <a:pt x="35" y="0"/>
                  </a:lnTo>
                  <a:lnTo>
                    <a:pt x="38" y="3"/>
                  </a:lnTo>
                  <a:lnTo>
                    <a:pt x="35" y="5"/>
                  </a:lnTo>
                  <a:lnTo>
                    <a:pt x="33" y="8"/>
                  </a:lnTo>
                  <a:lnTo>
                    <a:pt x="30" y="13"/>
                  </a:lnTo>
                  <a:lnTo>
                    <a:pt x="20" y="13"/>
                  </a:lnTo>
                  <a:lnTo>
                    <a:pt x="18" y="1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5F383185-45F8-05AB-CC1D-58D8613C0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3869" y="3385018"/>
              <a:ext cx="103625" cy="125213"/>
            </a:xfrm>
            <a:custGeom>
              <a:avLst/>
              <a:gdLst>
                <a:gd name="T0" fmla="*/ 22 w 72"/>
                <a:gd name="T1" fmla="*/ 87 h 87"/>
                <a:gd name="T2" fmla="*/ 37 w 72"/>
                <a:gd name="T3" fmla="*/ 73 h 87"/>
                <a:gd name="T4" fmla="*/ 55 w 72"/>
                <a:gd name="T5" fmla="*/ 60 h 87"/>
                <a:gd name="T6" fmla="*/ 55 w 72"/>
                <a:gd name="T7" fmla="*/ 35 h 87"/>
                <a:gd name="T8" fmla="*/ 72 w 72"/>
                <a:gd name="T9" fmla="*/ 18 h 87"/>
                <a:gd name="T10" fmla="*/ 62 w 72"/>
                <a:gd name="T11" fmla="*/ 0 h 87"/>
                <a:gd name="T12" fmla="*/ 40 w 72"/>
                <a:gd name="T13" fmla="*/ 15 h 87"/>
                <a:gd name="T14" fmla="*/ 17 w 72"/>
                <a:gd name="T15" fmla="*/ 13 h 87"/>
                <a:gd name="T16" fmla="*/ 5 w 72"/>
                <a:gd name="T17" fmla="*/ 3 h 87"/>
                <a:gd name="T18" fmla="*/ 5 w 72"/>
                <a:gd name="T19" fmla="*/ 45 h 87"/>
                <a:gd name="T20" fmla="*/ 0 w 72"/>
                <a:gd name="T21" fmla="*/ 65 h 87"/>
                <a:gd name="T22" fmla="*/ 0 w 72"/>
                <a:gd name="T23" fmla="*/ 87 h 87"/>
                <a:gd name="T24" fmla="*/ 22 w 72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87">
                  <a:moveTo>
                    <a:pt x="22" y="87"/>
                  </a:moveTo>
                  <a:lnTo>
                    <a:pt x="37" y="73"/>
                  </a:lnTo>
                  <a:lnTo>
                    <a:pt x="55" y="60"/>
                  </a:lnTo>
                  <a:lnTo>
                    <a:pt x="55" y="35"/>
                  </a:lnTo>
                  <a:lnTo>
                    <a:pt x="72" y="18"/>
                  </a:lnTo>
                  <a:lnTo>
                    <a:pt x="62" y="0"/>
                  </a:lnTo>
                  <a:lnTo>
                    <a:pt x="40" y="15"/>
                  </a:lnTo>
                  <a:lnTo>
                    <a:pt x="17" y="13"/>
                  </a:lnTo>
                  <a:lnTo>
                    <a:pt x="5" y="3"/>
                  </a:lnTo>
                  <a:lnTo>
                    <a:pt x="5" y="45"/>
                  </a:lnTo>
                  <a:lnTo>
                    <a:pt x="0" y="65"/>
                  </a:lnTo>
                  <a:lnTo>
                    <a:pt x="0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AF97DD77-1D74-9CF3-CD8B-AF89AA713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065" y="3259804"/>
              <a:ext cx="146802" cy="146802"/>
            </a:xfrm>
            <a:custGeom>
              <a:avLst/>
              <a:gdLst>
                <a:gd name="T0" fmla="*/ 0 w 102"/>
                <a:gd name="T1" fmla="*/ 90 h 102"/>
                <a:gd name="T2" fmla="*/ 12 w 102"/>
                <a:gd name="T3" fmla="*/ 100 h 102"/>
                <a:gd name="T4" fmla="*/ 35 w 102"/>
                <a:gd name="T5" fmla="*/ 102 h 102"/>
                <a:gd name="T6" fmla="*/ 57 w 102"/>
                <a:gd name="T7" fmla="*/ 87 h 102"/>
                <a:gd name="T8" fmla="*/ 74 w 102"/>
                <a:gd name="T9" fmla="*/ 75 h 102"/>
                <a:gd name="T10" fmla="*/ 99 w 102"/>
                <a:gd name="T11" fmla="*/ 60 h 102"/>
                <a:gd name="T12" fmla="*/ 102 w 102"/>
                <a:gd name="T13" fmla="*/ 43 h 102"/>
                <a:gd name="T14" fmla="*/ 102 w 102"/>
                <a:gd name="T15" fmla="*/ 20 h 102"/>
                <a:gd name="T16" fmla="*/ 97 w 102"/>
                <a:gd name="T17" fmla="*/ 0 h 102"/>
                <a:gd name="T18" fmla="*/ 72 w 102"/>
                <a:gd name="T19" fmla="*/ 5 h 102"/>
                <a:gd name="T20" fmla="*/ 55 w 102"/>
                <a:gd name="T21" fmla="*/ 5 h 102"/>
                <a:gd name="T22" fmla="*/ 25 w 102"/>
                <a:gd name="T23" fmla="*/ 10 h 102"/>
                <a:gd name="T24" fmla="*/ 10 w 102"/>
                <a:gd name="T25" fmla="*/ 13 h 102"/>
                <a:gd name="T26" fmla="*/ 5 w 102"/>
                <a:gd name="T27" fmla="*/ 30 h 102"/>
                <a:gd name="T28" fmla="*/ 10 w 102"/>
                <a:gd name="T29" fmla="*/ 50 h 102"/>
                <a:gd name="T30" fmla="*/ 25 w 102"/>
                <a:gd name="T31" fmla="*/ 60 h 102"/>
                <a:gd name="T32" fmla="*/ 17 w 102"/>
                <a:gd name="T33" fmla="*/ 80 h 102"/>
                <a:gd name="T34" fmla="*/ 0 w 102"/>
                <a:gd name="T35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2" h="102">
                  <a:moveTo>
                    <a:pt x="0" y="90"/>
                  </a:moveTo>
                  <a:lnTo>
                    <a:pt x="12" y="100"/>
                  </a:lnTo>
                  <a:lnTo>
                    <a:pt x="35" y="102"/>
                  </a:lnTo>
                  <a:lnTo>
                    <a:pt x="57" y="87"/>
                  </a:lnTo>
                  <a:lnTo>
                    <a:pt x="74" y="75"/>
                  </a:lnTo>
                  <a:lnTo>
                    <a:pt x="99" y="60"/>
                  </a:lnTo>
                  <a:lnTo>
                    <a:pt x="102" y="43"/>
                  </a:lnTo>
                  <a:lnTo>
                    <a:pt x="102" y="20"/>
                  </a:lnTo>
                  <a:lnTo>
                    <a:pt x="97" y="0"/>
                  </a:lnTo>
                  <a:lnTo>
                    <a:pt x="72" y="5"/>
                  </a:lnTo>
                  <a:lnTo>
                    <a:pt x="55" y="5"/>
                  </a:lnTo>
                  <a:lnTo>
                    <a:pt x="25" y="10"/>
                  </a:lnTo>
                  <a:lnTo>
                    <a:pt x="10" y="13"/>
                  </a:lnTo>
                  <a:lnTo>
                    <a:pt x="5" y="30"/>
                  </a:lnTo>
                  <a:lnTo>
                    <a:pt x="10" y="50"/>
                  </a:lnTo>
                  <a:lnTo>
                    <a:pt x="25" y="60"/>
                  </a:lnTo>
                  <a:lnTo>
                    <a:pt x="17" y="80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4214B34B-A84C-1D3D-17E3-20C966E1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328" y="3220946"/>
              <a:ext cx="336781" cy="303678"/>
            </a:xfrm>
            <a:custGeom>
              <a:avLst/>
              <a:gdLst>
                <a:gd name="T0" fmla="*/ 234 w 234"/>
                <a:gd name="T1" fmla="*/ 35 h 211"/>
                <a:gd name="T2" fmla="*/ 196 w 234"/>
                <a:gd name="T3" fmla="*/ 32 h 211"/>
                <a:gd name="T4" fmla="*/ 176 w 234"/>
                <a:gd name="T5" fmla="*/ 25 h 211"/>
                <a:gd name="T6" fmla="*/ 166 w 234"/>
                <a:gd name="T7" fmla="*/ 3 h 211"/>
                <a:gd name="T8" fmla="*/ 159 w 234"/>
                <a:gd name="T9" fmla="*/ 0 h 211"/>
                <a:gd name="T10" fmla="*/ 152 w 234"/>
                <a:gd name="T11" fmla="*/ 15 h 211"/>
                <a:gd name="T12" fmla="*/ 124 w 234"/>
                <a:gd name="T13" fmla="*/ 22 h 211"/>
                <a:gd name="T14" fmla="*/ 112 w 234"/>
                <a:gd name="T15" fmla="*/ 27 h 211"/>
                <a:gd name="T16" fmla="*/ 99 w 234"/>
                <a:gd name="T17" fmla="*/ 22 h 211"/>
                <a:gd name="T18" fmla="*/ 75 w 234"/>
                <a:gd name="T19" fmla="*/ 20 h 211"/>
                <a:gd name="T20" fmla="*/ 67 w 234"/>
                <a:gd name="T21" fmla="*/ 27 h 211"/>
                <a:gd name="T22" fmla="*/ 52 w 234"/>
                <a:gd name="T23" fmla="*/ 30 h 211"/>
                <a:gd name="T24" fmla="*/ 47 w 234"/>
                <a:gd name="T25" fmla="*/ 40 h 211"/>
                <a:gd name="T26" fmla="*/ 35 w 234"/>
                <a:gd name="T27" fmla="*/ 47 h 211"/>
                <a:gd name="T28" fmla="*/ 32 w 234"/>
                <a:gd name="T29" fmla="*/ 62 h 211"/>
                <a:gd name="T30" fmla="*/ 15 w 234"/>
                <a:gd name="T31" fmla="*/ 65 h 211"/>
                <a:gd name="T32" fmla="*/ 0 w 234"/>
                <a:gd name="T33" fmla="*/ 80 h 211"/>
                <a:gd name="T34" fmla="*/ 2 w 234"/>
                <a:gd name="T35" fmla="*/ 107 h 211"/>
                <a:gd name="T36" fmla="*/ 0 w 234"/>
                <a:gd name="T37" fmla="*/ 152 h 211"/>
                <a:gd name="T38" fmla="*/ 20 w 234"/>
                <a:gd name="T39" fmla="*/ 152 h 211"/>
                <a:gd name="T40" fmla="*/ 27 w 234"/>
                <a:gd name="T41" fmla="*/ 172 h 211"/>
                <a:gd name="T42" fmla="*/ 17 w 234"/>
                <a:gd name="T43" fmla="*/ 184 h 211"/>
                <a:gd name="T44" fmla="*/ 15 w 234"/>
                <a:gd name="T45" fmla="*/ 201 h 211"/>
                <a:gd name="T46" fmla="*/ 35 w 234"/>
                <a:gd name="T47" fmla="*/ 211 h 211"/>
                <a:gd name="T48" fmla="*/ 42 w 234"/>
                <a:gd name="T49" fmla="*/ 196 h 211"/>
                <a:gd name="T50" fmla="*/ 94 w 234"/>
                <a:gd name="T51" fmla="*/ 192 h 211"/>
                <a:gd name="T52" fmla="*/ 102 w 234"/>
                <a:gd name="T53" fmla="*/ 172 h 211"/>
                <a:gd name="T54" fmla="*/ 117 w 234"/>
                <a:gd name="T55" fmla="*/ 162 h 211"/>
                <a:gd name="T56" fmla="*/ 134 w 234"/>
                <a:gd name="T57" fmla="*/ 149 h 211"/>
                <a:gd name="T58" fmla="*/ 152 w 234"/>
                <a:gd name="T59" fmla="*/ 147 h 211"/>
                <a:gd name="T60" fmla="*/ 157 w 234"/>
                <a:gd name="T61" fmla="*/ 127 h 211"/>
                <a:gd name="T62" fmla="*/ 166 w 234"/>
                <a:gd name="T63" fmla="*/ 119 h 211"/>
                <a:gd name="T64" fmla="*/ 174 w 234"/>
                <a:gd name="T65" fmla="*/ 100 h 211"/>
                <a:gd name="T66" fmla="*/ 181 w 234"/>
                <a:gd name="T67" fmla="*/ 77 h 211"/>
                <a:gd name="T68" fmla="*/ 186 w 234"/>
                <a:gd name="T69" fmla="*/ 57 h 211"/>
                <a:gd name="T70" fmla="*/ 204 w 234"/>
                <a:gd name="T71" fmla="*/ 52 h 211"/>
                <a:gd name="T72" fmla="*/ 214 w 234"/>
                <a:gd name="T73" fmla="*/ 55 h 211"/>
                <a:gd name="T74" fmla="*/ 229 w 234"/>
                <a:gd name="T75" fmla="*/ 62 h 211"/>
                <a:gd name="T76" fmla="*/ 234 w 234"/>
                <a:gd name="T77" fmla="*/ 3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4" h="211">
                  <a:moveTo>
                    <a:pt x="234" y="35"/>
                  </a:moveTo>
                  <a:lnTo>
                    <a:pt x="196" y="32"/>
                  </a:lnTo>
                  <a:lnTo>
                    <a:pt x="176" y="25"/>
                  </a:lnTo>
                  <a:lnTo>
                    <a:pt x="166" y="3"/>
                  </a:lnTo>
                  <a:lnTo>
                    <a:pt x="159" y="0"/>
                  </a:lnTo>
                  <a:lnTo>
                    <a:pt x="152" y="15"/>
                  </a:lnTo>
                  <a:lnTo>
                    <a:pt x="124" y="22"/>
                  </a:lnTo>
                  <a:lnTo>
                    <a:pt x="112" y="27"/>
                  </a:lnTo>
                  <a:lnTo>
                    <a:pt x="99" y="22"/>
                  </a:lnTo>
                  <a:lnTo>
                    <a:pt x="75" y="20"/>
                  </a:lnTo>
                  <a:lnTo>
                    <a:pt x="67" y="27"/>
                  </a:lnTo>
                  <a:lnTo>
                    <a:pt x="52" y="30"/>
                  </a:lnTo>
                  <a:lnTo>
                    <a:pt x="47" y="40"/>
                  </a:lnTo>
                  <a:lnTo>
                    <a:pt x="35" y="47"/>
                  </a:lnTo>
                  <a:lnTo>
                    <a:pt x="32" y="62"/>
                  </a:lnTo>
                  <a:lnTo>
                    <a:pt x="15" y="65"/>
                  </a:lnTo>
                  <a:lnTo>
                    <a:pt x="0" y="80"/>
                  </a:lnTo>
                  <a:lnTo>
                    <a:pt x="2" y="107"/>
                  </a:lnTo>
                  <a:lnTo>
                    <a:pt x="0" y="152"/>
                  </a:lnTo>
                  <a:lnTo>
                    <a:pt x="20" y="152"/>
                  </a:lnTo>
                  <a:lnTo>
                    <a:pt x="27" y="172"/>
                  </a:lnTo>
                  <a:lnTo>
                    <a:pt x="17" y="184"/>
                  </a:lnTo>
                  <a:lnTo>
                    <a:pt x="15" y="201"/>
                  </a:lnTo>
                  <a:lnTo>
                    <a:pt x="35" y="211"/>
                  </a:lnTo>
                  <a:lnTo>
                    <a:pt x="42" y="196"/>
                  </a:lnTo>
                  <a:lnTo>
                    <a:pt x="94" y="192"/>
                  </a:lnTo>
                  <a:lnTo>
                    <a:pt x="102" y="172"/>
                  </a:lnTo>
                  <a:lnTo>
                    <a:pt x="117" y="162"/>
                  </a:lnTo>
                  <a:lnTo>
                    <a:pt x="134" y="149"/>
                  </a:lnTo>
                  <a:lnTo>
                    <a:pt x="152" y="147"/>
                  </a:lnTo>
                  <a:lnTo>
                    <a:pt x="157" y="127"/>
                  </a:lnTo>
                  <a:lnTo>
                    <a:pt x="166" y="119"/>
                  </a:lnTo>
                  <a:lnTo>
                    <a:pt x="174" y="100"/>
                  </a:lnTo>
                  <a:lnTo>
                    <a:pt x="181" y="77"/>
                  </a:lnTo>
                  <a:lnTo>
                    <a:pt x="186" y="57"/>
                  </a:lnTo>
                  <a:lnTo>
                    <a:pt x="204" y="52"/>
                  </a:lnTo>
                  <a:lnTo>
                    <a:pt x="214" y="55"/>
                  </a:lnTo>
                  <a:lnTo>
                    <a:pt x="229" y="62"/>
                  </a:lnTo>
                  <a:lnTo>
                    <a:pt x="234" y="3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414E85E5-FD99-AB2D-928E-49EC53ABA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61" y="3107245"/>
              <a:ext cx="322389" cy="228839"/>
            </a:xfrm>
            <a:custGeom>
              <a:avLst/>
              <a:gdLst>
                <a:gd name="T0" fmla="*/ 222 w 224"/>
                <a:gd name="T1" fmla="*/ 99 h 159"/>
                <a:gd name="T2" fmla="*/ 214 w 224"/>
                <a:gd name="T3" fmla="*/ 106 h 159"/>
                <a:gd name="T4" fmla="*/ 199 w 224"/>
                <a:gd name="T5" fmla="*/ 109 h 159"/>
                <a:gd name="T6" fmla="*/ 194 w 224"/>
                <a:gd name="T7" fmla="*/ 119 h 159"/>
                <a:gd name="T8" fmla="*/ 182 w 224"/>
                <a:gd name="T9" fmla="*/ 126 h 159"/>
                <a:gd name="T10" fmla="*/ 179 w 224"/>
                <a:gd name="T11" fmla="*/ 141 h 159"/>
                <a:gd name="T12" fmla="*/ 162 w 224"/>
                <a:gd name="T13" fmla="*/ 144 h 159"/>
                <a:gd name="T14" fmla="*/ 147 w 224"/>
                <a:gd name="T15" fmla="*/ 159 h 159"/>
                <a:gd name="T16" fmla="*/ 152 w 224"/>
                <a:gd name="T17" fmla="*/ 119 h 159"/>
                <a:gd name="T18" fmla="*/ 127 w 224"/>
                <a:gd name="T19" fmla="*/ 106 h 159"/>
                <a:gd name="T20" fmla="*/ 100 w 224"/>
                <a:gd name="T21" fmla="*/ 87 h 159"/>
                <a:gd name="T22" fmla="*/ 80 w 224"/>
                <a:gd name="T23" fmla="*/ 84 h 159"/>
                <a:gd name="T24" fmla="*/ 47 w 224"/>
                <a:gd name="T25" fmla="*/ 79 h 159"/>
                <a:gd name="T26" fmla="*/ 40 w 224"/>
                <a:gd name="T27" fmla="*/ 94 h 159"/>
                <a:gd name="T28" fmla="*/ 23 w 224"/>
                <a:gd name="T29" fmla="*/ 101 h 159"/>
                <a:gd name="T30" fmla="*/ 20 w 224"/>
                <a:gd name="T31" fmla="*/ 79 h 159"/>
                <a:gd name="T32" fmla="*/ 18 w 224"/>
                <a:gd name="T33" fmla="*/ 67 h 159"/>
                <a:gd name="T34" fmla="*/ 13 w 224"/>
                <a:gd name="T35" fmla="*/ 57 h 159"/>
                <a:gd name="T36" fmla="*/ 10 w 224"/>
                <a:gd name="T37" fmla="*/ 37 h 159"/>
                <a:gd name="T38" fmla="*/ 3 w 224"/>
                <a:gd name="T39" fmla="*/ 29 h 159"/>
                <a:gd name="T40" fmla="*/ 8 w 224"/>
                <a:gd name="T41" fmla="*/ 22 h 159"/>
                <a:gd name="T42" fmla="*/ 0 w 224"/>
                <a:gd name="T43" fmla="*/ 17 h 159"/>
                <a:gd name="T44" fmla="*/ 0 w 224"/>
                <a:gd name="T45" fmla="*/ 5 h 159"/>
                <a:gd name="T46" fmla="*/ 20 w 224"/>
                <a:gd name="T47" fmla="*/ 22 h 159"/>
                <a:gd name="T48" fmla="*/ 30 w 224"/>
                <a:gd name="T49" fmla="*/ 7 h 159"/>
                <a:gd name="T50" fmla="*/ 45 w 224"/>
                <a:gd name="T51" fmla="*/ 0 h 159"/>
                <a:gd name="T52" fmla="*/ 60 w 224"/>
                <a:gd name="T53" fmla="*/ 5 h 159"/>
                <a:gd name="T54" fmla="*/ 60 w 224"/>
                <a:gd name="T55" fmla="*/ 17 h 159"/>
                <a:gd name="T56" fmla="*/ 77 w 224"/>
                <a:gd name="T57" fmla="*/ 22 h 159"/>
                <a:gd name="T58" fmla="*/ 100 w 224"/>
                <a:gd name="T59" fmla="*/ 29 h 159"/>
                <a:gd name="T60" fmla="*/ 102 w 224"/>
                <a:gd name="T61" fmla="*/ 17 h 159"/>
                <a:gd name="T62" fmla="*/ 112 w 224"/>
                <a:gd name="T63" fmla="*/ 12 h 159"/>
                <a:gd name="T64" fmla="*/ 125 w 224"/>
                <a:gd name="T65" fmla="*/ 7 h 159"/>
                <a:gd name="T66" fmla="*/ 130 w 224"/>
                <a:gd name="T67" fmla="*/ 17 h 159"/>
                <a:gd name="T68" fmla="*/ 139 w 224"/>
                <a:gd name="T69" fmla="*/ 24 h 159"/>
                <a:gd name="T70" fmla="*/ 135 w 224"/>
                <a:gd name="T71" fmla="*/ 32 h 159"/>
                <a:gd name="T72" fmla="*/ 149 w 224"/>
                <a:gd name="T73" fmla="*/ 37 h 159"/>
                <a:gd name="T74" fmla="*/ 157 w 224"/>
                <a:gd name="T75" fmla="*/ 37 h 159"/>
                <a:gd name="T76" fmla="*/ 167 w 224"/>
                <a:gd name="T77" fmla="*/ 42 h 159"/>
                <a:gd name="T78" fmla="*/ 162 w 224"/>
                <a:gd name="T79" fmla="*/ 54 h 159"/>
                <a:gd name="T80" fmla="*/ 204 w 224"/>
                <a:gd name="T81" fmla="*/ 89 h 159"/>
                <a:gd name="T82" fmla="*/ 214 w 224"/>
                <a:gd name="T83" fmla="*/ 82 h 159"/>
                <a:gd name="T84" fmla="*/ 224 w 224"/>
                <a:gd name="T85" fmla="*/ 87 h 159"/>
                <a:gd name="T86" fmla="*/ 222 w 224"/>
                <a:gd name="T87" fmla="*/ 9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59">
                  <a:moveTo>
                    <a:pt x="222" y="99"/>
                  </a:moveTo>
                  <a:lnTo>
                    <a:pt x="214" y="106"/>
                  </a:lnTo>
                  <a:lnTo>
                    <a:pt x="199" y="109"/>
                  </a:lnTo>
                  <a:lnTo>
                    <a:pt x="194" y="119"/>
                  </a:lnTo>
                  <a:lnTo>
                    <a:pt x="182" y="126"/>
                  </a:lnTo>
                  <a:lnTo>
                    <a:pt x="179" y="141"/>
                  </a:lnTo>
                  <a:lnTo>
                    <a:pt x="162" y="144"/>
                  </a:lnTo>
                  <a:lnTo>
                    <a:pt x="147" y="159"/>
                  </a:lnTo>
                  <a:lnTo>
                    <a:pt x="152" y="119"/>
                  </a:lnTo>
                  <a:lnTo>
                    <a:pt x="127" y="106"/>
                  </a:lnTo>
                  <a:lnTo>
                    <a:pt x="100" y="87"/>
                  </a:lnTo>
                  <a:lnTo>
                    <a:pt x="80" y="84"/>
                  </a:lnTo>
                  <a:lnTo>
                    <a:pt x="47" y="79"/>
                  </a:lnTo>
                  <a:lnTo>
                    <a:pt x="40" y="94"/>
                  </a:lnTo>
                  <a:lnTo>
                    <a:pt x="23" y="101"/>
                  </a:lnTo>
                  <a:lnTo>
                    <a:pt x="20" y="79"/>
                  </a:lnTo>
                  <a:lnTo>
                    <a:pt x="18" y="67"/>
                  </a:lnTo>
                  <a:lnTo>
                    <a:pt x="13" y="57"/>
                  </a:lnTo>
                  <a:lnTo>
                    <a:pt x="10" y="37"/>
                  </a:lnTo>
                  <a:lnTo>
                    <a:pt x="3" y="29"/>
                  </a:lnTo>
                  <a:lnTo>
                    <a:pt x="8" y="22"/>
                  </a:lnTo>
                  <a:lnTo>
                    <a:pt x="0" y="17"/>
                  </a:lnTo>
                  <a:lnTo>
                    <a:pt x="0" y="5"/>
                  </a:lnTo>
                  <a:lnTo>
                    <a:pt x="20" y="22"/>
                  </a:lnTo>
                  <a:lnTo>
                    <a:pt x="30" y="7"/>
                  </a:lnTo>
                  <a:lnTo>
                    <a:pt x="45" y="0"/>
                  </a:lnTo>
                  <a:lnTo>
                    <a:pt x="60" y="5"/>
                  </a:lnTo>
                  <a:lnTo>
                    <a:pt x="60" y="17"/>
                  </a:lnTo>
                  <a:lnTo>
                    <a:pt x="77" y="22"/>
                  </a:lnTo>
                  <a:lnTo>
                    <a:pt x="100" y="29"/>
                  </a:lnTo>
                  <a:lnTo>
                    <a:pt x="102" y="17"/>
                  </a:lnTo>
                  <a:lnTo>
                    <a:pt x="112" y="12"/>
                  </a:lnTo>
                  <a:lnTo>
                    <a:pt x="125" y="7"/>
                  </a:lnTo>
                  <a:lnTo>
                    <a:pt x="130" y="17"/>
                  </a:lnTo>
                  <a:lnTo>
                    <a:pt x="139" y="24"/>
                  </a:lnTo>
                  <a:lnTo>
                    <a:pt x="135" y="32"/>
                  </a:lnTo>
                  <a:lnTo>
                    <a:pt x="149" y="37"/>
                  </a:lnTo>
                  <a:lnTo>
                    <a:pt x="157" y="37"/>
                  </a:lnTo>
                  <a:lnTo>
                    <a:pt x="167" y="42"/>
                  </a:lnTo>
                  <a:lnTo>
                    <a:pt x="162" y="54"/>
                  </a:lnTo>
                  <a:lnTo>
                    <a:pt x="204" y="89"/>
                  </a:lnTo>
                  <a:lnTo>
                    <a:pt x="214" y="82"/>
                  </a:lnTo>
                  <a:lnTo>
                    <a:pt x="224" y="87"/>
                  </a:lnTo>
                  <a:lnTo>
                    <a:pt x="222" y="9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03907956-81A9-45E9-0F3A-73C401D12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23" y="3138909"/>
              <a:ext cx="207250" cy="132410"/>
            </a:xfrm>
            <a:custGeom>
              <a:avLst/>
              <a:gdLst>
                <a:gd name="T0" fmla="*/ 45 w 144"/>
                <a:gd name="T1" fmla="*/ 10 h 92"/>
                <a:gd name="T2" fmla="*/ 35 w 144"/>
                <a:gd name="T3" fmla="*/ 30 h 92"/>
                <a:gd name="T4" fmla="*/ 20 w 144"/>
                <a:gd name="T5" fmla="*/ 50 h 92"/>
                <a:gd name="T6" fmla="*/ 0 w 144"/>
                <a:gd name="T7" fmla="*/ 84 h 92"/>
                <a:gd name="T8" fmla="*/ 12 w 144"/>
                <a:gd name="T9" fmla="*/ 79 h 92"/>
                <a:gd name="T10" fmla="*/ 40 w 144"/>
                <a:gd name="T11" fmla="*/ 72 h 92"/>
                <a:gd name="T12" fmla="*/ 47 w 144"/>
                <a:gd name="T13" fmla="*/ 57 h 92"/>
                <a:gd name="T14" fmla="*/ 54 w 144"/>
                <a:gd name="T15" fmla="*/ 60 h 92"/>
                <a:gd name="T16" fmla="*/ 64 w 144"/>
                <a:gd name="T17" fmla="*/ 82 h 92"/>
                <a:gd name="T18" fmla="*/ 84 w 144"/>
                <a:gd name="T19" fmla="*/ 89 h 92"/>
                <a:gd name="T20" fmla="*/ 122 w 144"/>
                <a:gd name="T21" fmla="*/ 92 h 92"/>
                <a:gd name="T22" fmla="*/ 122 w 144"/>
                <a:gd name="T23" fmla="*/ 75 h 92"/>
                <a:gd name="T24" fmla="*/ 119 w 144"/>
                <a:gd name="T25" fmla="*/ 77 h 92"/>
                <a:gd name="T26" fmla="*/ 99 w 144"/>
                <a:gd name="T27" fmla="*/ 65 h 92"/>
                <a:gd name="T28" fmla="*/ 102 w 144"/>
                <a:gd name="T29" fmla="*/ 37 h 92"/>
                <a:gd name="T30" fmla="*/ 117 w 144"/>
                <a:gd name="T31" fmla="*/ 27 h 92"/>
                <a:gd name="T32" fmla="*/ 144 w 144"/>
                <a:gd name="T33" fmla="*/ 45 h 92"/>
                <a:gd name="T34" fmla="*/ 127 w 144"/>
                <a:gd name="T35" fmla="*/ 0 h 92"/>
                <a:gd name="T36" fmla="*/ 107 w 144"/>
                <a:gd name="T37" fmla="*/ 15 h 92"/>
                <a:gd name="T38" fmla="*/ 87 w 144"/>
                <a:gd name="T39" fmla="*/ 17 h 92"/>
                <a:gd name="T40" fmla="*/ 45 w 144"/>
                <a:gd name="T41" fmla="*/ 1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92">
                  <a:moveTo>
                    <a:pt x="45" y="10"/>
                  </a:moveTo>
                  <a:lnTo>
                    <a:pt x="35" y="30"/>
                  </a:lnTo>
                  <a:lnTo>
                    <a:pt x="20" y="50"/>
                  </a:lnTo>
                  <a:lnTo>
                    <a:pt x="0" y="84"/>
                  </a:lnTo>
                  <a:lnTo>
                    <a:pt x="12" y="79"/>
                  </a:lnTo>
                  <a:lnTo>
                    <a:pt x="40" y="72"/>
                  </a:lnTo>
                  <a:lnTo>
                    <a:pt x="47" y="57"/>
                  </a:lnTo>
                  <a:lnTo>
                    <a:pt x="54" y="60"/>
                  </a:lnTo>
                  <a:lnTo>
                    <a:pt x="64" y="82"/>
                  </a:lnTo>
                  <a:lnTo>
                    <a:pt x="84" y="89"/>
                  </a:lnTo>
                  <a:lnTo>
                    <a:pt x="122" y="92"/>
                  </a:lnTo>
                  <a:lnTo>
                    <a:pt x="122" y="75"/>
                  </a:lnTo>
                  <a:lnTo>
                    <a:pt x="119" y="77"/>
                  </a:lnTo>
                  <a:lnTo>
                    <a:pt x="99" y="65"/>
                  </a:lnTo>
                  <a:lnTo>
                    <a:pt x="102" y="37"/>
                  </a:lnTo>
                  <a:lnTo>
                    <a:pt x="117" y="27"/>
                  </a:lnTo>
                  <a:lnTo>
                    <a:pt x="144" y="45"/>
                  </a:lnTo>
                  <a:lnTo>
                    <a:pt x="127" y="0"/>
                  </a:lnTo>
                  <a:lnTo>
                    <a:pt x="107" y="15"/>
                  </a:lnTo>
                  <a:lnTo>
                    <a:pt x="87" y="17"/>
                  </a:lnTo>
                  <a:lnTo>
                    <a:pt x="45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EA182155-E60B-E53F-2F23-12A2EE2C8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3582" y="2967640"/>
              <a:ext cx="326707" cy="292164"/>
            </a:xfrm>
            <a:custGeom>
              <a:avLst/>
              <a:gdLst>
                <a:gd name="T0" fmla="*/ 182 w 227"/>
                <a:gd name="T1" fmla="*/ 203 h 203"/>
                <a:gd name="T2" fmla="*/ 169 w 227"/>
                <a:gd name="T3" fmla="*/ 198 h 203"/>
                <a:gd name="T4" fmla="*/ 145 w 227"/>
                <a:gd name="T5" fmla="*/ 196 h 203"/>
                <a:gd name="T6" fmla="*/ 147 w 227"/>
                <a:gd name="T7" fmla="*/ 184 h 203"/>
                <a:gd name="T8" fmla="*/ 137 w 227"/>
                <a:gd name="T9" fmla="*/ 179 h 203"/>
                <a:gd name="T10" fmla="*/ 127 w 227"/>
                <a:gd name="T11" fmla="*/ 186 h 203"/>
                <a:gd name="T12" fmla="*/ 85 w 227"/>
                <a:gd name="T13" fmla="*/ 151 h 203"/>
                <a:gd name="T14" fmla="*/ 90 w 227"/>
                <a:gd name="T15" fmla="*/ 139 h 203"/>
                <a:gd name="T16" fmla="*/ 80 w 227"/>
                <a:gd name="T17" fmla="*/ 134 h 203"/>
                <a:gd name="T18" fmla="*/ 72 w 227"/>
                <a:gd name="T19" fmla="*/ 134 h 203"/>
                <a:gd name="T20" fmla="*/ 58 w 227"/>
                <a:gd name="T21" fmla="*/ 129 h 203"/>
                <a:gd name="T22" fmla="*/ 62 w 227"/>
                <a:gd name="T23" fmla="*/ 121 h 203"/>
                <a:gd name="T24" fmla="*/ 53 w 227"/>
                <a:gd name="T25" fmla="*/ 114 h 203"/>
                <a:gd name="T26" fmla="*/ 48 w 227"/>
                <a:gd name="T27" fmla="*/ 104 h 203"/>
                <a:gd name="T28" fmla="*/ 35 w 227"/>
                <a:gd name="T29" fmla="*/ 109 h 203"/>
                <a:gd name="T30" fmla="*/ 25 w 227"/>
                <a:gd name="T31" fmla="*/ 114 h 203"/>
                <a:gd name="T32" fmla="*/ 23 w 227"/>
                <a:gd name="T33" fmla="*/ 126 h 203"/>
                <a:gd name="T34" fmla="*/ 0 w 227"/>
                <a:gd name="T35" fmla="*/ 119 h 203"/>
                <a:gd name="T36" fmla="*/ 13 w 227"/>
                <a:gd name="T37" fmla="*/ 29 h 203"/>
                <a:gd name="T38" fmla="*/ 50 w 227"/>
                <a:gd name="T39" fmla="*/ 0 h 203"/>
                <a:gd name="T40" fmla="*/ 55 w 227"/>
                <a:gd name="T41" fmla="*/ 44 h 203"/>
                <a:gd name="T42" fmla="*/ 72 w 227"/>
                <a:gd name="T43" fmla="*/ 44 h 203"/>
                <a:gd name="T44" fmla="*/ 82 w 227"/>
                <a:gd name="T45" fmla="*/ 54 h 203"/>
                <a:gd name="T46" fmla="*/ 105 w 227"/>
                <a:gd name="T47" fmla="*/ 54 h 203"/>
                <a:gd name="T48" fmla="*/ 105 w 227"/>
                <a:gd name="T49" fmla="*/ 24 h 203"/>
                <a:gd name="T50" fmla="*/ 117 w 227"/>
                <a:gd name="T51" fmla="*/ 47 h 203"/>
                <a:gd name="T52" fmla="*/ 122 w 227"/>
                <a:gd name="T53" fmla="*/ 62 h 203"/>
                <a:gd name="T54" fmla="*/ 145 w 227"/>
                <a:gd name="T55" fmla="*/ 54 h 203"/>
                <a:gd name="T56" fmla="*/ 164 w 227"/>
                <a:gd name="T57" fmla="*/ 59 h 203"/>
                <a:gd name="T58" fmla="*/ 184 w 227"/>
                <a:gd name="T59" fmla="*/ 67 h 203"/>
                <a:gd name="T60" fmla="*/ 187 w 227"/>
                <a:gd name="T61" fmla="*/ 94 h 203"/>
                <a:gd name="T62" fmla="*/ 192 w 227"/>
                <a:gd name="T63" fmla="*/ 109 h 203"/>
                <a:gd name="T64" fmla="*/ 214 w 227"/>
                <a:gd name="T65" fmla="*/ 119 h 203"/>
                <a:gd name="T66" fmla="*/ 227 w 227"/>
                <a:gd name="T67" fmla="*/ 129 h 203"/>
                <a:gd name="T68" fmla="*/ 217 w 227"/>
                <a:gd name="T69" fmla="*/ 149 h 203"/>
                <a:gd name="T70" fmla="*/ 202 w 227"/>
                <a:gd name="T71" fmla="*/ 169 h 203"/>
                <a:gd name="T72" fmla="*/ 182 w 227"/>
                <a:gd name="T7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203">
                  <a:moveTo>
                    <a:pt x="182" y="203"/>
                  </a:moveTo>
                  <a:lnTo>
                    <a:pt x="169" y="198"/>
                  </a:lnTo>
                  <a:lnTo>
                    <a:pt x="145" y="196"/>
                  </a:lnTo>
                  <a:lnTo>
                    <a:pt x="147" y="184"/>
                  </a:lnTo>
                  <a:lnTo>
                    <a:pt x="137" y="179"/>
                  </a:lnTo>
                  <a:lnTo>
                    <a:pt x="127" y="186"/>
                  </a:lnTo>
                  <a:lnTo>
                    <a:pt x="85" y="151"/>
                  </a:lnTo>
                  <a:lnTo>
                    <a:pt x="90" y="139"/>
                  </a:lnTo>
                  <a:lnTo>
                    <a:pt x="80" y="134"/>
                  </a:lnTo>
                  <a:lnTo>
                    <a:pt x="72" y="134"/>
                  </a:lnTo>
                  <a:lnTo>
                    <a:pt x="58" y="129"/>
                  </a:lnTo>
                  <a:lnTo>
                    <a:pt x="62" y="121"/>
                  </a:lnTo>
                  <a:lnTo>
                    <a:pt x="53" y="114"/>
                  </a:lnTo>
                  <a:lnTo>
                    <a:pt x="48" y="104"/>
                  </a:lnTo>
                  <a:lnTo>
                    <a:pt x="35" y="109"/>
                  </a:lnTo>
                  <a:lnTo>
                    <a:pt x="25" y="114"/>
                  </a:lnTo>
                  <a:lnTo>
                    <a:pt x="23" y="126"/>
                  </a:lnTo>
                  <a:lnTo>
                    <a:pt x="0" y="119"/>
                  </a:lnTo>
                  <a:lnTo>
                    <a:pt x="13" y="29"/>
                  </a:lnTo>
                  <a:lnTo>
                    <a:pt x="50" y="0"/>
                  </a:lnTo>
                  <a:lnTo>
                    <a:pt x="55" y="44"/>
                  </a:lnTo>
                  <a:lnTo>
                    <a:pt x="72" y="44"/>
                  </a:lnTo>
                  <a:lnTo>
                    <a:pt x="82" y="54"/>
                  </a:lnTo>
                  <a:lnTo>
                    <a:pt x="105" y="54"/>
                  </a:lnTo>
                  <a:lnTo>
                    <a:pt x="105" y="24"/>
                  </a:lnTo>
                  <a:lnTo>
                    <a:pt x="117" y="47"/>
                  </a:lnTo>
                  <a:lnTo>
                    <a:pt x="122" y="62"/>
                  </a:lnTo>
                  <a:lnTo>
                    <a:pt x="145" y="54"/>
                  </a:lnTo>
                  <a:lnTo>
                    <a:pt x="164" y="59"/>
                  </a:lnTo>
                  <a:lnTo>
                    <a:pt x="184" y="67"/>
                  </a:lnTo>
                  <a:lnTo>
                    <a:pt x="187" y="94"/>
                  </a:lnTo>
                  <a:lnTo>
                    <a:pt x="192" y="109"/>
                  </a:lnTo>
                  <a:lnTo>
                    <a:pt x="214" y="119"/>
                  </a:lnTo>
                  <a:lnTo>
                    <a:pt x="227" y="129"/>
                  </a:lnTo>
                  <a:lnTo>
                    <a:pt x="217" y="149"/>
                  </a:lnTo>
                  <a:lnTo>
                    <a:pt x="202" y="169"/>
                  </a:lnTo>
                  <a:lnTo>
                    <a:pt x="182" y="20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1323CD9F-AAB1-7A83-34CE-FF08FE1CB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7025" y="3045359"/>
              <a:ext cx="132410" cy="153998"/>
            </a:xfrm>
            <a:custGeom>
              <a:avLst/>
              <a:gdLst>
                <a:gd name="T0" fmla="*/ 0 w 92"/>
                <a:gd name="T1" fmla="*/ 10 h 107"/>
                <a:gd name="T2" fmla="*/ 7 w 92"/>
                <a:gd name="T3" fmla="*/ 35 h 107"/>
                <a:gd name="T4" fmla="*/ 19 w 92"/>
                <a:gd name="T5" fmla="*/ 62 h 107"/>
                <a:gd name="T6" fmla="*/ 37 w 92"/>
                <a:gd name="T7" fmla="*/ 95 h 107"/>
                <a:gd name="T8" fmla="*/ 22 w 92"/>
                <a:gd name="T9" fmla="*/ 105 h 107"/>
                <a:gd name="T10" fmla="*/ 44 w 92"/>
                <a:gd name="T11" fmla="*/ 105 h 107"/>
                <a:gd name="T12" fmla="*/ 49 w 92"/>
                <a:gd name="T13" fmla="*/ 90 h 107"/>
                <a:gd name="T14" fmla="*/ 59 w 92"/>
                <a:gd name="T15" fmla="*/ 85 h 107"/>
                <a:gd name="T16" fmla="*/ 67 w 92"/>
                <a:gd name="T17" fmla="*/ 107 h 107"/>
                <a:gd name="T18" fmla="*/ 77 w 92"/>
                <a:gd name="T19" fmla="*/ 100 h 107"/>
                <a:gd name="T20" fmla="*/ 82 w 92"/>
                <a:gd name="T21" fmla="*/ 80 h 107"/>
                <a:gd name="T22" fmla="*/ 92 w 92"/>
                <a:gd name="T23" fmla="*/ 75 h 107"/>
                <a:gd name="T24" fmla="*/ 89 w 92"/>
                <a:gd name="T25" fmla="*/ 65 h 107"/>
                <a:gd name="T26" fmla="*/ 72 w 92"/>
                <a:gd name="T27" fmla="*/ 53 h 107"/>
                <a:gd name="T28" fmla="*/ 54 w 92"/>
                <a:gd name="T29" fmla="*/ 35 h 107"/>
                <a:gd name="T30" fmla="*/ 34 w 92"/>
                <a:gd name="T31" fmla="*/ 0 h 107"/>
                <a:gd name="T32" fmla="*/ 0 w 92"/>
                <a:gd name="T33" fmla="*/ 1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" h="107">
                  <a:moveTo>
                    <a:pt x="0" y="10"/>
                  </a:moveTo>
                  <a:lnTo>
                    <a:pt x="7" y="35"/>
                  </a:lnTo>
                  <a:lnTo>
                    <a:pt x="19" y="62"/>
                  </a:lnTo>
                  <a:lnTo>
                    <a:pt x="37" y="95"/>
                  </a:lnTo>
                  <a:lnTo>
                    <a:pt x="22" y="105"/>
                  </a:lnTo>
                  <a:lnTo>
                    <a:pt x="44" y="105"/>
                  </a:lnTo>
                  <a:lnTo>
                    <a:pt x="49" y="90"/>
                  </a:lnTo>
                  <a:lnTo>
                    <a:pt x="59" y="85"/>
                  </a:lnTo>
                  <a:lnTo>
                    <a:pt x="67" y="107"/>
                  </a:lnTo>
                  <a:lnTo>
                    <a:pt x="77" y="100"/>
                  </a:lnTo>
                  <a:lnTo>
                    <a:pt x="82" y="80"/>
                  </a:lnTo>
                  <a:lnTo>
                    <a:pt x="92" y="75"/>
                  </a:lnTo>
                  <a:lnTo>
                    <a:pt x="89" y="65"/>
                  </a:lnTo>
                  <a:lnTo>
                    <a:pt x="72" y="53"/>
                  </a:lnTo>
                  <a:lnTo>
                    <a:pt x="54" y="35"/>
                  </a:lnTo>
                  <a:lnTo>
                    <a:pt x="34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2AD68DBF-C805-FA14-AAA8-445CE2F7A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145" y="3965030"/>
              <a:ext cx="86354" cy="25906"/>
            </a:xfrm>
            <a:custGeom>
              <a:avLst/>
              <a:gdLst>
                <a:gd name="T0" fmla="*/ 5 w 60"/>
                <a:gd name="T1" fmla="*/ 0 h 18"/>
                <a:gd name="T2" fmla="*/ 27 w 60"/>
                <a:gd name="T3" fmla="*/ 3 h 18"/>
                <a:gd name="T4" fmla="*/ 37 w 60"/>
                <a:gd name="T5" fmla="*/ 0 h 18"/>
                <a:gd name="T6" fmla="*/ 60 w 60"/>
                <a:gd name="T7" fmla="*/ 3 h 18"/>
                <a:gd name="T8" fmla="*/ 60 w 60"/>
                <a:gd name="T9" fmla="*/ 13 h 18"/>
                <a:gd name="T10" fmla="*/ 47 w 60"/>
                <a:gd name="T11" fmla="*/ 10 h 18"/>
                <a:gd name="T12" fmla="*/ 37 w 60"/>
                <a:gd name="T13" fmla="*/ 8 h 18"/>
                <a:gd name="T14" fmla="*/ 20 w 60"/>
                <a:gd name="T15" fmla="*/ 18 h 18"/>
                <a:gd name="T16" fmla="*/ 0 w 60"/>
                <a:gd name="T17" fmla="*/ 15 h 18"/>
                <a:gd name="T18" fmla="*/ 12 w 60"/>
                <a:gd name="T19" fmla="*/ 8 h 18"/>
                <a:gd name="T20" fmla="*/ 5 w 60"/>
                <a:gd name="T2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18">
                  <a:moveTo>
                    <a:pt x="5" y="0"/>
                  </a:moveTo>
                  <a:lnTo>
                    <a:pt x="27" y="3"/>
                  </a:lnTo>
                  <a:lnTo>
                    <a:pt x="37" y="0"/>
                  </a:lnTo>
                  <a:lnTo>
                    <a:pt x="60" y="3"/>
                  </a:lnTo>
                  <a:lnTo>
                    <a:pt x="60" y="13"/>
                  </a:lnTo>
                  <a:lnTo>
                    <a:pt x="47" y="10"/>
                  </a:lnTo>
                  <a:lnTo>
                    <a:pt x="37" y="8"/>
                  </a:lnTo>
                  <a:lnTo>
                    <a:pt x="20" y="18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FC51E28B-3FB1-86BD-3D22-B4439721D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145" y="3998133"/>
              <a:ext cx="74840" cy="38859"/>
            </a:xfrm>
            <a:custGeom>
              <a:avLst/>
              <a:gdLst>
                <a:gd name="T0" fmla="*/ 52 w 52"/>
                <a:gd name="T1" fmla="*/ 7 h 27"/>
                <a:gd name="T2" fmla="*/ 27 w 52"/>
                <a:gd name="T3" fmla="*/ 0 h 27"/>
                <a:gd name="T4" fmla="*/ 0 w 52"/>
                <a:gd name="T5" fmla="*/ 5 h 27"/>
                <a:gd name="T6" fmla="*/ 0 w 52"/>
                <a:gd name="T7" fmla="*/ 19 h 27"/>
                <a:gd name="T8" fmla="*/ 15 w 52"/>
                <a:gd name="T9" fmla="*/ 19 h 27"/>
                <a:gd name="T10" fmla="*/ 22 w 52"/>
                <a:gd name="T11" fmla="*/ 27 h 27"/>
                <a:gd name="T12" fmla="*/ 32 w 52"/>
                <a:gd name="T13" fmla="*/ 14 h 27"/>
                <a:gd name="T14" fmla="*/ 52 w 52"/>
                <a:gd name="T15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7">
                  <a:moveTo>
                    <a:pt x="52" y="7"/>
                  </a:moveTo>
                  <a:lnTo>
                    <a:pt x="27" y="0"/>
                  </a:lnTo>
                  <a:lnTo>
                    <a:pt x="0" y="5"/>
                  </a:lnTo>
                  <a:lnTo>
                    <a:pt x="0" y="19"/>
                  </a:lnTo>
                  <a:lnTo>
                    <a:pt x="15" y="19"/>
                  </a:lnTo>
                  <a:lnTo>
                    <a:pt x="22" y="27"/>
                  </a:lnTo>
                  <a:lnTo>
                    <a:pt x="32" y="14"/>
                  </a:lnTo>
                  <a:lnTo>
                    <a:pt x="52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1" name="Freeform 264">
              <a:extLst>
                <a:ext uri="{FF2B5EF4-FFF2-40B4-BE49-F238E27FC236}">
                  <a16:creationId xmlns:a16="http://schemas.microsoft.com/office/drawing/2014/main" id="{30261743-E2FA-96C4-02CA-A18CAE34A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603" y="2874089"/>
              <a:ext cx="156877" cy="86354"/>
            </a:xfrm>
            <a:custGeom>
              <a:avLst/>
              <a:gdLst>
                <a:gd name="T0" fmla="*/ 109 w 109"/>
                <a:gd name="T1" fmla="*/ 15 h 60"/>
                <a:gd name="T2" fmla="*/ 94 w 109"/>
                <a:gd name="T3" fmla="*/ 2 h 60"/>
                <a:gd name="T4" fmla="*/ 87 w 109"/>
                <a:gd name="T5" fmla="*/ 0 h 60"/>
                <a:gd name="T6" fmla="*/ 57 w 109"/>
                <a:gd name="T7" fmla="*/ 5 h 60"/>
                <a:gd name="T8" fmla="*/ 37 w 109"/>
                <a:gd name="T9" fmla="*/ 5 h 60"/>
                <a:gd name="T10" fmla="*/ 12 w 109"/>
                <a:gd name="T11" fmla="*/ 2 h 60"/>
                <a:gd name="T12" fmla="*/ 15 w 109"/>
                <a:gd name="T13" fmla="*/ 20 h 60"/>
                <a:gd name="T14" fmla="*/ 7 w 109"/>
                <a:gd name="T15" fmla="*/ 30 h 60"/>
                <a:gd name="T16" fmla="*/ 7 w 109"/>
                <a:gd name="T17" fmla="*/ 35 h 60"/>
                <a:gd name="T18" fmla="*/ 0 w 109"/>
                <a:gd name="T19" fmla="*/ 42 h 60"/>
                <a:gd name="T20" fmla="*/ 7 w 109"/>
                <a:gd name="T21" fmla="*/ 45 h 60"/>
                <a:gd name="T22" fmla="*/ 27 w 109"/>
                <a:gd name="T23" fmla="*/ 55 h 60"/>
                <a:gd name="T24" fmla="*/ 47 w 109"/>
                <a:gd name="T25" fmla="*/ 60 h 60"/>
                <a:gd name="T26" fmla="*/ 57 w 109"/>
                <a:gd name="T27" fmla="*/ 50 h 60"/>
                <a:gd name="T28" fmla="*/ 72 w 109"/>
                <a:gd name="T29" fmla="*/ 52 h 60"/>
                <a:gd name="T30" fmla="*/ 89 w 109"/>
                <a:gd name="T31" fmla="*/ 47 h 60"/>
                <a:gd name="T32" fmla="*/ 102 w 109"/>
                <a:gd name="T33" fmla="*/ 27 h 60"/>
                <a:gd name="T34" fmla="*/ 109 w 109"/>
                <a:gd name="T35" fmla="*/ 1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9" h="60">
                  <a:moveTo>
                    <a:pt x="109" y="15"/>
                  </a:moveTo>
                  <a:lnTo>
                    <a:pt x="94" y="2"/>
                  </a:lnTo>
                  <a:lnTo>
                    <a:pt x="87" y="0"/>
                  </a:lnTo>
                  <a:lnTo>
                    <a:pt x="57" y="5"/>
                  </a:lnTo>
                  <a:lnTo>
                    <a:pt x="37" y="5"/>
                  </a:lnTo>
                  <a:lnTo>
                    <a:pt x="12" y="2"/>
                  </a:lnTo>
                  <a:lnTo>
                    <a:pt x="15" y="20"/>
                  </a:lnTo>
                  <a:lnTo>
                    <a:pt x="7" y="30"/>
                  </a:lnTo>
                  <a:lnTo>
                    <a:pt x="7" y="35"/>
                  </a:lnTo>
                  <a:lnTo>
                    <a:pt x="0" y="42"/>
                  </a:lnTo>
                  <a:lnTo>
                    <a:pt x="7" y="45"/>
                  </a:lnTo>
                  <a:lnTo>
                    <a:pt x="27" y="55"/>
                  </a:lnTo>
                  <a:lnTo>
                    <a:pt x="47" y="60"/>
                  </a:lnTo>
                  <a:lnTo>
                    <a:pt x="57" y="50"/>
                  </a:lnTo>
                  <a:lnTo>
                    <a:pt x="72" y="52"/>
                  </a:lnTo>
                  <a:lnTo>
                    <a:pt x="89" y="47"/>
                  </a:lnTo>
                  <a:lnTo>
                    <a:pt x="102" y="27"/>
                  </a:lnTo>
                  <a:lnTo>
                    <a:pt x="109" y="1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06C5BC95-6235-791F-24F8-799C8A8EB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925" y="2766147"/>
              <a:ext cx="77719" cy="64765"/>
            </a:xfrm>
            <a:custGeom>
              <a:avLst/>
              <a:gdLst>
                <a:gd name="T0" fmla="*/ 0 w 54"/>
                <a:gd name="T1" fmla="*/ 3 h 45"/>
                <a:gd name="T2" fmla="*/ 0 w 54"/>
                <a:gd name="T3" fmla="*/ 15 h 45"/>
                <a:gd name="T4" fmla="*/ 12 w 54"/>
                <a:gd name="T5" fmla="*/ 23 h 45"/>
                <a:gd name="T6" fmla="*/ 19 w 54"/>
                <a:gd name="T7" fmla="*/ 38 h 45"/>
                <a:gd name="T8" fmla="*/ 42 w 54"/>
                <a:gd name="T9" fmla="*/ 45 h 45"/>
                <a:gd name="T10" fmla="*/ 44 w 54"/>
                <a:gd name="T11" fmla="*/ 35 h 45"/>
                <a:gd name="T12" fmla="*/ 54 w 54"/>
                <a:gd name="T13" fmla="*/ 23 h 45"/>
                <a:gd name="T14" fmla="*/ 44 w 54"/>
                <a:gd name="T15" fmla="*/ 18 h 45"/>
                <a:gd name="T16" fmla="*/ 39 w 54"/>
                <a:gd name="T17" fmla="*/ 3 h 45"/>
                <a:gd name="T18" fmla="*/ 29 w 54"/>
                <a:gd name="T19" fmla="*/ 0 h 45"/>
                <a:gd name="T20" fmla="*/ 19 w 54"/>
                <a:gd name="T21" fmla="*/ 3 h 45"/>
                <a:gd name="T22" fmla="*/ 0 w 54"/>
                <a:gd name="T23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45">
                  <a:moveTo>
                    <a:pt x="0" y="3"/>
                  </a:moveTo>
                  <a:lnTo>
                    <a:pt x="0" y="15"/>
                  </a:lnTo>
                  <a:lnTo>
                    <a:pt x="12" y="23"/>
                  </a:lnTo>
                  <a:lnTo>
                    <a:pt x="19" y="38"/>
                  </a:lnTo>
                  <a:lnTo>
                    <a:pt x="42" y="45"/>
                  </a:lnTo>
                  <a:lnTo>
                    <a:pt x="44" y="35"/>
                  </a:lnTo>
                  <a:lnTo>
                    <a:pt x="54" y="23"/>
                  </a:lnTo>
                  <a:lnTo>
                    <a:pt x="44" y="18"/>
                  </a:lnTo>
                  <a:lnTo>
                    <a:pt x="39" y="3"/>
                  </a:lnTo>
                  <a:lnTo>
                    <a:pt x="29" y="0"/>
                  </a:lnTo>
                  <a:lnTo>
                    <a:pt x="19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8E768844-E69D-347F-C4B9-D7C760D14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644" y="2898557"/>
              <a:ext cx="86354" cy="50373"/>
            </a:xfrm>
            <a:custGeom>
              <a:avLst/>
              <a:gdLst>
                <a:gd name="T0" fmla="*/ 10 w 60"/>
                <a:gd name="T1" fmla="*/ 35 h 35"/>
                <a:gd name="T2" fmla="*/ 0 w 60"/>
                <a:gd name="T3" fmla="*/ 28 h 35"/>
                <a:gd name="T4" fmla="*/ 5 w 60"/>
                <a:gd name="T5" fmla="*/ 15 h 35"/>
                <a:gd name="T6" fmla="*/ 13 w 60"/>
                <a:gd name="T7" fmla="*/ 5 h 35"/>
                <a:gd name="T8" fmla="*/ 23 w 60"/>
                <a:gd name="T9" fmla="*/ 3 h 35"/>
                <a:gd name="T10" fmla="*/ 33 w 60"/>
                <a:gd name="T11" fmla="*/ 3 h 35"/>
                <a:gd name="T12" fmla="*/ 45 w 60"/>
                <a:gd name="T13" fmla="*/ 0 h 35"/>
                <a:gd name="T14" fmla="*/ 55 w 60"/>
                <a:gd name="T15" fmla="*/ 5 h 35"/>
                <a:gd name="T16" fmla="*/ 60 w 60"/>
                <a:gd name="T17" fmla="*/ 18 h 35"/>
                <a:gd name="T18" fmla="*/ 52 w 60"/>
                <a:gd name="T19" fmla="*/ 33 h 35"/>
                <a:gd name="T20" fmla="*/ 45 w 60"/>
                <a:gd name="T21" fmla="*/ 28 h 35"/>
                <a:gd name="T22" fmla="*/ 40 w 60"/>
                <a:gd name="T23" fmla="*/ 35 h 35"/>
                <a:gd name="T24" fmla="*/ 35 w 60"/>
                <a:gd name="T25" fmla="*/ 28 h 35"/>
                <a:gd name="T26" fmla="*/ 28 w 60"/>
                <a:gd name="T27" fmla="*/ 35 h 35"/>
                <a:gd name="T28" fmla="*/ 10 w 60"/>
                <a:gd name="T2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35">
                  <a:moveTo>
                    <a:pt x="10" y="35"/>
                  </a:moveTo>
                  <a:lnTo>
                    <a:pt x="0" y="28"/>
                  </a:lnTo>
                  <a:lnTo>
                    <a:pt x="5" y="15"/>
                  </a:lnTo>
                  <a:lnTo>
                    <a:pt x="13" y="5"/>
                  </a:lnTo>
                  <a:lnTo>
                    <a:pt x="23" y="3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5" y="5"/>
                  </a:lnTo>
                  <a:lnTo>
                    <a:pt x="60" y="18"/>
                  </a:lnTo>
                  <a:lnTo>
                    <a:pt x="52" y="33"/>
                  </a:lnTo>
                  <a:lnTo>
                    <a:pt x="45" y="28"/>
                  </a:lnTo>
                  <a:lnTo>
                    <a:pt x="40" y="35"/>
                  </a:lnTo>
                  <a:lnTo>
                    <a:pt x="35" y="28"/>
                  </a:lnTo>
                  <a:lnTo>
                    <a:pt x="28" y="35"/>
                  </a:lnTo>
                  <a:lnTo>
                    <a:pt x="10" y="3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D34D9074-F07D-F966-E831-BEFD80AD3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624" y="2541626"/>
              <a:ext cx="67645" cy="110821"/>
            </a:xfrm>
            <a:custGeom>
              <a:avLst/>
              <a:gdLst>
                <a:gd name="T0" fmla="*/ 37 w 47"/>
                <a:gd name="T1" fmla="*/ 72 h 77"/>
                <a:gd name="T2" fmla="*/ 17 w 47"/>
                <a:gd name="T3" fmla="*/ 77 h 77"/>
                <a:gd name="T4" fmla="*/ 10 w 47"/>
                <a:gd name="T5" fmla="*/ 59 h 77"/>
                <a:gd name="T6" fmla="*/ 0 w 47"/>
                <a:gd name="T7" fmla="*/ 55 h 77"/>
                <a:gd name="T8" fmla="*/ 0 w 47"/>
                <a:gd name="T9" fmla="*/ 25 h 77"/>
                <a:gd name="T10" fmla="*/ 22 w 47"/>
                <a:gd name="T11" fmla="*/ 22 h 77"/>
                <a:gd name="T12" fmla="*/ 35 w 47"/>
                <a:gd name="T13" fmla="*/ 0 h 77"/>
                <a:gd name="T14" fmla="*/ 47 w 47"/>
                <a:gd name="T15" fmla="*/ 22 h 77"/>
                <a:gd name="T16" fmla="*/ 35 w 47"/>
                <a:gd name="T17" fmla="*/ 55 h 77"/>
                <a:gd name="T18" fmla="*/ 37 w 47"/>
                <a:gd name="T19" fmla="*/ 7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77">
                  <a:moveTo>
                    <a:pt x="37" y="72"/>
                  </a:moveTo>
                  <a:lnTo>
                    <a:pt x="17" y="77"/>
                  </a:lnTo>
                  <a:lnTo>
                    <a:pt x="10" y="59"/>
                  </a:lnTo>
                  <a:lnTo>
                    <a:pt x="0" y="55"/>
                  </a:lnTo>
                  <a:lnTo>
                    <a:pt x="0" y="25"/>
                  </a:lnTo>
                  <a:lnTo>
                    <a:pt x="22" y="22"/>
                  </a:lnTo>
                  <a:lnTo>
                    <a:pt x="35" y="0"/>
                  </a:lnTo>
                  <a:lnTo>
                    <a:pt x="47" y="22"/>
                  </a:lnTo>
                  <a:lnTo>
                    <a:pt x="35" y="55"/>
                  </a:lnTo>
                  <a:lnTo>
                    <a:pt x="37" y="7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6C9E8918-C2AE-2E5C-A494-121A2666C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092" y="2522916"/>
              <a:ext cx="33102" cy="14392"/>
            </a:xfrm>
            <a:custGeom>
              <a:avLst/>
              <a:gdLst>
                <a:gd name="T0" fmla="*/ 0 w 23"/>
                <a:gd name="T1" fmla="*/ 10 h 10"/>
                <a:gd name="T2" fmla="*/ 5 w 23"/>
                <a:gd name="T3" fmla="*/ 0 h 10"/>
                <a:gd name="T4" fmla="*/ 15 w 23"/>
                <a:gd name="T5" fmla="*/ 0 h 10"/>
                <a:gd name="T6" fmla="*/ 23 w 23"/>
                <a:gd name="T7" fmla="*/ 0 h 10"/>
                <a:gd name="T8" fmla="*/ 0 w 2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0">
                  <a:moveTo>
                    <a:pt x="0" y="10"/>
                  </a:moveTo>
                  <a:lnTo>
                    <a:pt x="5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A3075872-7194-BCD8-B816-E8950840D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270" y="2698503"/>
              <a:ext cx="71962" cy="93551"/>
            </a:xfrm>
            <a:custGeom>
              <a:avLst/>
              <a:gdLst>
                <a:gd name="T0" fmla="*/ 0 w 50"/>
                <a:gd name="T1" fmla="*/ 50 h 65"/>
                <a:gd name="T2" fmla="*/ 10 w 50"/>
                <a:gd name="T3" fmla="*/ 47 h 65"/>
                <a:gd name="T4" fmla="*/ 20 w 50"/>
                <a:gd name="T5" fmla="*/ 50 h 65"/>
                <a:gd name="T6" fmla="*/ 25 w 50"/>
                <a:gd name="T7" fmla="*/ 65 h 65"/>
                <a:gd name="T8" fmla="*/ 28 w 50"/>
                <a:gd name="T9" fmla="*/ 45 h 65"/>
                <a:gd name="T10" fmla="*/ 40 w 50"/>
                <a:gd name="T11" fmla="*/ 35 h 65"/>
                <a:gd name="T12" fmla="*/ 50 w 50"/>
                <a:gd name="T13" fmla="*/ 20 h 65"/>
                <a:gd name="T14" fmla="*/ 50 w 50"/>
                <a:gd name="T15" fmla="*/ 0 h 65"/>
                <a:gd name="T16" fmla="*/ 28 w 50"/>
                <a:gd name="T17" fmla="*/ 3 h 65"/>
                <a:gd name="T18" fmla="*/ 23 w 50"/>
                <a:gd name="T19" fmla="*/ 10 h 65"/>
                <a:gd name="T20" fmla="*/ 23 w 50"/>
                <a:gd name="T21" fmla="*/ 13 h 65"/>
                <a:gd name="T22" fmla="*/ 20 w 50"/>
                <a:gd name="T23" fmla="*/ 20 h 65"/>
                <a:gd name="T24" fmla="*/ 10 w 50"/>
                <a:gd name="T25" fmla="*/ 13 h 65"/>
                <a:gd name="T26" fmla="*/ 3 w 50"/>
                <a:gd name="T27" fmla="*/ 35 h 65"/>
                <a:gd name="T28" fmla="*/ 5 w 50"/>
                <a:gd name="T29" fmla="*/ 37 h 65"/>
                <a:gd name="T30" fmla="*/ 0 w 50"/>
                <a:gd name="T31" fmla="*/ 5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65">
                  <a:moveTo>
                    <a:pt x="0" y="50"/>
                  </a:moveTo>
                  <a:lnTo>
                    <a:pt x="10" y="47"/>
                  </a:lnTo>
                  <a:lnTo>
                    <a:pt x="20" y="50"/>
                  </a:lnTo>
                  <a:lnTo>
                    <a:pt x="25" y="65"/>
                  </a:lnTo>
                  <a:lnTo>
                    <a:pt x="28" y="45"/>
                  </a:lnTo>
                  <a:lnTo>
                    <a:pt x="40" y="35"/>
                  </a:lnTo>
                  <a:lnTo>
                    <a:pt x="50" y="20"/>
                  </a:lnTo>
                  <a:lnTo>
                    <a:pt x="50" y="0"/>
                  </a:lnTo>
                  <a:lnTo>
                    <a:pt x="28" y="3"/>
                  </a:lnTo>
                  <a:lnTo>
                    <a:pt x="23" y="10"/>
                  </a:lnTo>
                  <a:lnTo>
                    <a:pt x="23" y="13"/>
                  </a:lnTo>
                  <a:lnTo>
                    <a:pt x="20" y="20"/>
                  </a:lnTo>
                  <a:lnTo>
                    <a:pt x="10" y="13"/>
                  </a:lnTo>
                  <a:lnTo>
                    <a:pt x="3" y="35"/>
                  </a:lnTo>
                  <a:lnTo>
                    <a:pt x="5" y="3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9C9081B9-C355-B843-C7D6-A5542049E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736" y="2183256"/>
              <a:ext cx="233156" cy="139606"/>
            </a:xfrm>
            <a:custGeom>
              <a:avLst/>
              <a:gdLst>
                <a:gd name="T0" fmla="*/ 50 w 162"/>
                <a:gd name="T1" fmla="*/ 18 h 97"/>
                <a:gd name="T2" fmla="*/ 27 w 162"/>
                <a:gd name="T3" fmla="*/ 0 h 97"/>
                <a:gd name="T4" fmla="*/ 0 w 162"/>
                <a:gd name="T5" fmla="*/ 30 h 97"/>
                <a:gd name="T6" fmla="*/ 2 w 162"/>
                <a:gd name="T7" fmla="*/ 45 h 97"/>
                <a:gd name="T8" fmla="*/ 32 w 162"/>
                <a:gd name="T9" fmla="*/ 40 h 97"/>
                <a:gd name="T10" fmla="*/ 32 w 162"/>
                <a:gd name="T11" fmla="*/ 62 h 97"/>
                <a:gd name="T12" fmla="*/ 25 w 162"/>
                <a:gd name="T13" fmla="*/ 80 h 97"/>
                <a:gd name="T14" fmla="*/ 52 w 162"/>
                <a:gd name="T15" fmla="*/ 72 h 97"/>
                <a:gd name="T16" fmla="*/ 80 w 162"/>
                <a:gd name="T17" fmla="*/ 85 h 97"/>
                <a:gd name="T18" fmla="*/ 89 w 162"/>
                <a:gd name="T19" fmla="*/ 97 h 97"/>
                <a:gd name="T20" fmla="*/ 114 w 162"/>
                <a:gd name="T21" fmla="*/ 72 h 97"/>
                <a:gd name="T22" fmla="*/ 134 w 162"/>
                <a:gd name="T23" fmla="*/ 72 h 97"/>
                <a:gd name="T24" fmla="*/ 157 w 162"/>
                <a:gd name="T25" fmla="*/ 57 h 97"/>
                <a:gd name="T26" fmla="*/ 162 w 162"/>
                <a:gd name="T27" fmla="*/ 33 h 97"/>
                <a:gd name="T28" fmla="*/ 157 w 162"/>
                <a:gd name="T29" fmla="*/ 5 h 97"/>
                <a:gd name="T30" fmla="*/ 124 w 162"/>
                <a:gd name="T31" fmla="*/ 5 h 97"/>
                <a:gd name="T32" fmla="*/ 94 w 162"/>
                <a:gd name="T33" fmla="*/ 15 h 97"/>
                <a:gd name="T34" fmla="*/ 60 w 162"/>
                <a:gd name="T35" fmla="*/ 3 h 97"/>
                <a:gd name="T36" fmla="*/ 50 w 162"/>
                <a:gd name="T37" fmla="*/ 1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2" h="97">
                  <a:moveTo>
                    <a:pt x="50" y="18"/>
                  </a:moveTo>
                  <a:lnTo>
                    <a:pt x="27" y="0"/>
                  </a:lnTo>
                  <a:lnTo>
                    <a:pt x="0" y="30"/>
                  </a:lnTo>
                  <a:lnTo>
                    <a:pt x="2" y="45"/>
                  </a:lnTo>
                  <a:lnTo>
                    <a:pt x="32" y="40"/>
                  </a:lnTo>
                  <a:lnTo>
                    <a:pt x="32" y="62"/>
                  </a:lnTo>
                  <a:lnTo>
                    <a:pt x="25" y="80"/>
                  </a:lnTo>
                  <a:lnTo>
                    <a:pt x="52" y="72"/>
                  </a:lnTo>
                  <a:lnTo>
                    <a:pt x="80" y="85"/>
                  </a:lnTo>
                  <a:lnTo>
                    <a:pt x="89" y="97"/>
                  </a:lnTo>
                  <a:lnTo>
                    <a:pt x="114" y="72"/>
                  </a:lnTo>
                  <a:lnTo>
                    <a:pt x="134" y="72"/>
                  </a:lnTo>
                  <a:lnTo>
                    <a:pt x="157" y="57"/>
                  </a:lnTo>
                  <a:lnTo>
                    <a:pt x="162" y="33"/>
                  </a:lnTo>
                  <a:lnTo>
                    <a:pt x="157" y="5"/>
                  </a:lnTo>
                  <a:lnTo>
                    <a:pt x="124" y="5"/>
                  </a:lnTo>
                  <a:lnTo>
                    <a:pt x="94" y="15"/>
                  </a:lnTo>
                  <a:lnTo>
                    <a:pt x="60" y="3"/>
                  </a:lnTo>
                  <a:lnTo>
                    <a:pt x="50" y="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144804AA-8CCF-E723-4819-BC8A4DF71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602" y="3009377"/>
              <a:ext cx="142484" cy="107943"/>
            </a:xfrm>
            <a:custGeom>
              <a:avLst/>
              <a:gdLst>
                <a:gd name="T0" fmla="*/ 74 w 99"/>
                <a:gd name="T1" fmla="*/ 63 h 75"/>
                <a:gd name="T2" fmla="*/ 57 w 99"/>
                <a:gd name="T3" fmla="*/ 65 h 75"/>
                <a:gd name="T4" fmla="*/ 49 w 99"/>
                <a:gd name="T5" fmla="*/ 65 h 75"/>
                <a:gd name="T6" fmla="*/ 37 w 99"/>
                <a:gd name="T7" fmla="*/ 75 h 75"/>
                <a:gd name="T8" fmla="*/ 22 w 99"/>
                <a:gd name="T9" fmla="*/ 70 h 75"/>
                <a:gd name="T10" fmla="*/ 12 w 99"/>
                <a:gd name="T11" fmla="*/ 70 h 75"/>
                <a:gd name="T12" fmla="*/ 10 w 99"/>
                <a:gd name="T13" fmla="*/ 43 h 75"/>
                <a:gd name="T14" fmla="*/ 0 w 99"/>
                <a:gd name="T15" fmla="*/ 25 h 75"/>
                <a:gd name="T16" fmla="*/ 0 w 99"/>
                <a:gd name="T17" fmla="*/ 15 h 75"/>
                <a:gd name="T18" fmla="*/ 15 w 99"/>
                <a:gd name="T19" fmla="*/ 3 h 75"/>
                <a:gd name="T20" fmla="*/ 20 w 99"/>
                <a:gd name="T21" fmla="*/ 8 h 75"/>
                <a:gd name="T22" fmla="*/ 25 w 99"/>
                <a:gd name="T23" fmla="*/ 0 h 75"/>
                <a:gd name="T24" fmla="*/ 44 w 99"/>
                <a:gd name="T25" fmla="*/ 8 h 75"/>
                <a:gd name="T26" fmla="*/ 52 w 99"/>
                <a:gd name="T27" fmla="*/ 23 h 75"/>
                <a:gd name="T28" fmla="*/ 77 w 99"/>
                <a:gd name="T29" fmla="*/ 18 h 75"/>
                <a:gd name="T30" fmla="*/ 92 w 99"/>
                <a:gd name="T31" fmla="*/ 15 h 75"/>
                <a:gd name="T32" fmla="*/ 99 w 99"/>
                <a:gd name="T33" fmla="*/ 33 h 75"/>
                <a:gd name="T34" fmla="*/ 92 w 99"/>
                <a:gd name="T35" fmla="*/ 45 h 75"/>
                <a:gd name="T36" fmla="*/ 84 w 99"/>
                <a:gd name="T37" fmla="*/ 53 h 75"/>
                <a:gd name="T38" fmla="*/ 92 w 99"/>
                <a:gd name="T39" fmla="*/ 60 h 75"/>
                <a:gd name="T40" fmla="*/ 74 w 99"/>
                <a:gd name="T41" fmla="*/ 6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9" h="75">
                  <a:moveTo>
                    <a:pt x="74" y="63"/>
                  </a:moveTo>
                  <a:lnTo>
                    <a:pt x="57" y="65"/>
                  </a:lnTo>
                  <a:lnTo>
                    <a:pt x="49" y="65"/>
                  </a:lnTo>
                  <a:lnTo>
                    <a:pt x="37" y="75"/>
                  </a:lnTo>
                  <a:lnTo>
                    <a:pt x="22" y="70"/>
                  </a:lnTo>
                  <a:lnTo>
                    <a:pt x="12" y="70"/>
                  </a:lnTo>
                  <a:lnTo>
                    <a:pt x="10" y="43"/>
                  </a:lnTo>
                  <a:lnTo>
                    <a:pt x="0" y="25"/>
                  </a:lnTo>
                  <a:lnTo>
                    <a:pt x="0" y="15"/>
                  </a:lnTo>
                  <a:lnTo>
                    <a:pt x="15" y="3"/>
                  </a:lnTo>
                  <a:lnTo>
                    <a:pt x="20" y="8"/>
                  </a:lnTo>
                  <a:lnTo>
                    <a:pt x="25" y="0"/>
                  </a:lnTo>
                  <a:lnTo>
                    <a:pt x="44" y="8"/>
                  </a:lnTo>
                  <a:lnTo>
                    <a:pt x="52" y="23"/>
                  </a:lnTo>
                  <a:lnTo>
                    <a:pt x="77" y="18"/>
                  </a:lnTo>
                  <a:lnTo>
                    <a:pt x="92" y="15"/>
                  </a:lnTo>
                  <a:lnTo>
                    <a:pt x="99" y="33"/>
                  </a:lnTo>
                  <a:lnTo>
                    <a:pt x="92" y="45"/>
                  </a:lnTo>
                  <a:lnTo>
                    <a:pt x="84" y="53"/>
                  </a:lnTo>
                  <a:lnTo>
                    <a:pt x="92" y="60"/>
                  </a:lnTo>
                  <a:lnTo>
                    <a:pt x="74" y="6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5996040C-26EB-68A4-E6CC-DA7321AC6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107" y="2033576"/>
              <a:ext cx="243231" cy="428892"/>
            </a:xfrm>
            <a:custGeom>
              <a:avLst/>
              <a:gdLst>
                <a:gd name="T0" fmla="*/ 23 w 169"/>
                <a:gd name="T1" fmla="*/ 124 h 298"/>
                <a:gd name="T2" fmla="*/ 35 w 169"/>
                <a:gd name="T3" fmla="*/ 117 h 298"/>
                <a:gd name="T4" fmla="*/ 33 w 169"/>
                <a:gd name="T5" fmla="*/ 79 h 298"/>
                <a:gd name="T6" fmla="*/ 33 w 169"/>
                <a:gd name="T7" fmla="*/ 67 h 298"/>
                <a:gd name="T8" fmla="*/ 18 w 169"/>
                <a:gd name="T9" fmla="*/ 55 h 298"/>
                <a:gd name="T10" fmla="*/ 3 w 169"/>
                <a:gd name="T11" fmla="*/ 40 h 298"/>
                <a:gd name="T12" fmla="*/ 18 w 169"/>
                <a:gd name="T13" fmla="*/ 42 h 298"/>
                <a:gd name="T14" fmla="*/ 33 w 169"/>
                <a:gd name="T15" fmla="*/ 45 h 298"/>
                <a:gd name="T16" fmla="*/ 58 w 169"/>
                <a:gd name="T17" fmla="*/ 42 h 298"/>
                <a:gd name="T18" fmla="*/ 65 w 169"/>
                <a:gd name="T19" fmla="*/ 25 h 298"/>
                <a:gd name="T20" fmla="*/ 77 w 169"/>
                <a:gd name="T21" fmla="*/ 10 h 298"/>
                <a:gd name="T22" fmla="*/ 87 w 169"/>
                <a:gd name="T23" fmla="*/ 0 h 298"/>
                <a:gd name="T24" fmla="*/ 102 w 169"/>
                <a:gd name="T25" fmla="*/ 2 h 298"/>
                <a:gd name="T26" fmla="*/ 115 w 169"/>
                <a:gd name="T27" fmla="*/ 15 h 298"/>
                <a:gd name="T28" fmla="*/ 105 w 169"/>
                <a:gd name="T29" fmla="*/ 45 h 298"/>
                <a:gd name="T30" fmla="*/ 125 w 169"/>
                <a:gd name="T31" fmla="*/ 62 h 298"/>
                <a:gd name="T32" fmla="*/ 125 w 169"/>
                <a:gd name="T33" fmla="*/ 82 h 298"/>
                <a:gd name="T34" fmla="*/ 130 w 169"/>
                <a:gd name="T35" fmla="*/ 107 h 298"/>
                <a:gd name="T36" fmla="*/ 132 w 169"/>
                <a:gd name="T37" fmla="*/ 137 h 298"/>
                <a:gd name="T38" fmla="*/ 140 w 169"/>
                <a:gd name="T39" fmla="*/ 161 h 298"/>
                <a:gd name="T40" fmla="*/ 147 w 169"/>
                <a:gd name="T41" fmla="*/ 189 h 298"/>
                <a:gd name="T42" fmla="*/ 157 w 169"/>
                <a:gd name="T43" fmla="*/ 199 h 298"/>
                <a:gd name="T44" fmla="*/ 169 w 169"/>
                <a:gd name="T45" fmla="*/ 209 h 298"/>
                <a:gd name="T46" fmla="*/ 157 w 169"/>
                <a:gd name="T47" fmla="*/ 221 h 298"/>
                <a:gd name="T48" fmla="*/ 137 w 169"/>
                <a:gd name="T49" fmla="*/ 241 h 298"/>
                <a:gd name="T50" fmla="*/ 122 w 169"/>
                <a:gd name="T51" fmla="*/ 261 h 298"/>
                <a:gd name="T52" fmla="*/ 115 w 169"/>
                <a:gd name="T53" fmla="*/ 278 h 298"/>
                <a:gd name="T54" fmla="*/ 117 w 169"/>
                <a:gd name="T55" fmla="*/ 298 h 298"/>
                <a:gd name="T56" fmla="*/ 100 w 169"/>
                <a:gd name="T57" fmla="*/ 271 h 298"/>
                <a:gd name="T58" fmla="*/ 77 w 169"/>
                <a:gd name="T59" fmla="*/ 276 h 298"/>
                <a:gd name="T60" fmla="*/ 65 w 169"/>
                <a:gd name="T61" fmla="*/ 286 h 298"/>
                <a:gd name="T62" fmla="*/ 35 w 169"/>
                <a:gd name="T63" fmla="*/ 283 h 298"/>
                <a:gd name="T64" fmla="*/ 13 w 169"/>
                <a:gd name="T65" fmla="*/ 268 h 298"/>
                <a:gd name="T66" fmla="*/ 5 w 169"/>
                <a:gd name="T67" fmla="*/ 248 h 298"/>
                <a:gd name="T68" fmla="*/ 0 w 169"/>
                <a:gd name="T69" fmla="*/ 229 h 298"/>
                <a:gd name="T70" fmla="*/ 3 w 169"/>
                <a:gd name="T71" fmla="*/ 196 h 298"/>
                <a:gd name="T72" fmla="*/ 25 w 169"/>
                <a:gd name="T73" fmla="*/ 186 h 298"/>
                <a:gd name="T74" fmla="*/ 40 w 169"/>
                <a:gd name="T75" fmla="*/ 171 h 298"/>
                <a:gd name="T76" fmla="*/ 45 w 169"/>
                <a:gd name="T77" fmla="*/ 151 h 298"/>
                <a:gd name="T78" fmla="*/ 72 w 169"/>
                <a:gd name="T79" fmla="*/ 154 h 298"/>
                <a:gd name="T80" fmla="*/ 58 w 169"/>
                <a:gd name="T81" fmla="*/ 127 h 298"/>
                <a:gd name="T82" fmla="*/ 23 w 169"/>
                <a:gd name="T83" fmla="*/ 12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9" h="298">
                  <a:moveTo>
                    <a:pt x="23" y="124"/>
                  </a:moveTo>
                  <a:lnTo>
                    <a:pt x="35" y="117"/>
                  </a:lnTo>
                  <a:lnTo>
                    <a:pt x="33" y="79"/>
                  </a:lnTo>
                  <a:lnTo>
                    <a:pt x="33" y="67"/>
                  </a:lnTo>
                  <a:lnTo>
                    <a:pt x="18" y="55"/>
                  </a:lnTo>
                  <a:lnTo>
                    <a:pt x="3" y="40"/>
                  </a:lnTo>
                  <a:lnTo>
                    <a:pt x="18" y="42"/>
                  </a:lnTo>
                  <a:lnTo>
                    <a:pt x="33" y="45"/>
                  </a:lnTo>
                  <a:lnTo>
                    <a:pt x="58" y="42"/>
                  </a:lnTo>
                  <a:lnTo>
                    <a:pt x="65" y="25"/>
                  </a:lnTo>
                  <a:lnTo>
                    <a:pt x="77" y="10"/>
                  </a:lnTo>
                  <a:lnTo>
                    <a:pt x="87" y="0"/>
                  </a:lnTo>
                  <a:lnTo>
                    <a:pt x="102" y="2"/>
                  </a:lnTo>
                  <a:lnTo>
                    <a:pt x="115" y="15"/>
                  </a:lnTo>
                  <a:lnTo>
                    <a:pt x="105" y="45"/>
                  </a:lnTo>
                  <a:lnTo>
                    <a:pt x="125" y="62"/>
                  </a:lnTo>
                  <a:lnTo>
                    <a:pt x="125" y="82"/>
                  </a:lnTo>
                  <a:lnTo>
                    <a:pt x="130" y="107"/>
                  </a:lnTo>
                  <a:lnTo>
                    <a:pt x="132" y="137"/>
                  </a:lnTo>
                  <a:lnTo>
                    <a:pt x="140" y="161"/>
                  </a:lnTo>
                  <a:lnTo>
                    <a:pt x="147" y="189"/>
                  </a:lnTo>
                  <a:lnTo>
                    <a:pt x="157" y="199"/>
                  </a:lnTo>
                  <a:lnTo>
                    <a:pt x="169" y="209"/>
                  </a:lnTo>
                  <a:lnTo>
                    <a:pt x="157" y="221"/>
                  </a:lnTo>
                  <a:lnTo>
                    <a:pt x="137" y="241"/>
                  </a:lnTo>
                  <a:lnTo>
                    <a:pt x="122" y="261"/>
                  </a:lnTo>
                  <a:lnTo>
                    <a:pt x="115" y="278"/>
                  </a:lnTo>
                  <a:lnTo>
                    <a:pt x="117" y="298"/>
                  </a:lnTo>
                  <a:lnTo>
                    <a:pt x="100" y="271"/>
                  </a:lnTo>
                  <a:lnTo>
                    <a:pt x="77" y="276"/>
                  </a:lnTo>
                  <a:lnTo>
                    <a:pt x="65" y="286"/>
                  </a:lnTo>
                  <a:lnTo>
                    <a:pt x="35" y="283"/>
                  </a:lnTo>
                  <a:lnTo>
                    <a:pt x="13" y="268"/>
                  </a:lnTo>
                  <a:lnTo>
                    <a:pt x="5" y="248"/>
                  </a:lnTo>
                  <a:lnTo>
                    <a:pt x="0" y="229"/>
                  </a:lnTo>
                  <a:lnTo>
                    <a:pt x="3" y="196"/>
                  </a:lnTo>
                  <a:lnTo>
                    <a:pt x="25" y="186"/>
                  </a:lnTo>
                  <a:lnTo>
                    <a:pt x="40" y="171"/>
                  </a:lnTo>
                  <a:lnTo>
                    <a:pt x="45" y="151"/>
                  </a:lnTo>
                  <a:lnTo>
                    <a:pt x="72" y="154"/>
                  </a:lnTo>
                  <a:lnTo>
                    <a:pt x="58" y="127"/>
                  </a:lnTo>
                  <a:lnTo>
                    <a:pt x="23" y="12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AC3EB11F-5FD8-F7A3-4B2D-96542B63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801" y="2849623"/>
              <a:ext cx="168391" cy="96428"/>
            </a:xfrm>
            <a:custGeom>
              <a:avLst/>
              <a:gdLst>
                <a:gd name="T0" fmla="*/ 5 w 117"/>
                <a:gd name="T1" fmla="*/ 52 h 67"/>
                <a:gd name="T2" fmla="*/ 0 w 117"/>
                <a:gd name="T3" fmla="*/ 39 h 67"/>
                <a:gd name="T4" fmla="*/ 7 w 117"/>
                <a:gd name="T5" fmla="*/ 42 h 67"/>
                <a:gd name="T6" fmla="*/ 15 w 117"/>
                <a:gd name="T7" fmla="*/ 42 h 67"/>
                <a:gd name="T8" fmla="*/ 37 w 117"/>
                <a:gd name="T9" fmla="*/ 34 h 67"/>
                <a:gd name="T10" fmla="*/ 52 w 117"/>
                <a:gd name="T11" fmla="*/ 22 h 67"/>
                <a:gd name="T12" fmla="*/ 57 w 117"/>
                <a:gd name="T13" fmla="*/ 17 h 67"/>
                <a:gd name="T14" fmla="*/ 60 w 117"/>
                <a:gd name="T15" fmla="*/ 0 h 67"/>
                <a:gd name="T16" fmla="*/ 72 w 117"/>
                <a:gd name="T17" fmla="*/ 12 h 67"/>
                <a:gd name="T18" fmla="*/ 84 w 117"/>
                <a:gd name="T19" fmla="*/ 10 h 67"/>
                <a:gd name="T20" fmla="*/ 89 w 117"/>
                <a:gd name="T21" fmla="*/ 0 h 67"/>
                <a:gd name="T22" fmla="*/ 104 w 117"/>
                <a:gd name="T23" fmla="*/ 2 h 67"/>
                <a:gd name="T24" fmla="*/ 102 w 117"/>
                <a:gd name="T25" fmla="*/ 12 h 67"/>
                <a:gd name="T26" fmla="*/ 114 w 117"/>
                <a:gd name="T27" fmla="*/ 19 h 67"/>
                <a:gd name="T28" fmla="*/ 117 w 117"/>
                <a:gd name="T29" fmla="*/ 37 h 67"/>
                <a:gd name="T30" fmla="*/ 109 w 117"/>
                <a:gd name="T31" fmla="*/ 47 h 67"/>
                <a:gd name="T32" fmla="*/ 109 w 117"/>
                <a:gd name="T33" fmla="*/ 52 h 67"/>
                <a:gd name="T34" fmla="*/ 102 w 117"/>
                <a:gd name="T35" fmla="*/ 59 h 67"/>
                <a:gd name="T36" fmla="*/ 84 w 117"/>
                <a:gd name="T37" fmla="*/ 67 h 67"/>
                <a:gd name="T38" fmla="*/ 57 w 117"/>
                <a:gd name="T39" fmla="*/ 59 h 67"/>
                <a:gd name="T40" fmla="*/ 45 w 117"/>
                <a:gd name="T41" fmla="*/ 49 h 67"/>
                <a:gd name="T42" fmla="*/ 30 w 117"/>
                <a:gd name="T43" fmla="*/ 57 h 67"/>
                <a:gd name="T44" fmla="*/ 12 w 117"/>
                <a:gd name="T45" fmla="*/ 57 h 67"/>
                <a:gd name="T46" fmla="*/ 5 w 117"/>
                <a:gd name="T47" fmla="*/ 5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67">
                  <a:moveTo>
                    <a:pt x="5" y="52"/>
                  </a:moveTo>
                  <a:lnTo>
                    <a:pt x="0" y="39"/>
                  </a:lnTo>
                  <a:lnTo>
                    <a:pt x="7" y="42"/>
                  </a:lnTo>
                  <a:lnTo>
                    <a:pt x="15" y="42"/>
                  </a:lnTo>
                  <a:lnTo>
                    <a:pt x="37" y="34"/>
                  </a:lnTo>
                  <a:lnTo>
                    <a:pt x="52" y="22"/>
                  </a:lnTo>
                  <a:lnTo>
                    <a:pt x="57" y="17"/>
                  </a:lnTo>
                  <a:lnTo>
                    <a:pt x="60" y="0"/>
                  </a:lnTo>
                  <a:lnTo>
                    <a:pt x="72" y="12"/>
                  </a:lnTo>
                  <a:lnTo>
                    <a:pt x="84" y="10"/>
                  </a:lnTo>
                  <a:lnTo>
                    <a:pt x="89" y="0"/>
                  </a:lnTo>
                  <a:lnTo>
                    <a:pt x="104" y="2"/>
                  </a:lnTo>
                  <a:lnTo>
                    <a:pt x="102" y="12"/>
                  </a:lnTo>
                  <a:lnTo>
                    <a:pt x="114" y="19"/>
                  </a:lnTo>
                  <a:lnTo>
                    <a:pt x="117" y="37"/>
                  </a:lnTo>
                  <a:lnTo>
                    <a:pt x="109" y="47"/>
                  </a:lnTo>
                  <a:lnTo>
                    <a:pt x="109" y="52"/>
                  </a:lnTo>
                  <a:lnTo>
                    <a:pt x="102" y="59"/>
                  </a:lnTo>
                  <a:lnTo>
                    <a:pt x="84" y="67"/>
                  </a:lnTo>
                  <a:lnTo>
                    <a:pt x="57" y="59"/>
                  </a:lnTo>
                  <a:lnTo>
                    <a:pt x="45" y="49"/>
                  </a:lnTo>
                  <a:lnTo>
                    <a:pt x="30" y="57"/>
                  </a:lnTo>
                  <a:lnTo>
                    <a:pt x="12" y="57"/>
                  </a:lnTo>
                  <a:lnTo>
                    <a:pt x="5" y="5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0CEF5240-12AA-0C41-493B-86C80424E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319" y="2484057"/>
              <a:ext cx="17271" cy="11514"/>
            </a:xfrm>
            <a:custGeom>
              <a:avLst/>
              <a:gdLst>
                <a:gd name="T0" fmla="*/ 0 w 12"/>
                <a:gd name="T1" fmla="*/ 0 h 8"/>
                <a:gd name="T2" fmla="*/ 2 w 12"/>
                <a:gd name="T3" fmla="*/ 8 h 8"/>
                <a:gd name="T4" fmla="*/ 12 w 12"/>
                <a:gd name="T5" fmla="*/ 0 h 8"/>
                <a:gd name="T6" fmla="*/ 0 w 1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8">
                  <a:moveTo>
                    <a:pt x="0" y="0"/>
                  </a:moveTo>
                  <a:lnTo>
                    <a:pt x="2" y="8"/>
                  </a:ln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2AD8B544-F4DD-6070-F410-E9D394CE3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548" y="3220946"/>
              <a:ext cx="53252" cy="35980"/>
            </a:xfrm>
            <a:custGeom>
              <a:avLst/>
              <a:gdLst>
                <a:gd name="T0" fmla="*/ 32 w 37"/>
                <a:gd name="T1" fmla="*/ 0 h 25"/>
                <a:gd name="T2" fmla="*/ 19 w 37"/>
                <a:gd name="T3" fmla="*/ 5 h 25"/>
                <a:gd name="T4" fmla="*/ 0 w 37"/>
                <a:gd name="T5" fmla="*/ 3 h 25"/>
                <a:gd name="T6" fmla="*/ 4 w 37"/>
                <a:gd name="T7" fmla="*/ 8 h 25"/>
                <a:gd name="T8" fmla="*/ 7 w 37"/>
                <a:gd name="T9" fmla="*/ 18 h 25"/>
                <a:gd name="T10" fmla="*/ 17 w 37"/>
                <a:gd name="T11" fmla="*/ 18 h 25"/>
                <a:gd name="T12" fmla="*/ 37 w 37"/>
                <a:gd name="T13" fmla="*/ 25 h 25"/>
                <a:gd name="T14" fmla="*/ 37 w 37"/>
                <a:gd name="T15" fmla="*/ 13 h 25"/>
                <a:gd name="T16" fmla="*/ 32 w 37"/>
                <a:gd name="T1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25">
                  <a:moveTo>
                    <a:pt x="32" y="0"/>
                  </a:moveTo>
                  <a:lnTo>
                    <a:pt x="19" y="5"/>
                  </a:lnTo>
                  <a:lnTo>
                    <a:pt x="0" y="3"/>
                  </a:lnTo>
                  <a:lnTo>
                    <a:pt x="4" y="8"/>
                  </a:lnTo>
                  <a:lnTo>
                    <a:pt x="7" y="18"/>
                  </a:lnTo>
                  <a:lnTo>
                    <a:pt x="17" y="18"/>
                  </a:lnTo>
                  <a:lnTo>
                    <a:pt x="37" y="25"/>
                  </a:lnTo>
                  <a:lnTo>
                    <a:pt x="37" y="1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0BA00E17-4CEB-336B-A79A-393359AE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415" y="2633737"/>
              <a:ext cx="103625" cy="132410"/>
            </a:xfrm>
            <a:custGeom>
              <a:avLst/>
              <a:gdLst>
                <a:gd name="T0" fmla="*/ 38 w 72"/>
                <a:gd name="T1" fmla="*/ 0 h 92"/>
                <a:gd name="T2" fmla="*/ 33 w 72"/>
                <a:gd name="T3" fmla="*/ 8 h 92"/>
                <a:gd name="T4" fmla="*/ 33 w 72"/>
                <a:gd name="T5" fmla="*/ 20 h 92"/>
                <a:gd name="T6" fmla="*/ 3 w 72"/>
                <a:gd name="T7" fmla="*/ 25 h 92"/>
                <a:gd name="T8" fmla="*/ 0 w 72"/>
                <a:gd name="T9" fmla="*/ 33 h 92"/>
                <a:gd name="T10" fmla="*/ 0 w 72"/>
                <a:gd name="T11" fmla="*/ 48 h 92"/>
                <a:gd name="T12" fmla="*/ 10 w 72"/>
                <a:gd name="T13" fmla="*/ 50 h 92"/>
                <a:gd name="T14" fmla="*/ 10 w 72"/>
                <a:gd name="T15" fmla="*/ 63 h 92"/>
                <a:gd name="T16" fmla="*/ 0 w 72"/>
                <a:gd name="T17" fmla="*/ 68 h 92"/>
                <a:gd name="T18" fmla="*/ 3 w 72"/>
                <a:gd name="T19" fmla="*/ 82 h 92"/>
                <a:gd name="T20" fmla="*/ 3 w 72"/>
                <a:gd name="T21" fmla="*/ 92 h 92"/>
                <a:gd name="T22" fmla="*/ 23 w 72"/>
                <a:gd name="T23" fmla="*/ 92 h 92"/>
                <a:gd name="T24" fmla="*/ 40 w 72"/>
                <a:gd name="T25" fmla="*/ 80 h 92"/>
                <a:gd name="T26" fmla="*/ 55 w 72"/>
                <a:gd name="T27" fmla="*/ 80 h 92"/>
                <a:gd name="T28" fmla="*/ 67 w 72"/>
                <a:gd name="T29" fmla="*/ 78 h 92"/>
                <a:gd name="T30" fmla="*/ 72 w 72"/>
                <a:gd name="T31" fmla="*/ 50 h 92"/>
                <a:gd name="T32" fmla="*/ 65 w 72"/>
                <a:gd name="T33" fmla="*/ 30 h 92"/>
                <a:gd name="T34" fmla="*/ 45 w 72"/>
                <a:gd name="T35" fmla="*/ 30 h 92"/>
                <a:gd name="T36" fmla="*/ 43 w 72"/>
                <a:gd name="T37" fmla="*/ 20 h 92"/>
                <a:gd name="T38" fmla="*/ 47 w 72"/>
                <a:gd name="T39" fmla="*/ 5 h 92"/>
                <a:gd name="T40" fmla="*/ 38 w 72"/>
                <a:gd name="T4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2" h="92">
                  <a:moveTo>
                    <a:pt x="38" y="0"/>
                  </a:moveTo>
                  <a:lnTo>
                    <a:pt x="33" y="8"/>
                  </a:lnTo>
                  <a:lnTo>
                    <a:pt x="33" y="20"/>
                  </a:lnTo>
                  <a:lnTo>
                    <a:pt x="3" y="25"/>
                  </a:lnTo>
                  <a:lnTo>
                    <a:pt x="0" y="33"/>
                  </a:lnTo>
                  <a:lnTo>
                    <a:pt x="0" y="48"/>
                  </a:lnTo>
                  <a:lnTo>
                    <a:pt x="10" y="50"/>
                  </a:lnTo>
                  <a:lnTo>
                    <a:pt x="10" y="63"/>
                  </a:lnTo>
                  <a:lnTo>
                    <a:pt x="0" y="68"/>
                  </a:lnTo>
                  <a:lnTo>
                    <a:pt x="3" y="82"/>
                  </a:lnTo>
                  <a:lnTo>
                    <a:pt x="3" y="92"/>
                  </a:lnTo>
                  <a:lnTo>
                    <a:pt x="23" y="92"/>
                  </a:lnTo>
                  <a:lnTo>
                    <a:pt x="40" y="80"/>
                  </a:lnTo>
                  <a:lnTo>
                    <a:pt x="55" y="80"/>
                  </a:lnTo>
                  <a:lnTo>
                    <a:pt x="67" y="78"/>
                  </a:lnTo>
                  <a:lnTo>
                    <a:pt x="72" y="50"/>
                  </a:lnTo>
                  <a:lnTo>
                    <a:pt x="65" y="30"/>
                  </a:lnTo>
                  <a:lnTo>
                    <a:pt x="45" y="30"/>
                  </a:lnTo>
                  <a:lnTo>
                    <a:pt x="43" y="20"/>
                  </a:lnTo>
                  <a:lnTo>
                    <a:pt x="47" y="5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E35259DE-2EFD-BF93-9A36-88542913F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301" y="2633737"/>
              <a:ext cx="53252" cy="43177"/>
            </a:xfrm>
            <a:custGeom>
              <a:avLst/>
              <a:gdLst>
                <a:gd name="T0" fmla="*/ 22 w 37"/>
                <a:gd name="T1" fmla="*/ 30 h 30"/>
                <a:gd name="T2" fmla="*/ 2 w 37"/>
                <a:gd name="T3" fmla="*/ 30 h 30"/>
                <a:gd name="T4" fmla="*/ 0 w 37"/>
                <a:gd name="T5" fmla="*/ 20 h 30"/>
                <a:gd name="T6" fmla="*/ 4 w 37"/>
                <a:gd name="T7" fmla="*/ 5 h 30"/>
                <a:gd name="T8" fmla="*/ 14 w 37"/>
                <a:gd name="T9" fmla="*/ 0 h 30"/>
                <a:gd name="T10" fmla="*/ 24 w 37"/>
                <a:gd name="T11" fmla="*/ 3 h 30"/>
                <a:gd name="T12" fmla="*/ 32 w 37"/>
                <a:gd name="T13" fmla="*/ 10 h 30"/>
                <a:gd name="T14" fmla="*/ 37 w 37"/>
                <a:gd name="T15" fmla="*/ 23 h 30"/>
                <a:gd name="T16" fmla="*/ 22 w 3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0">
                  <a:moveTo>
                    <a:pt x="22" y="30"/>
                  </a:moveTo>
                  <a:lnTo>
                    <a:pt x="2" y="30"/>
                  </a:lnTo>
                  <a:lnTo>
                    <a:pt x="0" y="20"/>
                  </a:lnTo>
                  <a:lnTo>
                    <a:pt x="4" y="5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2" y="10"/>
                  </a:lnTo>
                  <a:lnTo>
                    <a:pt x="37" y="23"/>
                  </a:lnTo>
                  <a:lnTo>
                    <a:pt x="22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FE308A2F-83FC-B1DE-6ECE-FB8F1DAEF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377" y="2512842"/>
              <a:ext cx="24467" cy="38859"/>
            </a:xfrm>
            <a:custGeom>
              <a:avLst/>
              <a:gdLst>
                <a:gd name="T0" fmla="*/ 15 w 17"/>
                <a:gd name="T1" fmla="*/ 0 h 27"/>
                <a:gd name="T2" fmla="*/ 2 w 17"/>
                <a:gd name="T3" fmla="*/ 7 h 27"/>
                <a:gd name="T4" fmla="*/ 0 w 17"/>
                <a:gd name="T5" fmla="*/ 20 h 27"/>
                <a:gd name="T6" fmla="*/ 7 w 17"/>
                <a:gd name="T7" fmla="*/ 27 h 27"/>
                <a:gd name="T8" fmla="*/ 17 w 17"/>
                <a:gd name="T9" fmla="*/ 15 h 27"/>
                <a:gd name="T10" fmla="*/ 15 w 17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7">
                  <a:moveTo>
                    <a:pt x="15" y="0"/>
                  </a:moveTo>
                  <a:lnTo>
                    <a:pt x="2" y="7"/>
                  </a:lnTo>
                  <a:lnTo>
                    <a:pt x="0" y="20"/>
                  </a:lnTo>
                  <a:lnTo>
                    <a:pt x="7" y="27"/>
                  </a:lnTo>
                  <a:lnTo>
                    <a:pt x="17" y="15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72E6A318-AE5E-78BB-2679-3342C2628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161" y="2508524"/>
              <a:ext cx="182782" cy="315193"/>
            </a:xfrm>
            <a:custGeom>
              <a:avLst/>
              <a:gdLst>
                <a:gd name="T0" fmla="*/ 20 w 127"/>
                <a:gd name="T1" fmla="*/ 3 h 219"/>
                <a:gd name="T2" fmla="*/ 12 w 127"/>
                <a:gd name="T3" fmla="*/ 15 h 219"/>
                <a:gd name="T4" fmla="*/ 0 w 127"/>
                <a:gd name="T5" fmla="*/ 30 h 219"/>
                <a:gd name="T6" fmla="*/ 10 w 127"/>
                <a:gd name="T7" fmla="*/ 35 h 219"/>
                <a:gd name="T8" fmla="*/ 12 w 127"/>
                <a:gd name="T9" fmla="*/ 45 h 219"/>
                <a:gd name="T10" fmla="*/ 12 w 127"/>
                <a:gd name="T11" fmla="*/ 55 h 219"/>
                <a:gd name="T12" fmla="*/ 2 w 127"/>
                <a:gd name="T13" fmla="*/ 63 h 219"/>
                <a:gd name="T14" fmla="*/ 5 w 127"/>
                <a:gd name="T15" fmla="*/ 73 h 219"/>
                <a:gd name="T16" fmla="*/ 17 w 127"/>
                <a:gd name="T17" fmla="*/ 75 h 219"/>
                <a:gd name="T18" fmla="*/ 20 w 127"/>
                <a:gd name="T19" fmla="*/ 85 h 219"/>
                <a:gd name="T20" fmla="*/ 15 w 127"/>
                <a:gd name="T21" fmla="*/ 92 h 219"/>
                <a:gd name="T22" fmla="*/ 45 w 127"/>
                <a:gd name="T23" fmla="*/ 100 h 219"/>
                <a:gd name="T24" fmla="*/ 50 w 127"/>
                <a:gd name="T25" fmla="*/ 110 h 219"/>
                <a:gd name="T26" fmla="*/ 60 w 127"/>
                <a:gd name="T27" fmla="*/ 112 h 219"/>
                <a:gd name="T28" fmla="*/ 57 w 127"/>
                <a:gd name="T29" fmla="*/ 122 h 219"/>
                <a:gd name="T30" fmla="*/ 42 w 127"/>
                <a:gd name="T31" fmla="*/ 132 h 219"/>
                <a:gd name="T32" fmla="*/ 30 w 127"/>
                <a:gd name="T33" fmla="*/ 132 h 219"/>
                <a:gd name="T34" fmla="*/ 27 w 127"/>
                <a:gd name="T35" fmla="*/ 145 h 219"/>
                <a:gd name="T36" fmla="*/ 32 w 127"/>
                <a:gd name="T37" fmla="*/ 152 h 219"/>
                <a:gd name="T38" fmla="*/ 30 w 127"/>
                <a:gd name="T39" fmla="*/ 165 h 219"/>
                <a:gd name="T40" fmla="*/ 20 w 127"/>
                <a:gd name="T41" fmla="*/ 172 h 219"/>
                <a:gd name="T42" fmla="*/ 47 w 127"/>
                <a:gd name="T43" fmla="*/ 177 h 219"/>
                <a:gd name="T44" fmla="*/ 45 w 127"/>
                <a:gd name="T45" fmla="*/ 182 h 219"/>
                <a:gd name="T46" fmla="*/ 35 w 127"/>
                <a:gd name="T47" fmla="*/ 184 h 219"/>
                <a:gd name="T48" fmla="*/ 25 w 127"/>
                <a:gd name="T49" fmla="*/ 197 h 219"/>
                <a:gd name="T50" fmla="*/ 12 w 127"/>
                <a:gd name="T51" fmla="*/ 209 h 219"/>
                <a:gd name="T52" fmla="*/ 12 w 127"/>
                <a:gd name="T53" fmla="*/ 219 h 219"/>
                <a:gd name="T54" fmla="*/ 37 w 127"/>
                <a:gd name="T55" fmla="*/ 209 h 219"/>
                <a:gd name="T56" fmla="*/ 55 w 127"/>
                <a:gd name="T57" fmla="*/ 202 h 219"/>
                <a:gd name="T58" fmla="*/ 77 w 127"/>
                <a:gd name="T59" fmla="*/ 207 h 219"/>
                <a:gd name="T60" fmla="*/ 97 w 127"/>
                <a:gd name="T61" fmla="*/ 194 h 219"/>
                <a:gd name="T62" fmla="*/ 119 w 127"/>
                <a:gd name="T63" fmla="*/ 189 h 219"/>
                <a:gd name="T64" fmla="*/ 107 w 127"/>
                <a:gd name="T65" fmla="*/ 177 h 219"/>
                <a:gd name="T66" fmla="*/ 114 w 127"/>
                <a:gd name="T67" fmla="*/ 172 h 219"/>
                <a:gd name="T68" fmla="*/ 124 w 127"/>
                <a:gd name="T69" fmla="*/ 172 h 219"/>
                <a:gd name="T70" fmla="*/ 127 w 127"/>
                <a:gd name="T71" fmla="*/ 145 h 219"/>
                <a:gd name="T72" fmla="*/ 104 w 127"/>
                <a:gd name="T73" fmla="*/ 137 h 219"/>
                <a:gd name="T74" fmla="*/ 102 w 127"/>
                <a:gd name="T75" fmla="*/ 120 h 219"/>
                <a:gd name="T76" fmla="*/ 99 w 127"/>
                <a:gd name="T77" fmla="*/ 107 h 219"/>
                <a:gd name="T78" fmla="*/ 87 w 127"/>
                <a:gd name="T79" fmla="*/ 102 h 219"/>
                <a:gd name="T80" fmla="*/ 89 w 127"/>
                <a:gd name="T81" fmla="*/ 87 h 219"/>
                <a:gd name="T82" fmla="*/ 77 w 127"/>
                <a:gd name="T83" fmla="*/ 85 h 219"/>
                <a:gd name="T84" fmla="*/ 82 w 127"/>
                <a:gd name="T85" fmla="*/ 63 h 219"/>
                <a:gd name="T86" fmla="*/ 52 w 127"/>
                <a:gd name="T87" fmla="*/ 43 h 219"/>
                <a:gd name="T88" fmla="*/ 67 w 127"/>
                <a:gd name="T89" fmla="*/ 38 h 219"/>
                <a:gd name="T90" fmla="*/ 69 w 127"/>
                <a:gd name="T91" fmla="*/ 18 h 219"/>
                <a:gd name="T92" fmla="*/ 42 w 127"/>
                <a:gd name="T93" fmla="*/ 18 h 219"/>
                <a:gd name="T94" fmla="*/ 42 w 127"/>
                <a:gd name="T95" fmla="*/ 0 h 219"/>
                <a:gd name="T96" fmla="*/ 20 w 127"/>
                <a:gd name="T97" fmla="*/ 3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7" h="219">
                  <a:moveTo>
                    <a:pt x="20" y="3"/>
                  </a:moveTo>
                  <a:lnTo>
                    <a:pt x="12" y="15"/>
                  </a:lnTo>
                  <a:lnTo>
                    <a:pt x="0" y="30"/>
                  </a:lnTo>
                  <a:lnTo>
                    <a:pt x="10" y="35"/>
                  </a:lnTo>
                  <a:lnTo>
                    <a:pt x="12" y="45"/>
                  </a:lnTo>
                  <a:lnTo>
                    <a:pt x="12" y="55"/>
                  </a:lnTo>
                  <a:lnTo>
                    <a:pt x="2" y="63"/>
                  </a:lnTo>
                  <a:lnTo>
                    <a:pt x="5" y="73"/>
                  </a:lnTo>
                  <a:lnTo>
                    <a:pt x="17" y="75"/>
                  </a:lnTo>
                  <a:lnTo>
                    <a:pt x="20" y="85"/>
                  </a:lnTo>
                  <a:lnTo>
                    <a:pt x="15" y="92"/>
                  </a:lnTo>
                  <a:lnTo>
                    <a:pt x="45" y="100"/>
                  </a:lnTo>
                  <a:lnTo>
                    <a:pt x="50" y="110"/>
                  </a:lnTo>
                  <a:lnTo>
                    <a:pt x="60" y="112"/>
                  </a:lnTo>
                  <a:lnTo>
                    <a:pt x="57" y="122"/>
                  </a:lnTo>
                  <a:lnTo>
                    <a:pt x="42" y="132"/>
                  </a:lnTo>
                  <a:lnTo>
                    <a:pt x="30" y="132"/>
                  </a:lnTo>
                  <a:lnTo>
                    <a:pt x="27" y="145"/>
                  </a:lnTo>
                  <a:lnTo>
                    <a:pt x="32" y="152"/>
                  </a:lnTo>
                  <a:lnTo>
                    <a:pt x="30" y="165"/>
                  </a:lnTo>
                  <a:lnTo>
                    <a:pt x="20" y="172"/>
                  </a:lnTo>
                  <a:lnTo>
                    <a:pt x="47" y="177"/>
                  </a:lnTo>
                  <a:lnTo>
                    <a:pt x="45" y="182"/>
                  </a:lnTo>
                  <a:lnTo>
                    <a:pt x="35" y="184"/>
                  </a:lnTo>
                  <a:lnTo>
                    <a:pt x="25" y="197"/>
                  </a:lnTo>
                  <a:lnTo>
                    <a:pt x="12" y="209"/>
                  </a:lnTo>
                  <a:lnTo>
                    <a:pt x="12" y="219"/>
                  </a:lnTo>
                  <a:lnTo>
                    <a:pt x="37" y="209"/>
                  </a:lnTo>
                  <a:lnTo>
                    <a:pt x="55" y="202"/>
                  </a:lnTo>
                  <a:lnTo>
                    <a:pt x="77" y="207"/>
                  </a:lnTo>
                  <a:lnTo>
                    <a:pt x="97" y="194"/>
                  </a:lnTo>
                  <a:lnTo>
                    <a:pt x="119" y="189"/>
                  </a:lnTo>
                  <a:lnTo>
                    <a:pt x="107" y="177"/>
                  </a:lnTo>
                  <a:lnTo>
                    <a:pt x="114" y="172"/>
                  </a:lnTo>
                  <a:lnTo>
                    <a:pt x="124" y="172"/>
                  </a:lnTo>
                  <a:lnTo>
                    <a:pt x="127" y="145"/>
                  </a:lnTo>
                  <a:lnTo>
                    <a:pt x="104" y="137"/>
                  </a:lnTo>
                  <a:lnTo>
                    <a:pt x="102" y="120"/>
                  </a:lnTo>
                  <a:lnTo>
                    <a:pt x="99" y="107"/>
                  </a:lnTo>
                  <a:lnTo>
                    <a:pt x="87" y="102"/>
                  </a:lnTo>
                  <a:lnTo>
                    <a:pt x="89" y="87"/>
                  </a:lnTo>
                  <a:lnTo>
                    <a:pt x="77" y="85"/>
                  </a:lnTo>
                  <a:lnTo>
                    <a:pt x="82" y="63"/>
                  </a:lnTo>
                  <a:lnTo>
                    <a:pt x="52" y="43"/>
                  </a:lnTo>
                  <a:lnTo>
                    <a:pt x="67" y="38"/>
                  </a:lnTo>
                  <a:lnTo>
                    <a:pt x="69" y="18"/>
                  </a:lnTo>
                  <a:lnTo>
                    <a:pt x="42" y="18"/>
                  </a:lnTo>
                  <a:lnTo>
                    <a:pt x="42" y="0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AE03E4D9-8047-D664-D3E5-7C2DEF10E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786" y="2423609"/>
              <a:ext cx="14392" cy="31663"/>
            </a:xfrm>
            <a:custGeom>
              <a:avLst/>
              <a:gdLst>
                <a:gd name="T0" fmla="*/ 10 w 10"/>
                <a:gd name="T1" fmla="*/ 0 h 22"/>
                <a:gd name="T2" fmla="*/ 0 w 10"/>
                <a:gd name="T3" fmla="*/ 10 h 22"/>
                <a:gd name="T4" fmla="*/ 2 w 10"/>
                <a:gd name="T5" fmla="*/ 22 h 22"/>
                <a:gd name="T6" fmla="*/ 10 w 10"/>
                <a:gd name="T7" fmla="*/ 22 h 22"/>
                <a:gd name="T8" fmla="*/ 10 w 10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2">
                  <a:moveTo>
                    <a:pt x="10" y="0"/>
                  </a:moveTo>
                  <a:lnTo>
                    <a:pt x="0" y="10"/>
                  </a:lnTo>
                  <a:lnTo>
                    <a:pt x="2" y="22"/>
                  </a:lnTo>
                  <a:lnTo>
                    <a:pt x="10" y="22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DD3A0072-21D5-C5D7-D948-042081960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784" y="1980325"/>
              <a:ext cx="621750" cy="542591"/>
            </a:xfrm>
            <a:custGeom>
              <a:avLst/>
              <a:gdLst>
                <a:gd name="T0" fmla="*/ 373 w 432"/>
                <a:gd name="T1" fmla="*/ 52 h 377"/>
                <a:gd name="T2" fmla="*/ 345 w 432"/>
                <a:gd name="T3" fmla="*/ 37 h 377"/>
                <a:gd name="T4" fmla="*/ 323 w 432"/>
                <a:gd name="T5" fmla="*/ 62 h 377"/>
                <a:gd name="T6" fmla="*/ 291 w 432"/>
                <a:gd name="T7" fmla="*/ 82 h 377"/>
                <a:gd name="T8" fmla="*/ 261 w 432"/>
                <a:gd name="T9" fmla="*/ 77 h 377"/>
                <a:gd name="T10" fmla="*/ 243 w 432"/>
                <a:gd name="T11" fmla="*/ 97 h 377"/>
                <a:gd name="T12" fmla="*/ 214 w 432"/>
                <a:gd name="T13" fmla="*/ 97 h 377"/>
                <a:gd name="T14" fmla="*/ 194 w 432"/>
                <a:gd name="T15" fmla="*/ 111 h 377"/>
                <a:gd name="T16" fmla="*/ 181 w 432"/>
                <a:gd name="T17" fmla="*/ 124 h 377"/>
                <a:gd name="T18" fmla="*/ 169 w 432"/>
                <a:gd name="T19" fmla="*/ 146 h 377"/>
                <a:gd name="T20" fmla="*/ 154 w 432"/>
                <a:gd name="T21" fmla="*/ 161 h 377"/>
                <a:gd name="T22" fmla="*/ 142 w 432"/>
                <a:gd name="T23" fmla="*/ 188 h 377"/>
                <a:gd name="T24" fmla="*/ 144 w 432"/>
                <a:gd name="T25" fmla="*/ 213 h 377"/>
                <a:gd name="T26" fmla="*/ 119 w 432"/>
                <a:gd name="T27" fmla="*/ 216 h 377"/>
                <a:gd name="T28" fmla="*/ 119 w 432"/>
                <a:gd name="T29" fmla="*/ 261 h 377"/>
                <a:gd name="T30" fmla="*/ 132 w 432"/>
                <a:gd name="T31" fmla="*/ 300 h 377"/>
                <a:gd name="T32" fmla="*/ 119 w 432"/>
                <a:gd name="T33" fmla="*/ 330 h 377"/>
                <a:gd name="T34" fmla="*/ 107 w 432"/>
                <a:gd name="T35" fmla="*/ 365 h 377"/>
                <a:gd name="T36" fmla="*/ 69 w 432"/>
                <a:gd name="T37" fmla="*/ 360 h 377"/>
                <a:gd name="T38" fmla="*/ 42 w 432"/>
                <a:gd name="T39" fmla="*/ 375 h 377"/>
                <a:gd name="T40" fmla="*/ 20 w 432"/>
                <a:gd name="T41" fmla="*/ 355 h 377"/>
                <a:gd name="T42" fmla="*/ 15 w 432"/>
                <a:gd name="T43" fmla="*/ 318 h 377"/>
                <a:gd name="T44" fmla="*/ 0 w 432"/>
                <a:gd name="T45" fmla="*/ 271 h 377"/>
                <a:gd name="T46" fmla="*/ 17 w 432"/>
                <a:gd name="T47" fmla="*/ 253 h 377"/>
                <a:gd name="T48" fmla="*/ 50 w 432"/>
                <a:gd name="T49" fmla="*/ 246 h 377"/>
                <a:gd name="T50" fmla="*/ 74 w 432"/>
                <a:gd name="T51" fmla="*/ 233 h 377"/>
                <a:gd name="T52" fmla="*/ 102 w 432"/>
                <a:gd name="T53" fmla="*/ 203 h 377"/>
                <a:gd name="T54" fmla="*/ 117 w 432"/>
                <a:gd name="T55" fmla="*/ 179 h 377"/>
                <a:gd name="T56" fmla="*/ 127 w 432"/>
                <a:gd name="T57" fmla="*/ 146 h 377"/>
                <a:gd name="T58" fmla="*/ 159 w 432"/>
                <a:gd name="T59" fmla="*/ 109 h 377"/>
                <a:gd name="T60" fmla="*/ 201 w 432"/>
                <a:gd name="T61" fmla="*/ 92 h 377"/>
                <a:gd name="T62" fmla="*/ 241 w 432"/>
                <a:gd name="T63" fmla="*/ 79 h 377"/>
                <a:gd name="T64" fmla="*/ 261 w 432"/>
                <a:gd name="T65" fmla="*/ 57 h 377"/>
                <a:gd name="T66" fmla="*/ 243 w 432"/>
                <a:gd name="T67" fmla="*/ 29 h 377"/>
                <a:gd name="T68" fmla="*/ 268 w 432"/>
                <a:gd name="T69" fmla="*/ 12 h 377"/>
                <a:gd name="T70" fmla="*/ 281 w 432"/>
                <a:gd name="T71" fmla="*/ 32 h 377"/>
                <a:gd name="T72" fmla="*/ 291 w 432"/>
                <a:gd name="T73" fmla="*/ 22 h 377"/>
                <a:gd name="T74" fmla="*/ 306 w 432"/>
                <a:gd name="T75" fmla="*/ 32 h 377"/>
                <a:gd name="T76" fmla="*/ 303 w 432"/>
                <a:gd name="T77" fmla="*/ 12 h 377"/>
                <a:gd name="T78" fmla="*/ 333 w 432"/>
                <a:gd name="T79" fmla="*/ 14 h 377"/>
                <a:gd name="T80" fmla="*/ 348 w 432"/>
                <a:gd name="T81" fmla="*/ 17 h 377"/>
                <a:gd name="T82" fmla="*/ 380 w 432"/>
                <a:gd name="T83" fmla="*/ 7 h 377"/>
                <a:gd name="T84" fmla="*/ 395 w 432"/>
                <a:gd name="T85" fmla="*/ 32 h 377"/>
                <a:gd name="T86" fmla="*/ 410 w 432"/>
                <a:gd name="T87" fmla="*/ 59 h 377"/>
                <a:gd name="T88" fmla="*/ 383 w 432"/>
                <a:gd name="T89" fmla="*/ 99 h 377"/>
                <a:gd name="T90" fmla="*/ 373 w 432"/>
                <a:gd name="T91" fmla="*/ 52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2" h="377">
                  <a:moveTo>
                    <a:pt x="363" y="82"/>
                  </a:moveTo>
                  <a:lnTo>
                    <a:pt x="373" y="52"/>
                  </a:lnTo>
                  <a:lnTo>
                    <a:pt x="360" y="39"/>
                  </a:lnTo>
                  <a:lnTo>
                    <a:pt x="345" y="37"/>
                  </a:lnTo>
                  <a:lnTo>
                    <a:pt x="335" y="47"/>
                  </a:lnTo>
                  <a:lnTo>
                    <a:pt x="323" y="62"/>
                  </a:lnTo>
                  <a:lnTo>
                    <a:pt x="316" y="79"/>
                  </a:lnTo>
                  <a:lnTo>
                    <a:pt x="291" y="82"/>
                  </a:lnTo>
                  <a:lnTo>
                    <a:pt x="276" y="79"/>
                  </a:lnTo>
                  <a:lnTo>
                    <a:pt x="261" y="77"/>
                  </a:lnTo>
                  <a:lnTo>
                    <a:pt x="251" y="84"/>
                  </a:lnTo>
                  <a:lnTo>
                    <a:pt x="243" y="97"/>
                  </a:lnTo>
                  <a:lnTo>
                    <a:pt x="226" y="97"/>
                  </a:lnTo>
                  <a:lnTo>
                    <a:pt x="214" y="97"/>
                  </a:lnTo>
                  <a:lnTo>
                    <a:pt x="204" y="106"/>
                  </a:lnTo>
                  <a:lnTo>
                    <a:pt x="194" y="111"/>
                  </a:lnTo>
                  <a:lnTo>
                    <a:pt x="184" y="109"/>
                  </a:lnTo>
                  <a:lnTo>
                    <a:pt x="181" y="124"/>
                  </a:lnTo>
                  <a:lnTo>
                    <a:pt x="174" y="129"/>
                  </a:lnTo>
                  <a:lnTo>
                    <a:pt x="169" y="146"/>
                  </a:lnTo>
                  <a:lnTo>
                    <a:pt x="159" y="146"/>
                  </a:lnTo>
                  <a:lnTo>
                    <a:pt x="154" y="161"/>
                  </a:lnTo>
                  <a:lnTo>
                    <a:pt x="144" y="164"/>
                  </a:lnTo>
                  <a:lnTo>
                    <a:pt x="142" y="188"/>
                  </a:lnTo>
                  <a:lnTo>
                    <a:pt x="134" y="203"/>
                  </a:lnTo>
                  <a:lnTo>
                    <a:pt x="144" y="213"/>
                  </a:lnTo>
                  <a:lnTo>
                    <a:pt x="137" y="218"/>
                  </a:lnTo>
                  <a:lnTo>
                    <a:pt x="119" y="216"/>
                  </a:lnTo>
                  <a:lnTo>
                    <a:pt x="114" y="228"/>
                  </a:lnTo>
                  <a:lnTo>
                    <a:pt x="119" y="261"/>
                  </a:lnTo>
                  <a:lnTo>
                    <a:pt x="122" y="280"/>
                  </a:lnTo>
                  <a:lnTo>
                    <a:pt x="132" y="300"/>
                  </a:lnTo>
                  <a:lnTo>
                    <a:pt x="137" y="320"/>
                  </a:lnTo>
                  <a:lnTo>
                    <a:pt x="119" y="330"/>
                  </a:lnTo>
                  <a:lnTo>
                    <a:pt x="114" y="353"/>
                  </a:lnTo>
                  <a:lnTo>
                    <a:pt x="107" y="365"/>
                  </a:lnTo>
                  <a:lnTo>
                    <a:pt x="94" y="358"/>
                  </a:lnTo>
                  <a:lnTo>
                    <a:pt x="69" y="360"/>
                  </a:lnTo>
                  <a:lnTo>
                    <a:pt x="55" y="370"/>
                  </a:lnTo>
                  <a:lnTo>
                    <a:pt x="42" y="375"/>
                  </a:lnTo>
                  <a:lnTo>
                    <a:pt x="20" y="377"/>
                  </a:lnTo>
                  <a:lnTo>
                    <a:pt x="20" y="355"/>
                  </a:lnTo>
                  <a:lnTo>
                    <a:pt x="10" y="350"/>
                  </a:lnTo>
                  <a:lnTo>
                    <a:pt x="15" y="318"/>
                  </a:lnTo>
                  <a:lnTo>
                    <a:pt x="2" y="315"/>
                  </a:lnTo>
                  <a:lnTo>
                    <a:pt x="0" y="271"/>
                  </a:lnTo>
                  <a:lnTo>
                    <a:pt x="15" y="266"/>
                  </a:lnTo>
                  <a:lnTo>
                    <a:pt x="17" y="253"/>
                  </a:lnTo>
                  <a:lnTo>
                    <a:pt x="35" y="248"/>
                  </a:lnTo>
                  <a:lnTo>
                    <a:pt x="50" y="246"/>
                  </a:lnTo>
                  <a:lnTo>
                    <a:pt x="57" y="236"/>
                  </a:lnTo>
                  <a:lnTo>
                    <a:pt x="74" y="233"/>
                  </a:lnTo>
                  <a:lnTo>
                    <a:pt x="77" y="213"/>
                  </a:lnTo>
                  <a:lnTo>
                    <a:pt x="102" y="203"/>
                  </a:lnTo>
                  <a:lnTo>
                    <a:pt x="104" y="188"/>
                  </a:lnTo>
                  <a:lnTo>
                    <a:pt x="117" y="179"/>
                  </a:lnTo>
                  <a:lnTo>
                    <a:pt x="122" y="161"/>
                  </a:lnTo>
                  <a:lnTo>
                    <a:pt x="127" y="146"/>
                  </a:lnTo>
                  <a:lnTo>
                    <a:pt x="144" y="126"/>
                  </a:lnTo>
                  <a:lnTo>
                    <a:pt x="159" y="109"/>
                  </a:lnTo>
                  <a:lnTo>
                    <a:pt x="176" y="97"/>
                  </a:lnTo>
                  <a:lnTo>
                    <a:pt x="201" y="92"/>
                  </a:lnTo>
                  <a:lnTo>
                    <a:pt x="214" y="84"/>
                  </a:lnTo>
                  <a:lnTo>
                    <a:pt x="241" y="79"/>
                  </a:lnTo>
                  <a:lnTo>
                    <a:pt x="246" y="64"/>
                  </a:lnTo>
                  <a:lnTo>
                    <a:pt x="261" y="57"/>
                  </a:lnTo>
                  <a:lnTo>
                    <a:pt x="256" y="39"/>
                  </a:lnTo>
                  <a:lnTo>
                    <a:pt x="243" y="29"/>
                  </a:lnTo>
                  <a:lnTo>
                    <a:pt x="261" y="24"/>
                  </a:lnTo>
                  <a:lnTo>
                    <a:pt x="268" y="12"/>
                  </a:lnTo>
                  <a:lnTo>
                    <a:pt x="271" y="29"/>
                  </a:lnTo>
                  <a:lnTo>
                    <a:pt x="281" y="32"/>
                  </a:lnTo>
                  <a:lnTo>
                    <a:pt x="281" y="22"/>
                  </a:lnTo>
                  <a:lnTo>
                    <a:pt x="291" y="22"/>
                  </a:lnTo>
                  <a:lnTo>
                    <a:pt x="293" y="29"/>
                  </a:lnTo>
                  <a:lnTo>
                    <a:pt x="306" y="32"/>
                  </a:lnTo>
                  <a:lnTo>
                    <a:pt x="311" y="19"/>
                  </a:lnTo>
                  <a:lnTo>
                    <a:pt x="303" y="12"/>
                  </a:lnTo>
                  <a:lnTo>
                    <a:pt x="318" y="5"/>
                  </a:lnTo>
                  <a:lnTo>
                    <a:pt x="333" y="14"/>
                  </a:lnTo>
                  <a:lnTo>
                    <a:pt x="343" y="0"/>
                  </a:lnTo>
                  <a:lnTo>
                    <a:pt x="348" y="17"/>
                  </a:lnTo>
                  <a:lnTo>
                    <a:pt x="363" y="19"/>
                  </a:lnTo>
                  <a:lnTo>
                    <a:pt x="380" y="7"/>
                  </a:lnTo>
                  <a:lnTo>
                    <a:pt x="400" y="19"/>
                  </a:lnTo>
                  <a:lnTo>
                    <a:pt x="395" y="32"/>
                  </a:lnTo>
                  <a:lnTo>
                    <a:pt x="432" y="44"/>
                  </a:lnTo>
                  <a:lnTo>
                    <a:pt x="410" y="59"/>
                  </a:lnTo>
                  <a:lnTo>
                    <a:pt x="390" y="82"/>
                  </a:lnTo>
                  <a:lnTo>
                    <a:pt x="383" y="99"/>
                  </a:lnTo>
                  <a:lnTo>
                    <a:pt x="365" y="82"/>
                  </a:lnTo>
                  <a:lnTo>
                    <a:pt x="373" y="52"/>
                  </a:lnTo>
                  <a:lnTo>
                    <a:pt x="363" y="8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163A2FF-EB1B-13DA-DFCB-FC5A1D231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1020" y="2770464"/>
              <a:ext cx="297922" cy="315193"/>
            </a:xfrm>
            <a:custGeom>
              <a:avLst/>
              <a:gdLst>
                <a:gd name="T0" fmla="*/ 107 w 207"/>
                <a:gd name="T1" fmla="*/ 5 h 219"/>
                <a:gd name="T2" fmla="*/ 102 w 207"/>
                <a:gd name="T3" fmla="*/ 20 h 219"/>
                <a:gd name="T4" fmla="*/ 95 w 207"/>
                <a:gd name="T5" fmla="*/ 27 h 219"/>
                <a:gd name="T6" fmla="*/ 90 w 207"/>
                <a:gd name="T7" fmla="*/ 37 h 219"/>
                <a:gd name="T8" fmla="*/ 77 w 207"/>
                <a:gd name="T9" fmla="*/ 35 h 219"/>
                <a:gd name="T10" fmla="*/ 75 w 207"/>
                <a:gd name="T11" fmla="*/ 47 h 219"/>
                <a:gd name="T12" fmla="*/ 60 w 207"/>
                <a:gd name="T13" fmla="*/ 47 h 219"/>
                <a:gd name="T14" fmla="*/ 50 w 207"/>
                <a:gd name="T15" fmla="*/ 37 h 219"/>
                <a:gd name="T16" fmla="*/ 42 w 207"/>
                <a:gd name="T17" fmla="*/ 40 h 219"/>
                <a:gd name="T18" fmla="*/ 45 w 207"/>
                <a:gd name="T19" fmla="*/ 50 h 219"/>
                <a:gd name="T20" fmla="*/ 42 w 207"/>
                <a:gd name="T21" fmla="*/ 60 h 219"/>
                <a:gd name="T22" fmla="*/ 28 w 207"/>
                <a:gd name="T23" fmla="*/ 62 h 219"/>
                <a:gd name="T24" fmla="*/ 20 w 207"/>
                <a:gd name="T25" fmla="*/ 67 h 219"/>
                <a:gd name="T26" fmla="*/ 18 w 207"/>
                <a:gd name="T27" fmla="*/ 67 h 219"/>
                <a:gd name="T28" fmla="*/ 0 w 207"/>
                <a:gd name="T29" fmla="*/ 70 h 219"/>
                <a:gd name="T30" fmla="*/ 0 w 207"/>
                <a:gd name="T31" fmla="*/ 74 h 219"/>
                <a:gd name="T32" fmla="*/ 0 w 207"/>
                <a:gd name="T33" fmla="*/ 84 h 219"/>
                <a:gd name="T34" fmla="*/ 20 w 207"/>
                <a:gd name="T35" fmla="*/ 94 h 219"/>
                <a:gd name="T36" fmla="*/ 30 w 207"/>
                <a:gd name="T37" fmla="*/ 99 h 219"/>
                <a:gd name="T38" fmla="*/ 42 w 207"/>
                <a:gd name="T39" fmla="*/ 109 h 219"/>
                <a:gd name="T40" fmla="*/ 47 w 207"/>
                <a:gd name="T41" fmla="*/ 127 h 219"/>
                <a:gd name="T42" fmla="*/ 57 w 207"/>
                <a:gd name="T43" fmla="*/ 139 h 219"/>
                <a:gd name="T44" fmla="*/ 50 w 207"/>
                <a:gd name="T45" fmla="*/ 144 h 219"/>
                <a:gd name="T46" fmla="*/ 42 w 207"/>
                <a:gd name="T47" fmla="*/ 186 h 219"/>
                <a:gd name="T48" fmla="*/ 38 w 207"/>
                <a:gd name="T49" fmla="*/ 199 h 219"/>
                <a:gd name="T50" fmla="*/ 60 w 207"/>
                <a:gd name="T51" fmla="*/ 206 h 219"/>
                <a:gd name="T52" fmla="*/ 85 w 207"/>
                <a:gd name="T53" fmla="*/ 209 h 219"/>
                <a:gd name="T54" fmla="*/ 97 w 207"/>
                <a:gd name="T55" fmla="*/ 219 h 219"/>
                <a:gd name="T56" fmla="*/ 132 w 207"/>
                <a:gd name="T57" fmla="*/ 216 h 219"/>
                <a:gd name="T58" fmla="*/ 127 w 207"/>
                <a:gd name="T59" fmla="*/ 204 h 219"/>
                <a:gd name="T60" fmla="*/ 134 w 207"/>
                <a:gd name="T61" fmla="*/ 191 h 219"/>
                <a:gd name="T62" fmla="*/ 149 w 207"/>
                <a:gd name="T63" fmla="*/ 189 h 219"/>
                <a:gd name="T64" fmla="*/ 164 w 207"/>
                <a:gd name="T65" fmla="*/ 189 h 219"/>
                <a:gd name="T66" fmla="*/ 174 w 207"/>
                <a:gd name="T67" fmla="*/ 196 h 219"/>
                <a:gd name="T68" fmla="*/ 189 w 207"/>
                <a:gd name="T69" fmla="*/ 201 h 219"/>
                <a:gd name="T70" fmla="*/ 197 w 207"/>
                <a:gd name="T71" fmla="*/ 184 h 219"/>
                <a:gd name="T72" fmla="*/ 197 w 207"/>
                <a:gd name="T73" fmla="*/ 171 h 219"/>
                <a:gd name="T74" fmla="*/ 184 w 207"/>
                <a:gd name="T75" fmla="*/ 166 h 219"/>
                <a:gd name="T76" fmla="*/ 182 w 207"/>
                <a:gd name="T77" fmla="*/ 149 h 219"/>
                <a:gd name="T78" fmla="*/ 189 w 207"/>
                <a:gd name="T79" fmla="*/ 137 h 219"/>
                <a:gd name="T80" fmla="*/ 189 w 207"/>
                <a:gd name="T81" fmla="*/ 124 h 219"/>
                <a:gd name="T82" fmla="*/ 179 w 207"/>
                <a:gd name="T83" fmla="*/ 117 h 219"/>
                <a:gd name="T84" fmla="*/ 184 w 207"/>
                <a:gd name="T85" fmla="*/ 104 h 219"/>
                <a:gd name="T86" fmla="*/ 192 w 207"/>
                <a:gd name="T87" fmla="*/ 94 h 219"/>
                <a:gd name="T88" fmla="*/ 202 w 207"/>
                <a:gd name="T89" fmla="*/ 92 h 219"/>
                <a:gd name="T90" fmla="*/ 199 w 207"/>
                <a:gd name="T91" fmla="*/ 65 h 219"/>
                <a:gd name="T92" fmla="*/ 207 w 207"/>
                <a:gd name="T93" fmla="*/ 55 h 219"/>
                <a:gd name="T94" fmla="*/ 192 w 207"/>
                <a:gd name="T95" fmla="*/ 40 h 219"/>
                <a:gd name="T96" fmla="*/ 167 w 207"/>
                <a:gd name="T97" fmla="*/ 42 h 219"/>
                <a:gd name="T98" fmla="*/ 144 w 207"/>
                <a:gd name="T99" fmla="*/ 35 h 219"/>
                <a:gd name="T100" fmla="*/ 137 w 207"/>
                <a:gd name="T101" fmla="*/ 20 h 219"/>
                <a:gd name="T102" fmla="*/ 125 w 207"/>
                <a:gd name="T103" fmla="*/ 12 h 219"/>
                <a:gd name="T104" fmla="*/ 125 w 207"/>
                <a:gd name="T105" fmla="*/ 0 h 219"/>
                <a:gd name="T106" fmla="*/ 107 w 207"/>
                <a:gd name="T107" fmla="*/ 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" h="219">
                  <a:moveTo>
                    <a:pt x="107" y="5"/>
                  </a:moveTo>
                  <a:lnTo>
                    <a:pt x="102" y="20"/>
                  </a:lnTo>
                  <a:lnTo>
                    <a:pt x="95" y="27"/>
                  </a:lnTo>
                  <a:lnTo>
                    <a:pt x="90" y="37"/>
                  </a:lnTo>
                  <a:lnTo>
                    <a:pt x="77" y="35"/>
                  </a:lnTo>
                  <a:lnTo>
                    <a:pt x="75" y="47"/>
                  </a:lnTo>
                  <a:lnTo>
                    <a:pt x="60" y="47"/>
                  </a:lnTo>
                  <a:lnTo>
                    <a:pt x="50" y="37"/>
                  </a:lnTo>
                  <a:lnTo>
                    <a:pt x="42" y="40"/>
                  </a:lnTo>
                  <a:lnTo>
                    <a:pt x="45" y="50"/>
                  </a:lnTo>
                  <a:lnTo>
                    <a:pt x="42" y="60"/>
                  </a:lnTo>
                  <a:lnTo>
                    <a:pt x="28" y="62"/>
                  </a:lnTo>
                  <a:lnTo>
                    <a:pt x="20" y="67"/>
                  </a:lnTo>
                  <a:lnTo>
                    <a:pt x="18" y="67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84"/>
                  </a:lnTo>
                  <a:lnTo>
                    <a:pt x="20" y="94"/>
                  </a:lnTo>
                  <a:lnTo>
                    <a:pt x="30" y="99"/>
                  </a:lnTo>
                  <a:lnTo>
                    <a:pt x="42" y="109"/>
                  </a:lnTo>
                  <a:lnTo>
                    <a:pt x="47" y="127"/>
                  </a:lnTo>
                  <a:lnTo>
                    <a:pt x="57" y="139"/>
                  </a:lnTo>
                  <a:lnTo>
                    <a:pt x="50" y="144"/>
                  </a:lnTo>
                  <a:lnTo>
                    <a:pt x="42" y="186"/>
                  </a:lnTo>
                  <a:lnTo>
                    <a:pt x="38" y="199"/>
                  </a:lnTo>
                  <a:lnTo>
                    <a:pt x="60" y="206"/>
                  </a:lnTo>
                  <a:lnTo>
                    <a:pt x="85" y="209"/>
                  </a:lnTo>
                  <a:lnTo>
                    <a:pt x="97" y="219"/>
                  </a:lnTo>
                  <a:lnTo>
                    <a:pt x="132" y="216"/>
                  </a:lnTo>
                  <a:lnTo>
                    <a:pt x="127" y="204"/>
                  </a:lnTo>
                  <a:lnTo>
                    <a:pt x="134" y="191"/>
                  </a:lnTo>
                  <a:lnTo>
                    <a:pt x="149" y="189"/>
                  </a:lnTo>
                  <a:lnTo>
                    <a:pt x="164" y="189"/>
                  </a:lnTo>
                  <a:lnTo>
                    <a:pt x="174" y="196"/>
                  </a:lnTo>
                  <a:lnTo>
                    <a:pt x="189" y="201"/>
                  </a:lnTo>
                  <a:lnTo>
                    <a:pt x="197" y="184"/>
                  </a:lnTo>
                  <a:lnTo>
                    <a:pt x="197" y="171"/>
                  </a:lnTo>
                  <a:lnTo>
                    <a:pt x="184" y="166"/>
                  </a:lnTo>
                  <a:lnTo>
                    <a:pt x="182" y="149"/>
                  </a:lnTo>
                  <a:lnTo>
                    <a:pt x="189" y="137"/>
                  </a:lnTo>
                  <a:lnTo>
                    <a:pt x="189" y="124"/>
                  </a:lnTo>
                  <a:lnTo>
                    <a:pt x="179" y="117"/>
                  </a:lnTo>
                  <a:lnTo>
                    <a:pt x="184" y="104"/>
                  </a:lnTo>
                  <a:lnTo>
                    <a:pt x="192" y="94"/>
                  </a:lnTo>
                  <a:lnTo>
                    <a:pt x="202" y="92"/>
                  </a:lnTo>
                  <a:lnTo>
                    <a:pt x="199" y="65"/>
                  </a:lnTo>
                  <a:lnTo>
                    <a:pt x="207" y="55"/>
                  </a:lnTo>
                  <a:lnTo>
                    <a:pt x="192" y="40"/>
                  </a:lnTo>
                  <a:lnTo>
                    <a:pt x="167" y="42"/>
                  </a:lnTo>
                  <a:lnTo>
                    <a:pt x="144" y="35"/>
                  </a:lnTo>
                  <a:lnTo>
                    <a:pt x="137" y="20"/>
                  </a:lnTo>
                  <a:lnTo>
                    <a:pt x="125" y="12"/>
                  </a:lnTo>
                  <a:lnTo>
                    <a:pt x="125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A8A60B79-CD4E-73E1-5793-391CA491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961" y="2920145"/>
              <a:ext cx="303679" cy="300801"/>
            </a:xfrm>
            <a:custGeom>
              <a:avLst/>
              <a:gdLst>
                <a:gd name="T0" fmla="*/ 15 w 211"/>
                <a:gd name="T1" fmla="*/ 80 h 209"/>
                <a:gd name="T2" fmla="*/ 15 w 211"/>
                <a:gd name="T3" fmla="*/ 67 h 209"/>
                <a:gd name="T4" fmla="*/ 2 w 211"/>
                <a:gd name="T5" fmla="*/ 62 h 209"/>
                <a:gd name="T6" fmla="*/ 0 w 211"/>
                <a:gd name="T7" fmla="*/ 45 h 209"/>
                <a:gd name="T8" fmla="*/ 7 w 211"/>
                <a:gd name="T9" fmla="*/ 33 h 209"/>
                <a:gd name="T10" fmla="*/ 7 w 211"/>
                <a:gd name="T11" fmla="*/ 20 h 209"/>
                <a:gd name="T12" fmla="*/ 25 w 211"/>
                <a:gd name="T13" fmla="*/ 20 h 209"/>
                <a:gd name="T14" fmla="*/ 32 w 211"/>
                <a:gd name="T15" fmla="*/ 13 h 209"/>
                <a:gd name="T16" fmla="*/ 37 w 211"/>
                <a:gd name="T17" fmla="*/ 20 h 209"/>
                <a:gd name="T18" fmla="*/ 42 w 211"/>
                <a:gd name="T19" fmla="*/ 13 h 209"/>
                <a:gd name="T20" fmla="*/ 49 w 211"/>
                <a:gd name="T21" fmla="*/ 18 h 209"/>
                <a:gd name="T22" fmla="*/ 57 w 211"/>
                <a:gd name="T23" fmla="*/ 3 h 209"/>
                <a:gd name="T24" fmla="*/ 64 w 211"/>
                <a:gd name="T25" fmla="*/ 8 h 209"/>
                <a:gd name="T26" fmla="*/ 82 w 211"/>
                <a:gd name="T27" fmla="*/ 8 h 209"/>
                <a:gd name="T28" fmla="*/ 97 w 211"/>
                <a:gd name="T29" fmla="*/ 0 h 209"/>
                <a:gd name="T30" fmla="*/ 109 w 211"/>
                <a:gd name="T31" fmla="*/ 10 h 209"/>
                <a:gd name="T32" fmla="*/ 112 w 211"/>
                <a:gd name="T33" fmla="*/ 25 h 209"/>
                <a:gd name="T34" fmla="*/ 104 w 211"/>
                <a:gd name="T35" fmla="*/ 33 h 209"/>
                <a:gd name="T36" fmla="*/ 97 w 211"/>
                <a:gd name="T37" fmla="*/ 50 h 209"/>
                <a:gd name="T38" fmla="*/ 99 w 211"/>
                <a:gd name="T39" fmla="*/ 62 h 209"/>
                <a:gd name="T40" fmla="*/ 107 w 211"/>
                <a:gd name="T41" fmla="*/ 67 h 209"/>
                <a:gd name="T42" fmla="*/ 117 w 211"/>
                <a:gd name="T43" fmla="*/ 85 h 209"/>
                <a:gd name="T44" fmla="*/ 131 w 211"/>
                <a:gd name="T45" fmla="*/ 105 h 209"/>
                <a:gd name="T46" fmla="*/ 151 w 211"/>
                <a:gd name="T47" fmla="*/ 125 h 209"/>
                <a:gd name="T48" fmla="*/ 164 w 211"/>
                <a:gd name="T49" fmla="*/ 125 h 209"/>
                <a:gd name="T50" fmla="*/ 171 w 211"/>
                <a:gd name="T51" fmla="*/ 122 h 209"/>
                <a:gd name="T52" fmla="*/ 174 w 211"/>
                <a:gd name="T53" fmla="*/ 130 h 209"/>
                <a:gd name="T54" fmla="*/ 179 w 211"/>
                <a:gd name="T55" fmla="*/ 137 h 209"/>
                <a:gd name="T56" fmla="*/ 184 w 211"/>
                <a:gd name="T57" fmla="*/ 144 h 209"/>
                <a:gd name="T58" fmla="*/ 191 w 211"/>
                <a:gd name="T59" fmla="*/ 152 h 209"/>
                <a:gd name="T60" fmla="*/ 201 w 211"/>
                <a:gd name="T61" fmla="*/ 159 h 209"/>
                <a:gd name="T62" fmla="*/ 211 w 211"/>
                <a:gd name="T63" fmla="*/ 172 h 209"/>
                <a:gd name="T64" fmla="*/ 204 w 211"/>
                <a:gd name="T65" fmla="*/ 177 h 209"/>
                <a:gd name="T66" fmla="*/ 189 w 211"/>
                <a:gd name="T67" fmla="*/ 164 h 209"/>
                <a:gd name="T68" fmla="*/ 179 w 211"/>
                <a:gd name="T69" fmla="*/ 169 h 209"/>
                <a:gd name="T70" fmla="*/ 176 w 211"/>
                <a:gd name="T71" fmla="*/ 179 h 209"/>
                <a:gd name="T72" fmla="*/ 181 w 211"/>
                <a:gd name="T73" fmla="*/ 192 h 209"/>
                <a:gd name="T74" fmla="*/ 176 w 211"/>
                <a:gd name="T75" fmla="*/ 199 h 209"/>
                <a:gd name="T76" fmla="*/ 171 w 211"/>
                <a:gd name="T77" fmla="*/ 209 h 209"/>
                <a:gd name="T78" fmla="*/ 161 w 211"/>
                <a:gd name="T79" fmla="*/ 209 h 209"/>
                <a:gd name="T80" fmla="*/ 161 w 211"/>
                <a:gd name="T81" fmla="*/ 187 h 209"/>
                <a:gd name="T82" fmla="*/ 161 w 211"/>
                <a:gd name="T83" fmla="*/ 177 h 209"/>
                <a:gd name="T84" fmla="*/ 149 w 211"/>
                <a:gd name="T85" fmla="*/ 169 h 209"/>
                <a:gd name="T86" fmla="*/ 144 w 211"/>
                <a:gd name="T87" fmla="*/ 157 h 209"/>
                <a:gd name="T88" fmla="*/ 131 w 211"/>
                <a:gd name="T89" fmla="*/ 154 h 209"/>
                <a:gd name="T90" fmla="*/ 134 w 211"/>
                <a:gd name="T91" fmla="*/ 144 h 209"/>
                <a:gd name="T92" fmla="*/ 107 w 211"/>
                <a:gd name="T93" fmla="*/ 137 h 209"/>
                <a:gd name="T94" fmla="*/ 92 w 211"/>
                <a:gd name="T95" fmla="*/ 122 h 209"/>
                <a:gd name="T96" fmla="*/ 82 w 211"/>
                <a:gd name="T97" fmla="*/ 115 h 209"/>
                <a:gd name="T98" fmla="*/ 72 w 211"/>
                <a:gd name="T99" fmla="*/ 107 h 209"/>
                <a:gd name="T100" fmla="*/ 64 w 211"/>
                <a:gd name="T101" fmla="*/ 85 h 209"/>
                <a:gd name="T102" fmla="*/ 59 w 211"/>
                <a:gd name="T103" fmla="*/ 72 h 209"/>
                <a:gd name="T104" fmla="*/ 39 w 211"/>
                <a:gd name="T105" fmla="*/ 70 h 209"/>
                <a:gd name="T106" fmla="*/ 34 w 211"/>
                <a:gd name="T107" fmla="*/ 80 h 209"/>
                <a:gd name="T108" fmla="*/ 15 w 211"/>
                <a:gd name="T109" fmla="*/ 8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1" h="209">
                  <a:moveTo>
                    <a:pt x="15" y="80"/>
                  </a:moveTo>
                  <a:lnTo>
                    <a:pt x="15" y="67"/>
                  </a:lnTo>
                  <a:lnTo>
                    <a:pt x="2" y="62"/>
                  </a:lnTo>
                  <a:lnTo>
                    <a:pt x="0" y="45"/>
                  </a:lnTo>
                  <a:lnTo>
                    <a:pt x="7" y="33"/>
                  </a:lnTo>
                  <a:lnTo>
                    <a:pt x="7" y="20"/>
                  </a:lnTo>
                  <a:lnTo>
                    <a:pt x="25" y="20"/>
                  </a:lnTo>
                  <a:lnTo>
                    <a:pt x="32" y="13"/>
                  </a:lnTo>
                  <a:lnTo>
                    <a:pt x="37" y="20"/>
                  </a:lnTo>
                  <a:lnTo>
                    <a:pt x="42" y="13"/>
                  </a:lnTo>
                  <a:lnTo>
                    <a:pt x="49" y="18"/>
                  </a:lnTo>
                  <a:lnTo>
                    <a:pt x="57" y="3"/>
                  </a:lnTo>
                  <a:lnTo>
                    <a:pt x="64" y="8"/>
                  </a:lnTo>
                  <a:lnTo>
                    <a:pt x="82" y="8"/>
                  </a:lnTo>
                  <a:lnTo>
                    <a:pt x="97" y="0"/>
                  </a:lnTo>
                  <a:lnTo>
                    <a:pt x="109" y="10"/>
                  </a:lnTo>
                  <a:lnTo>
                    <a:pt x="112" y="25"/>
                  </a:lnTo>
                  <a:lnTo>
                    <a:pt x="104" y="33"/>
                  </a:lnTo>
                  <a:lnTo>
                    <a:pt x="97" y="50"/>
                  </a:lnTo>
                  <a:lnTo>
                    <a:pt x="99" y="62"/>
                  </a:lnTo>
                  <a:lnTo>
                    <a:pt x="107" y="67"/>
                  </a:lnTo>
                  <a:lnTo>
                    <a:pt x="117" y="85"/>
                  </a:lnTo>
                  <a:lnTo>
                    <a:pt x="131" y="105"/>
                  </a:lnTo>
                  <a:lnTo>
                    <a:pt x="151" y="125"/>
                  </a:lnTo>
                  <a:lnTo>
                    <a:pt x="164" y="125"/>
                  </a:lnTo>
                  <a:lnTo>
                    <a:pt x="171" y="122"/>
                  </a:lnTo>
                  <a:lnTo>
                    <a:pt x="174" y="130"/>
                  </a:lnTo>
                  <a:lnTo>
                    <a:pt x="179" y="137"/>
                  </a:lnTo>
                  <a:lnTo>
                    <a:pt x="184" y="144"/>
                  </a:lnTo>
                  <a:lnTo>
                    <a:pt x="191" y="152"/>
                  </a:lnTo>
                  <a:lnTo>
                    <a:pt x="201" y="159"/>
                  </a:lnTo>
                  <a:lnTo>
                    <a:pt x="211" y="172"/>
                  </a:lnTo>
                  <a:lnTo>
                    <a:pt x="204" y="177"/>
                  </a:lnTo>
                  <a:lnTo>
                    <a:pt x="189" y="164"/>
                  </a:lnTo>
                  <a:lnTo>
                    <a:pt x="179" y="169"/>
                  </a:lnTo>
                  <a:lnTo>
                    <a:pt x="176" y="179"/>
                  </a:lnTo>
                  <a:lnTo>
                    <a:pt x="181" y="192"/>
                  </a:lnTo>
                  <a:lnTo>
                    <a:pt x="176" y="199"/>
                  </a:lnTo>
                  <a:lnTo>
                    <a:pt x="171" y="209"/>
                  </a:lnTo>
                  <a:lnTo>
                    <a:pt x="161" y="209"/>
                  </a:lnTo>
                  <a:lnTo>
                    <a:pt x="161" y="187"/>
                  </a:lnTo>
                  <a:lnTo>
                    <a:pt x="161" y="177"/>
                  </a:lnTo>
                  <a:lnTo>
                    <a:pt x="149" y="169"/>
                  </a:lnTo>
                  <a:lnTo>
                    <a:pt x="144" y="157"/>
                  </a:lnTo>
                  <a:lnTo>
                    <a:pt x="131" y="154"/>
                  </a:lnTo>
                  <a:lnTo>
                    <a:pt x="134" y="144"/>
                  </a:lnTo>
                  <a:lnTo>
                    <a:pt x="107" y="137"/>
                  </a:lnTo>
                  <a:lnTo>
                    <a:pt x="92" y="122"/>
                  </a:lnTo>
                  <a:lnTo>
                    <a:pt x="82" y="115"/>
                  </a:lnTo>
                  <a:lnTo>
                    <a:pt x="72" y="107"/>
                  </a:lnTo>
                  <a:lnTo>
                    <a:pt x="64" y="85"/>
                  </a:lnTo>
                  <a:lnTo>
                    <a:pt x="59" y="72"/>
                  </a:lnTo>
                  <a:lnTo>
                    <a:pt x="39" y="70"/>
                  </a:lnTo>
                  <a:lnTo>
                    <a:pt x="34" y="80"/>
                  </a:lnTo>
                  <a:lnTo>
                    <a:pt x="15" y="8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DC36F61C-D8EF-7676-2A34-E339E8FE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24" y="3038162"/>
              <a:ext cx="310875" cy="247548"/>
            </a:xfrm>
            <a:custGeom>
              <a:avLst/>
              <a:gdLst>
                <a:gd name="T0" fmla="*/ 216 w 216"/>
                <a:gd name="T1" fmla="*/ 30 h 172"/>
                <a:gd name="T2" fmla="*/ 181 w 216"/>
                <a:gd name="T3" fmla="*/ 33 h 172"/>
                <a:gd name="T4" fmla="*/ 169 w 216"/>
                <a:gd name="T5" fmla="*/ 23 h 172"/>
                <a:gd name="T6" fmla="*/ 144 w 216"/>
                <a:gd name="T7" fmla="*/ 20 h 172"/>
                <a:gd name="T8" fmla="*/ 122 w 216"/>
                <a:gd name="T9" fmla="*/ 13 h 172"/>
                <a:gd name="T10" fmla="*/ 94 w 216"/>
                <a:gd name="T11" fmla="*/ 3 h 172"/>
                <a:gd name="T12" fmla="*/ 79 w 216"/>
                <a:gd name="T13" fmla="*/ 8 h 172"/>
                <a:gd name="T14" fmla="*/ 67 w 216"/>
                <a:gd name="T15" fmla="*/ 0 h 172"/>
                <a:gd name="T16" fmla="*/ 7 w 216"/>
                <a:gd name="T17" fmla="*/ 0 h 172"/>
                <a:gd name="T18" fmla="*/ 10 w 216"/>
                <a:gd name="T19" fmla="*/ 10 h 172"/>
                <a:gd name="T20" fmla="*/ 0 w 216"/>
                <a:gd name="T21" fmla="*/ 15 h 172"/>
                <a:gd name="T22" fmla="*/ 2 w 216"/>
                <a:gd name="T23" fmla="*/ 28 h 172"/>
                <a:gd name="T24" fmla="*/ 12 w 216"/>
                <a:gd name="T25" fmla="*/ 38 h 172"/>
                <a:gd name="T26" fmla="*/ 15 w 216"/>
                <a:gd name="T27" fmla="*/ 50 h 172"/>
                <a:gd name="T28" fmla="*/ 32 w 216"/>
                <a:gd name="T29" fmla="*/ 48 h 172"/>
                <a:gd name="T30" fmla="*/ 44 w 216"/>
                <a:gd name="T31" fmla="*/ 43 h 172"/>
                <a:gd name="T32" fmla="*/ 49 w 216"/>
                <a:gd name="T33" fmla="*/ 50 h 172"/>
                <a:gd name="T34" fmla="*/ 47 w 216"/>
                <a:gd name="T35" fmla="*/ 55 h 172"/>
                <a:gd name="T36" fmla="*/ 42 w 216"/>
                <a:gd name="T37" fmla="*/ 62 h 172"/>
                <a:gd name="T38" fmla="*/ 34 w 216"/>
                <a:gd name="T39" fmla="*/ 95 h 172"/>
                <a:gd name="T40" fmla="*/ 27 w 216"/>
                <a:gd name="T41" fmla="*/ 102 h 172"/>
                <a:gd name="T42" fmla="*/ 37 w 216"/>
                <a:gd name="T43" fmla="*/ 110 h 172"/>
                <a:gd name="T44" fmla="*/ 37 w 216"/>
                <a:gd name="T45" fmla="*/ 137 h 172"/>
                <a:gd name="T46" fmla="*/ 39 w 216"/>
                <a:gd name="T47" fmla="*/ 149 h 172"/>
                <a:gd name="T48" fmla="*/ 49 w 216"/>
                <a:gd name="T49" fmla="*/ 149 h 172"/>
                <a:gd name="T50" fmla="*/ 49 w 216"/>
                <a:gd name="T51" fmla="*/ 164 h 172"/>
                <a:gd name="T52" fmla="*/ 62 w 216"/>
                <a:gd name="T53" fmla="*/ 172 h 172"/>
                <a:gd name="T54" fmla="*/ 74 w 216"/>
                <a:gd name="T55" fmla="*/ 167 h 172"/>
                <a:gd name="T56" fmla="*/ 84 w 216"/>
                <a:gd name="T57" fmla="*/ 162 h 172"/>
                <a:gd name="T58" fmla="*/ 126 w 216"/>
                <a:gd name="T59" fmla="*/ 164 h 172"/>
                <a:gd name="T60" fmla="*/ 134 w 216"/>
                <a:gd name="T61" fmla="*/ 154 h 172"/>
                <a:gd name="T62" fmla="*/ 134 w 216"/>
                <a:gd name="T63" fmla="*/ 145 h 172"/>
                <a:gd name="T64" fmla="*/ 146 w 216"/>
                <a:gd name="T65" fmla="*/ 137 h 172"/>
                <a:gd name="T66" fmla="*/ 156 w 216"/>
                <a:gd name="T67" fmla="*/ 127 h 172"/>
                <a:gd name="T68" fmla="*/ 159 w 216"/>
                <a:gd name="T69" fmla="*/ 115 h 172"/>
                <a:gd name="T70" fmla="*/ 146 w 216"/>
                <a:gd name="T71" fmla="*/ 97 h 172"/>
                <a:gd name="T72" fmla="*/ 156 w 216"/>
                <a:gd name="T73" fmla="*/ 87 h 172"/>
                <a:gd name="T74" fmla="*/ 164 w 216"/>
                <a:gd name="T75" fmla="*/ 75 h 172"/>
                <a:gd name="T76" fmla="*/ 179 w 216"/>
                <a:gd name="T77" fmla="*/ 72 h 172"/>
                <a:gd name="T78" fmla="*/ 191 w 216"/>
                <a:gd name="T79" fmla="*/ 55 h 172"/>
                <a:gd name="T80" fmla="*/ 201 w 216"/>
                <a:gd name="T81" fmla="*/ 45 h 172"/>
                <a:gd name="T82" fmla="*/ 216 w 216"/>
                <a:gd name="T83" fmla="*/ 3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6" h="172">
                  <a:moveTo>
                    <a:pt x="216" y="30"/>
                  </a:moveTo>
                  <a:lnTo>
                    <a:pt x="181" y="33"/>
                  </a:lnTo>
                  <a:lnTo>
                    <a:pt x="169" y="23"/>
                  </a:lnTo>
                  <a:lnTo>
                    <a:pt x="144" y="20"/>
                  </a:lnTo>
                  <a:lnTo>
                    <a:pt x="122" y="13"/>
                  </a:lnTo>
                  <a:lnTo>
                    <a:pt x="94" y="3"/>
                  </a:lnTo>
                  <a:lnTo>
                    <a:pt x="79" y="8"/>
                  </a:lnTo>
                  <a:lnTo>
                    <a:pt x="67" y="0"/>
                  </a:lnTo>
                  <a:lnTo>
                    <a:pt x="7" y="0"/>
                  </a:lnTo>
                  <a:lnTo>
                    <a:pt x="10" y="10"/>
                  </a:lnTo>
                  <a:lnTo>
                    <a:pt x="0" y="15"/>
                  </a:lnTo>
                  <a:lnTo>
                    <a:pt x="2" y="28"/>
                  </a:lnTo>
                  <a:lnTo>
                    <a:pt x="12" y="38"/>
                  </a:lnTo>
                  <a:lnTo>
                    <a:pt x="15" y="50"/>
                  </a:lnTo>
                  <a:lnTo>
                    <a:pt x="32" y="48"/>
                  </a:lnTo>
                  <a:lnTo>
                    <a:pt x="44" y="43"/>
                  </a:lnTo>
                  <a:lnTo>
                    <a:pt x="49" y="50"/>
                  </a:lnTo>
                  <a:lnTo>
                    <a:pt x="47" y="55"/>
                  </a:lnTo>
                  <a:lnTo>
                    <a:pt x="42" y="62"/>
                  </a:lnTo>
                  <a:lnTo>
                    <a:pt x="34" y="95"/>
                  </a:lnTo>
                  <a:lnTo>
                    <a:pt x="27" y="102"/>
                  </a:lnTo>
                  <a:lnTo>
                    <a:pt x="37" y="110"/>
                  </a:lnTo>
                  <a:lnTo>
                    <a:pt x="37" y="137"/>
                  </a:lnTo>
                  <a:lnTo>
                    <a:pt x="39" y="149"/>
                  </a:lnTo>
                  <a:lnTo>
                    <a:pt x="49" y="149"/>
                  </a:lnTo>
                  <a:lnTo>
                    <a:pt x="49" y="164"/>
                  </a:lnTo>
                  <a:lnTo>
                    <a:pt x="62" y="172"/>
                  </a:lnTo>
                  <a:lnTo>
                    <a:pt x="74" y="167"/>
                  </a:lnTo>
                  <a:lnTo>
                    <a:pt x="84" y="162"/>
                  </a:lnTo>
                  <a:lnTo>
                    <a:pt x="126" y="164"/>
                  </a:lnTo>
                  <a:lnTo>
                    <a:pt x="134" y="154"/>
                  </a:lnTo>
                  <a:lnTo>
                    <a:pt x="134" y="145"/>
                  </a:lnTo>
                  <a:lnTo>
                    <a:pt x="146" y="137"/>
                  </a:lnTo>
                  <a:lnTo>
                    <a:pt x="156" y="127"/>
                  </a:lnTo>
                  <a:lnTo>
                    <a:pt x="159" y="115"/>
                  </a:lnTo>
                  <a:lnTo>
                    <a:pt x="146" y="97"/>
                  </a:lnTo>
                  <a:lnTo>
                    <a:pt x="156" y="87"/>
                  </a:lnTo>
                  <a:lnTo>
                    <a:pt x="164" y="75"/>
                  </a:lnTo>
                  <a:lnTo>
                    <a:pt x="179" y="72"/>
                  </a:lnTo>
                  <a:lnTo>
                    <a:pt x="191" y="55"/>
                  </a:lnTo>
                  <a:lnTo>
                    <a:pt x="201" y="45"/>
                  </a:lnTo>
                  <a:lnTo>
                    <a:pt x="216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B87F1984-9403-A875-B4D4-0B6E0EC65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415" y="3092853"/>
              <a:ext cx="89233" cy="164073"/>
            </a:xfrm>
            <a:custGeom>
              <a:avLst/>
              <a:gdLst>
                <a:gd name="T0" fmla="*/ 50 w 62"/>
                <a:gd name="T1" fmla="*/ 99 h 114"/>
                <a:gd name="T2" fmla="*/ 50 w 62"/>
                <a:gd name="T3" fmla="*/ 72 h 114"/>
                <a:gd name="T4" fmla="*/ 40 w 62"/>
                <a:gd name="T5" fmla="*/ 64 h 114"/>
                <a:gd name="T6" fmla="*/ 47 w 62"/>
                <a:gd name="T7" fmla="*/ 57 h 114"/>
                <a:gd name="T8" fmla="*/ 55 w 62"/>
                <a:gd name="T9" fmla="*/ 24 h 114"/>
                <a:gd name="T10" fmla="*/ 60 w 62"/>
                <a:gd name="T11" fmla="*/ 17 h 114"/>
                <a:gd name="T12" fmla="*/ 62 w 62"/>
                <a:gd name="T13" fmla="*/ 12 h 114"/>
                <a:gd name="T14" fmla="*/ 57 w 62"/>
                <a:gd name="T15" fmla="*/ 5 h 114"/>
                <a:gd name="T16" fmla="*/ 45 w 62"/>
                <a:gd name="T17" fmla="*/ 10 h 114"/>
                <a:gd name="T18" fmla="*/ 28 w 62"/>
                <a:gd name="T19" fmla="*/ 12 h 114"/>
                <a:gd name="T20" fmla="*/ 25 w 62"/>
                <a:gd name="T21" fmla="*/ 0 h 114"/>
                <a:gd name="T22" fmla="*/ 18 w 62"/>
                <a:gd name="T23" fmla="*/ 15 h 114"/>
                <a:gd name="T24" fmla="*/ 18 w 62"/>
                <a:gd name="T25" fmla="*/ 32 h 114"/>
                <a:gd name="T26" fmla="*/ 20 w 62"/>
                <a:gd name="T27" fmla="*/ 39 h 114"/>
                <a:gd name="T28" fmla="*/ 13 w 62"/>
                <a:gd name="T29" fmla="*/ 52 h 114"/>
                <a:gd name="T30" fmla="*/ 3 w 62"/>
                <a:gd name="T31" fmla="*/ 59 h 114"/>
                <a:gd name="T32" fmla="*/ 0 w 62"/>
                <a:gd name="T33" fmla="*/ 79 h 114"/>
                <a:gd name="T34" fmla="*/ 13 w 62"/>
                <a:gd name="T35" fmla="*/ 84 h 114"/>
                <a:gd name="T36" fmla="*/ 13 w 62"/>
                <a:gd name="T37" fmla="*/ 97 h 114"/>
                <a:gd name="T38" fmla="*/ 15 w 62"/>
                <a:gd name="T39" fmla="*/ 109 h 114"/>
                <a:gd name="T40" fmla="*/ 28 w 62"/>
                <a:gd name="T41" fmla="*/ 114 h 114"/>
                <a:gd name="T42" fmla="*/ 43 w 62"/>
                <a:gd name="T43" fmla="*/ 114 h 114"/>
                <a:gd name="T44" fmla="*/ 50 w 62"/>
                <a:gd name="T45" fmla="*/ 9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114">
                  <a:moveTo>
                    <a:pt x="50" y="99"/>
                  </a:moveTo>
                  <a:lnTo>
                    <a:pt x="50" y="72"/>
                  </a:lnTo>
                  <a:lnTo>
                    <a:pt x="40" y="64"/>
                  </a:lnTo>
                  <a:lnTo>
                    <a:pt x="47" y="57"/>
                  </a:lnTo>
                  <a:lnTo>
                    <a:pt x="55" y="24"/>
                  </a:lnTo>
                  <a:lnTo>
                    <a:pt x="60" y="17"/>
                  </a:lnTo>
                  <a:lnTo>
                    <a:pt x="62" y="12"/>
                  </a:lnTo>
                  <a:lnTo>
                    <a:pt x="57" y="5"/>
                  </a:lnTo>
                  <a:lnTo>
                    <a:pt x="45" y="10"/>
                  </a:lnTo>
                  <a:lnTo>
                    <a:pt x="28" y="12"/>
                  </a:lnTo>
                  <a:lnTo>
                    <a:pt x="25" y="0"/>
                  </a:lnTo>
                  <a:lnTo>
                    <a:pt x="18" y="15"/>
                  </a:lnTo>
                  <a:lnTo>
                    <a:pt x="18" y="32"/>
                  </a:lnTo>
                  <a:lnTo>
                    <a:pt x="20" y="39"/>
                  </a:lnTo>
                  <a:lnTo>
                    <a:pt x="13" y="52"/>
                  </a:lnTo>
                  <a:lnTo>
                    <a:pt x="3" y="59"/>
                  </a:lnTo>
                  <a:lnTo>
                    <a:pt x="0" y="79"/>
                  </a:lnTo>
                  <a:lnTo>
                    <a:pt x="13" y="84"/>
                  </a:lnTo>
                  <a:lnTo>
                    <a:pt x="13" y="97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3" y="114"/>
                  </a:lnTo>
                  <a:lnTo>
                    <a:pt x="50" y="9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3DF7DD27-B21D-8DCF-E7EC-983384006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092" y="3071265"/>
              <a:ext cx="25906" cy="46056"/>
            </a:xfrm>
            <a:custGeom>
              <a:avLst/>
              <a:gdLst>
                <a:gd name="T0" fmla="*/ 18 w 18"/>
                <a:gd name="T1" fmla="*/ 0 h 32"/>
                <a:gd name="T2" fmla="*/ 13 w 18"/>
                <a:gd name="T3" fmla="*/ 5 h 32"/>
                <a:gd name="T4" fmla="*/ 0 w 18"/>
                <a:gd name="T5" fmla="*/ 12 h 32"/>
                <a:gd name="T6" fmla="*/ 5 w 18"/>
                <a:gd name="T7" fmla="*/ 25 h 32"/>
                <a:gd name="T8" fmla="*/ 13 w 18"/>
                <a:gd name="T9" fmla="*/ 32 h 32"/>
                <a:gd name="T10" fmla="*/ 18 w 18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3" y="5"/>
                  </a:lnTo>
                  <a:lnTo>
                    <a:pt x="0" y="12"/>
                  </a:lnTo>
                  <a:lnTo>
                    <a:pt x="5" y="25"/>
                  </a:lnTo>
                  <a:lnTo>
                    <a:pt x="13" y="32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2E99F7F8-A344-DEB3-87AC-835CABE54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895" y="3131713"/>
              <a:ext cx="33103" cy="60448"/>
            </a:xfrm>
            <a:custGeom>
              <a:avLst/>
              <a:gdLst>
                <a:gd name="T0" fmla="*/ 3 w 23"/>
                <a:gd name="T1" fmla="*/ 5 h 42"/>
                <a:gd name="T2" fmla="*/ 5 w 23"/>
                <a:gd name="T3" fmla="*/ 5 h 42"/>
                <a:gd name="T4" fmla="*/ 15 w 23"/>
                <a:gd name="T5" fmla="*/ 2 h 42"/>
                <a:gd name="T6" fmla="*/ 20 w 23"/>
                <a:gd name="T7" fmla="*/ 0 h 42"/>
                <a:gd name="T8" fmla="*/ 23 w 23"/>
                <a:gd name="T9" fmla="*/ 7 h 42"/>
                <a:gd name="T10" fmla="*/ 23 w 23"/>
                <a:gd name="T11" fmla="*/ 17 h 42"/>
                <a:gd name="T12" fmla="*/ 23 w 23"/>
                <a:gd name="T13" fmla="*/ 27 h 42"/>
                <a:gd name="T14" fmla="*/ 20 w 23"/>
                <a:gd name="T15" fmla="*/ 40 h 42"/>
                <a:gd name="T16" fmla="*/ 10 w 23"/>
                <a:gd name="T17" fmla="*/ 42 h 42"/>
                <a:gd name="T18" fmla="*/ 3 w 23"/>
                <a:gd name="T19" fmla="*/ 40 h 42"/>
                <a:gd name="T20" fmla="*/ 3 w 23"/>
                <a:gd name="T21" fmla="*/ 30 h 42"/>
                <a:gd name="T22" fmla="*/ 3 w 23"/>
                <a:gd name="T23" fmla="*/ 17 h 42"/>
                <a:gd name="T24" fmla="*/ 0 w 23"/>
                <a:gd name="T25" fmla="*/ 10 h 42"/>
                <a:gd name="T26" fmla="*/ 3 w 23"/>
                <a:gd name="T2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42">
                  <a:moveTo>
                    <a:pt x="3" y="5"/>
                  </a:moveTo>
                  <a:lnTo>
                    <a:pt x="5" y="5"/>
                  </a:lnTo>
                  <a:lnTo>
                    <a:pt x="15" y="2"/>
                  </a:lnTo>
                  <a:lnTo>
                    <a:pt x="20" y="0"/>
                  </a:lnTo>
                  <a:lnTo>
                    <a:pt x="23" y="7"/>
                  </a:lnTo>
                  <a:lnTo>
                    <a:pt x="23" y="17"/>
                  </a:lnTo>
                  <a:lnTo>
                    <a:pt x="23" y="27"/>
                  </a:lnTo>
                  <a:lnTo>
                    <a:pt x="20" y="40"/>
                  </a:lnTo>
                  <a:lnTo>
                    <a:pt x="10" y="42"/>
                  </a:lnTo>
                  <a:lnTo>
                    <a:pt x="3" y="40"/>
                  </a:lnTo>
                  <a:lnTo>
                    <a:pt x="3" y="30"/>
                  </a:lnTo>
                  <a:lnTo>
                    <a:pt x="3" y="17"/>
                  </a:lnTo>
                  <a:lnTo>
                    <a:pt x="0" y="10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0320248B-9800-276F-3E0C-BD859C2B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228" y="3102928"/>
              <a:ext cx="132410" cy="139605"/>
            </a:xfrm>
            <a:custGeom>
              <a:avLst/>
              <a:gdLst>
                <a:gd name="T0" fmla="*/ 42 w 92"/>
                <a:gd name="T1" fmla="*/ 72 h 97"/>
                <a:gd name="T2" fmla="*/ 20 w 92"/>
                <a:gd name="T3" fmla="*/ 67 h 97"/>
                <a:gd name="T4" fmla="*/ 20 w 92"/>
                <a:gd name="T5" fmla="*/ 57 h 97"/>
                <a:gd name="T6" fmla="*/ 2 w 92"/>
                <a:gd name="T7" fmla="*/ 42 h 97"/>
                <a:gd name="T8" fmla="*/ 0 w 92"/>
                <a:gd name="T9" fmla="*/ 27 h 97"/>
                <a:gd name="T10" fmla="*/ 17 w 92"/>
                <a:gd name="T11" fmla="*/ 15 h 97"/>
                <a:gd name="T12" fmla="*/ 30 w 92"/>
                <a:gd name="T13" fmla="*/ 17 h 97"/>
                <a:gd name="T14" fmla="*/ 47 w 92"/>
                <a:gd name="T15" fmla="*/ 5 h 97"/>
                <a:gd name="T16" fmla="*/ 57 w 92"/>
                <a:gd name="T17" fmla="*/ 5 h 97"/>
                <a:gd name="T18" fmla="*/ 72 w 92"/>
                <a:gd name="T19" fmla="*/ 10 h 97"/>
                <a:gd name="T20" fmla="*/ 84 w 92"/>
                <a:gd name="T21" fmla="*/ 0 h 97"/>
                <a:gd name="T22" fmla="*/ 92 w 92"/>
                <a:gd name="T23" fmla="*/ 0 h 97"/>
                <a:gd name="T24" fmla="*/ 92 w 92"/>
                <a:gd name="T25" fmla="*/ 17 h 97"/>
                <a:gd name="T26" fmla="*/ 82 w 92"/>
                <a:gd name="T27" fmla="*/ 20 h 97"/>
                <a:gd name="T28" fmla="*/ 77 w 92"/>
                <a:gd name="T29" fmla="*/ 25 h 97"/>
                <a:gd name="T30" fmla="*/ 70 w 92"/>
                <a:gd name="T31" fmla="*/ 30 h 97"/>
                <a:gd name="T32" fmla="*/ 74 w 92"/>
                <a:gd name="T33" fmla="*/ 37 h 97"/>
                <a:gd name="T34" fmla="*/ 62 w 92"/>
                <a:gd name="T35" fmla="*/ 42 h 97"/>
                <a:gd name="T36" fmla="*/ 57 w 92"/>
                <a:gd name="T37" fmla="*/ 37 h 97"/>
                <a:gd name="T38" fmla="*/ 50 w 92"/>
                <a:gd name="T39" fmla="*/ 37 h 97"/>
                <a:gd name="T40" fmla="*/ 57 w 92"/>
                <a:gd name="T41" fmla="*/ 47 h 97"/>
                <a:gd name="T42" fmla="*/ 47 w 92"/>
                <a:gd name="T43" fmla="*/ 57 h 97"/>
                <a:gd name="T44" fmla="*/ 60 w 92"/>
                <a:gd name="T45" fmla="*/ 62 h 97"/>
                <a:gd name="T46" fmla="*/ 77 w 92"/>
                <a:gd name="T47" fmla="*/ 72 h 97"/>
                <a:gd name="T48" fmla="*/ 79 w 92"/>
                <a:gd name="T49" fmla="*/ 82 h 97"/>
                <a:gd name="T50" fmla="*/ 72 w 92"/>
                <a:gd name="T51" fmla="*/ 80 h 97"/>
                <a:gd name="T52" fmla="*/ 57 w 92"/>
                <a:gd name="T53" fmla="*/ 87 h 97"/>
                <a:gd name="T54" fmla="*/ 62 w 92"/>
                <a:gd name="T55" fmla="*/ 97 h 97"/>
                <a:gd name="T56" fmla="*/ 32 w 92"/>
                <a:gd name="T57" fmla="*/ 97 h 97"/>
                <a:gd name="T58" fmla="*/ 32 w 92"/>
                <a:gd name="T59" fmla="*/ 87 h 97"/>
                <a:gd name="T60" fmla="*/ 22 w 92"/>
                <a:gd name="T61" fmla="*/ 82 h 97"/>
                <a:gd name="T62" fmla="*/ 32 w 92"/>
                <a:gd name="T63" fmla="*/ 75 h 97"/>
                <a:gd name="T64" fmla="*/ 40 w 92"/>
                <a:gd name="T65" fmla="*/ 75 h 97"/>
                <a:gd name="T66" fmla="*/ 42 w 92"/>
                <a:gd name="T67" fmla="*/ 7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2" h="97">
                  <a:moveTo>
                    <a:pt x="42" y="72"/>
                  </a:moveTo>
                  <a:lnTo>
                    <a:pt x="20" y="67"/>
                  </a:lnTo>
                  <a:lnTo>
                    <a:pt x="20" y="57"/>
                  </a:lnTo>
                  <a:lnTo>
                    <a:pt x="2" y="42"/>
                  </a:lnTo>
                  <a:lnTo>
                    <a:pt x="0" y="27"/>
                  </a:lnTo>
                  <a:lnTo>
                    <a:pt x="17" y="15"/>
                  </a:lnTo>
                  <a:lnTo>
                    <a:pt x="30" y="17"/>
                  </a:lnTo>
                  <a:lnTo>
                    <a:pt x="47" y="5"/>
                  </a:lnTo>
                  <a:lnTo>
                    <a:pt x="57" y="5"/>
                  </a:lnTo>
                  <a:lnTo>
                    <a:pt x="72" y="1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92" y="17"/>
                  </a:lnTo>
                  <a:lnTo>
                    <a:pt x="82" y="20"/>
                  </a:lnTo>
                  <a:lnTo>
                    <a:pt x="77" y="25"/>
                  </a:lnTo>
                  <a:lnTo>
                    <a:pt x="70" y="30"/>
                  </a:lnTo>
                  <a:lnTo>
                    <a:pt x="74" y="37"/>
                  </a:lnTo>
                  <a:lnTo>
                    <a:pt x="62" y="42"/>
                  </a:lnTo>
                  <a:lnTo>
                    <a:pt x="57" y="37"/>
                  </a:lnTo>
                  <a:lnTo>
                    <a:pt x="50" y="37"/>
                  </a:lnTo>
                  <a:lnTo>
                    <a:pt x="57" y="47"/>
                  </a:lnTo>
                  <a:lnTo>
                    <a:pt x="47" y="57"/>
                  </a:lnTo>
                  <a:lnTo>
                    <a:pt x="60" y="62"/>
                  </a:lnTo>
                  <a:lnTo>
                    <a:pt x="77" y="72"/>
                  </a:lnTo>
                  <a:lnTo>
                    <a:pt x="79" y="82"/>
                  </a:lnTo>
                  <a:lnTo>
                    <a:pt x="72" y="80"/>
                  </a:lnTo>
                  <a:lnTo>
                    <a:pt x="57" y="87"/>
                  </a:lnTo>
                  <a:lnTo>
                    <a:pt x="62" y="97"/>
                  </a:lnTo>
                  <a:lnTo>
                    <a:pt x="32" y="97"/>
                  </a:lnTo>
                  <a:lnTo>
                    <a:pt x="32" y="87"/>
                  </a:lnTo>
                  <a:lnTo>
                    <a:pt x="22" y="82"/>
                  </a:lnTo>
                  <a:lnTo>
                    <a:pt x="32" y="75"/>
                  </a:lnTo>
                  <a:lnTo>
                    <a:pt x="40" y="75"/>
                  </a:lnTo>
                  <a:lnTo>
                    <a:pt x="42" y="7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79818F3A-4A62-E07A-8AC7-8714FE624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4251" y="2645251"/>
              <a:ext cx="207250" cy="264819"/>
            </a:xfrm>
            <a:custGeom>
              <a:avLst/>
              <a:gdLst>
                <a:gd name="T0" fmla="*/ 144 w 144"/>
                <a:gd name="T1" fmla="*/ 89 h 184"/>
                <a:gd name="T2" fmla="*/ 135 w 144"/>
                <a:gd name="T3" fmla="*/ 57 h 184"/>
                <a:gd name="T4" fmla="*/ 137 w 144"/>
                <a:gd name="T5" fmla="*/ 22 h 184"/>
                <a:gd name="T6" fmla="*/ 132 w 144"/>
                <a:gd name="T7" fmla="*/ 17 h 184"/>
                <a:gd name="T8" fmla="*/ 90 w 144"/>
                <a:gd name="T9" fmla="*/ 25 h 184"/>
                <a:gd name="T10" fmla="*/ 80 w 144"/>
                <a:gd name="T11" fmla="*/ 15 h 184"/>
                <a:gd name="T12" fmla="*/ 72 w 144"/>
                <a:gd name="T13" fmla="*/ 0 h 184"/>
                <a:gd name="T14" fmla="*/ 52 w 144"/>
                <a:gd name="T15" fmla="*/ 5 h 184"/>
                <a:gd name="T16" fmla="*/ 52 w 144"/>
                <a:gd name="T17" fmla="*/ 22 h 184"/>
                <a:gd name="T18" fmla="*/ 52 w 144"/>
                <a:gd name="T19" fmla="*/ 30 h 184"/>
                <a:gd name="T20" fmla="*/ 45 w 144"/>
                <a:gd name="T21" fmla="*/ 30 h 184"/>
                <a:gd name="T22" fmla="*/ 25 w 144"/>
                <a:gd name="T23" fmla="*/ 37 h 184"/>
                <a:gd name="T24" fmla="*/ 25 w 144"/>
                <a:gd name="T25" fmla="*/ 57 h 184"/>
                <a:gd name="T26" fmla="*/ 15 w 144"/>
                <a:gd name="T27" fmla="*/ 72 h 184"/>
                <a:gd name="T28" fmla="*/ 3 w 144"/>
                <a:gd name="T29" fmla="*/ 82 h 184"/>
                <a:gd name="T30" fmla="*/ 0 w 144"/>
                <a:gd name="T31" fmla="*/ 102 h 184"/>
                <a:gd name="T32" fmla="*/ 10 w 144"/>
                <a:gd name="T33" fmla="*/ 107 h 184"/>
                <a:gd name="T34" fmla="*/ 8 w 144"/>
                <a:gd name="T35" fmla="*/ 119 h 184"/>
                <a:gd name="T36" fmla="*/ 23 w 144"/>
                <a:gd name="T37" fmla="*/ 127 h 184"/>
                <a:gd name="T38" fmla="*/ 38 w 144"/>
                <a:gd name="T39" fmla="*/ 142 h 184"/>
                <a:gd name="T40" fmla="*/ 30 w 144"/>
                <a:gd name="T41" fmla="*/ 152 h 184"/>
                <a:gd name="T42" fmla="*/ 33 w 144"/>
                <a:gd name="T43" fmla="*/ 179 h 184"/>
                <a:gd name="T44" fmla="*/ 43 w 144"/>
                <a:gd name="T45" fmla="*/ 179 h 184"/>
                <a:gd name="T46" fmla="*/ 55 w 144"/>
                <a:gd name="T47" fmla="*/ 176 h 184"/>
                <a:gd name="T48" fmla="*/ 65 w 144"/>
                <a:gd name="T49" fmla="*/ 181 h 184"/>
                <a:gd name="T50" fmla="*/ 72 w 144"/>
                <a:gd name="T51" fmla="*/ 184 h 184"/>
                <a:gd name="T52" fmla="*/ 80 w 144"/>
                <a:gd name="T53" fmla="*/ 184 h 184"/>
                <a:gd name="T54" fmla="*/ 102 w 144"/>
                <a:gd name="T55" fmla="*/ 176 h 184"/>
                <a:gd name="T56" fmla="*/ 117 w 144"/>
                <a:gd name="T57" fmla="*/ 164 h 184"/>
                <a:gd name="T58" fmla="*/ 122 w 144"/>
                <a:gd name="T59" fmla="*/ 159 h 184"/>
                <a:gd name="T60" fmla="*/ 125 w 144"/>
                <a:gd name="T61" fmla="*/ 142 h 184"/>
                <a:gd name="T62" fmla="*/ 97 w 144"/>
                <a:gd name="T63" fmla="*/ 109 h 184"/>
                <a:gd name="T64" fmla="*/ 144 w 144"/>
                <a:gd name="T65" fmla="*/ 89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4" h="184">
                  <a:moveTo>
                    <a:pt x="144" y="89"/>
                  </a:moveTo>
                  <a:lnTo>
                    <a:pt x="135" y="57"/>
                  </a:lnTo>
                  <a:lnTo>
                    <a:pt x="137" y="22"/>
                  </a:lnTo>
                  <a:lnTo>
                    <a:pt x="132" y="17"/>
                  </a:lnTo>
                  <a:lnTo>
                    <a:pt x="90" y="25"/>
                  </a:lnTo>
                  <a:lnTo>
                    <a:pt x="80" y="15"/>
                  </a:lnTo>
                  <a:lnTo>
                    <a:pt x="72" y="0"/>
                  </a:lnTo>
                  <a:lnTo>
                    <a:pt x="52" y="5"/>
                  </a:lnTo>
                  <a:lnTo>
                    <a:pt x="52" y="22"/>
                  </a:lnTo>
                  <a:lnTo>
                    <a:pt x="52" y="30"/>
                  </a:lnTo>
                  <a:lnTo>
                    <a:pt x="45" y="30"/>
                  </a:lnTo>
                  <a:lnTo>
                    <a:pt x="25" y="37"/>
                  </a:lnTo>
                  <a:lnTo>
                    <a:pt x="25" y="57"/>
                  </a:lnTo>
                  <a:lnTo>
                    <a:pt x="15" y="72"/>
                  </a:lnTo>
                  <a:lnTo>
                    <a:pt x="3" y="82"/>
                  </a:lnTo>
                  <a:lnTo>
                    <a:pt x="0" y="102"/>
                  </a:lnTo>
                  <a:lnTo>
                    <a:pt x="10" y="107"/>
                  </a:lnTo>
                  <a:lnTo>
                    <a:pt x="8" y="119"/>
                  </a:lnTo>
                  <a:lnTo>
                    <a:pt x="23" y="127"/>
                  </a:lnTo>
                  <a:lnTo>
                    <a:pt x="38" y="142"/>
                  </a:lnTo>
                  <a:lnTo>
                    <a:pt x="30" y="152"/>
                  </a:lnTo>
                  <a:lnTo>
                    <a:pt x="33" y="179"/>
                  </a:lnTo>
                  <a:lnTo>
                    <a:pt x="43" y="179"/>
                  </a:lnTo>
                  <a:lnTo>
                    <a:pt x="55" y="176"/>
                  </a:lnTo>
                  <a:lnTo>
                    <a:pt x="65" y="181"/>
                  </a:lnTo>
                  <a:lnTo>
                    <a:pt x="72" y="184"/>
                  </a:lnTo>
                  <a:lnTo>
                    <a:pt x="80" y="184"/>
                  </a:lnTo>
                  <a:lnTo>
                    <a:pt x="102" y="176"/>
                  </a:lnTo>
                  <a:lnTo>
                    <a:pt x="117" y="164"/>
                  </a:lnTo>
                  <a:lnTo>
                    <a:pt x="122" y="159"/>
                  </a:lnTo>
                  <a:lnTo>
                    <a:pt x="125" y="142"/>
                  </a:lnTo>
                  <a:lnTo>
                    <a:pt x="97" y="109"/>
                  </a:lnTo>
                  <a:lnTo>
                    <a:pt x="144" y="8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7" name="Freeform 291">
              <a:extLst>
                <a:ext uri="{FF2B5EF4-FFF2-40B4-BE49-F238E27FC236}">
                  <a16:creationId xmlns:a16="http://schemas.microsoft.com/office/drawing/2014/main" id="{D53529E4-8703-1447-F068-9BC68EEE7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548" y="2645251"/>
              <a:ext cx="231717" cy="182782"/>
            </a:xfrm>
            <a:custGeom>
              <a:avLst/>
              <a:gdLst>
                <a:gd name="T0" fmla="*/ 9 w 161"/>
                <a:gd name="T1" fmla="*/ 89 h 127"/>
                <a:gd name="T2" fmla="*/ 0 w 161"/>
                <a:gd name="T3" fmla="*/ 57 h 127"/>
                <a:gd name="T4" fmla="*/ 2 w 161"/>
                <a:gd name="T5" fmla="*/ 22 h 127"/>
                <a:gd name="T6" fmla="*/ 52 w 161"/>
                <a:gd name="T7" fmla="*/ 0 h 127"/>
                <a:gd name="T8" fmla="*/ 69 w 161"/>
                <a:gd name="T9" fmla="*/ 7 h 127"/>
                <a:gd name="T10" fmla="*/ 94 w 161"/>
                <a:gd name="T11" fmla="*/ 2 h 127"/>
                <a:gd name="T12" fmla="*/ 124 w 161"/>
                <a:gd name="T13" fmla="*/ 15 h 127"/>
                <a:gd name="T14" fmla="*/ 146 w 161"/>
                <a:gd name="T15" fmla="*/ 35 h 127"/>
                <a:gd name="T16" fmla="*/ 146 w 161"/>
                <a:gd name="T17" fmla="*/ 60 h 127"/>
                <a:gd name="T18" fmla="*/ 159 w 161"/>
                <a:gd name="T19" fmla="*/ 60 h 127"/>
                <a:gd name="T20" fmla="*/ 159 w 161"/>
                <a:gd name="T21" fmla="*/ 79 h 127"/>
                <a:gd name="T22" fmla="*/ 161 w 161"/>
                <a:gd name="T23" fmla="*/ 112 h 127"/>
                <a:gd name="T24" fmla="*/ 146 w 161"/>
                <a:gd name="T25" fmla="*/ 122 h 127"/>
                <a:gd name="T26" fmla="*/ 119 w 161"/>
                <a:gd name="T27" fmla="*/ 124 h 127"/>
                <a:gd name="T28" fmla="*/ 89 w 161"/>
                <a:gd name="T29" fmla="*/ 127 h 127"/>
                <a:gd name="T30" fmla="*/ 69 w 161"/>
                <a:gd name="T31" fmla="*/ 114 h 127"/>
                <a:gd name="T32" fmla="*/ 27 w 161"/>
                <a:gd name="T33" fmla="*/ 102 h 127"/>
                <a:gd name="T34" fmla="*/ 9 w 161"/>
                <a:gd name="T35" fmla="*/ 8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27">
                  <a:moveTo>
                    <a:pt x="9" y="89"/>
                  </a:moveTo>
                  <a:lnTo>
                    <a:pt x="0" y="57"/>
                  </a:lnTo>
                  <a:lnTo>
                    <a:pt x="2" y="22"/>
                  </a:lnTo>
                  <a:lnTo>
                    <a:pt x="52" y="0"/>
                  </a:lnTo>
                  <a:lnTo>
                    <a:pt x="69" y="7"/>
                  </a:lnTo>
                  <a:lnTo>
                    <a:pt x="94" y="2"/>
                  </a:lnTo>
                  <a:lnTo>
                    <a:pt x="124" y="15"/>
                  </a:lnTo>
                  <a:lnTo>
                    <a:pt x="146" y="35"/>
                  </a:lnTo>
                  <a:lnTo>
                    <a:pt x="146" y="60"/>
                  </a:lnTo>
                  <a:lnTo>
                    <a:pt x="159" y="60"/>
                  </a:lnTo>
                  <a:lnTo>
                    <a:pt x="159" y="79"/>
                  </a:lnTo>
                  <a:lnTo>
                    <a:pt x="161" y="112"/>
                  </a:lnTo>
                  <a:lnTo>
                    <a:pt x="146" y="122"/>
                  </a:lnTo>
                  <a:lnTo>
                    <a:pt x="119" y="124"/>
                  </a:lnTo>
                  <a:lnTo>
                    <a:pt x="89" y="127"/>
                  </a:lnTo>
                  <a:lnTo>
                    <a:pt x="69" y="114"/>
                  </a:lnTo>
                  <a:lnTo>
                    <a:pt x="27" y="102"/>
                  </a:lnTo>
                  <a:lnTo>
                    <a:pt x="9" y="8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8" name="Freeform 292">
              <a:extLst>
                <a:ext uri="{FF2B5EF4-FFF2-40B4-BE49-F238E27FC236}">
                  <a16:creationId xmlns:a16="http://schemas.microsoft.com/office/drawing/2014/main" id="{28091F1D-75BF-1AE6-F8B8-E93B9E180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783" y="2091145"/>
              <a:ext cx="267698" cy="532517"/>
            </a:xfrm>
            <a:custGeom>
              <a:avLst/>
              <a:gdLst>
                <a:gd name="T0" fmla="*/ 0 w 186"/>
                <a:gd name="T1" fmla="*/ 288 h 370"/>
                <a:gd name="T2" fmla="*/ 7 w 186"/>
                <a:gd name="T3" fmla="*/ 276 h 370"/>
                <a:gd name="T4" fmla="*/ 12 w 186"/>
                <a:gd name="T5" fmla="*/ 253 h 370"/>
                <a:gd name="T6" fmla="*/ 30 w 186"/>
                <a:gd name="T7" fmla="*/ 243 h 370"/>
                <a:gd name="T8" fmla="*/ 25 w 186"/>
                <a:gd name="T9" fmla="*/ 223 h 370"/>
                <a:gd name="T10" fmla="*/ 15 w 186"/>
                <a:gd name="T11" fmla="*/ 203 h 370"/>
                <a:gd name="T12" fmla="*/ 12 w 186"/>
                <a:gd name="T13" fmla="*/ 184 h 370"/>
                <a:gd name="T14" fmla="*/ 7 w 186"/>
                <a:gd name="T15" fmla="*/ 151 h 370"/>
                <a:gd name="T16" fmla="*/ 12 w 186"/>
                <a:gd name="T17" fmla="*/ 139 h 370"/>
                <a:gd name="T18" fmla="*/ 30 w 186"/>
                <a:gd name="T19" fmla="*/ 141 h 370"/>
                <a:gd name="T20" fmla="*/ 37 w 186"/>
                <a:gd name="T21" fmla="*/ 136 h 370"/>
                <a:gd name="T22" fmla="*/ 27 w 186"/>
                <a:gd name="T23" fmla="*/ 126 h 370"/>
                <a:gd name="T24" fmla="*/ 35 w 186"/>
                <a:gd name="T25" fmla="*/ 111 h 370"/>
                <a:gd name="T26" fmla="*/ 37 w 186"/>
                <a:gd name="T27" fmla="*/ 87 h 370"/>
                <a:gd name="T28" fmla="*/ 47 w 186"/>
                <a:gd name="T29" fmla="*/ 84 h 370"/>
                <a:gd name="T30" fmla="*/ 52 w 186"/>
                <a:gd name="T31" fmla="*/ 69 h 370"/>
                <a:gd name="T32" fmla="*/ 62 w 186"/>
                <a:gd name="T33" fmla="*/ 69 h 370"/>
                <a:gd name="T34" fmla="*/ 67 w 186"/>
                <a:gd name="T35" fmla="*/ 52 h 370"/>
                <a:gd name="T36" fmla="*/ 74 w 186"/>
                <a:gd name="T37" fmla="*/ 47 h 370"/>
                <a:gd name="T38" fmla="*/ 77 w 186"/>
                <a:gd name="T39" fmla="*/ 32 h 370"/>
                <a:gd name="T40" fmla="*/ 87 w 186"/>
                <a:gd name="T41" fmla="*/ 34 h 370"/>
                <a:gd name="T42" fmla="*/ 97 w 186"/>
                <a:gd name="T43" fmla="*/ 29 h 370"/>
                <a:gd name="T44" fmla="*/ 107 w 186"/>
                <a:gd name="T45" fmla="*/ 20 h 370"/>
                <a:gd name="T46" fmla="*/ 119 w 186"/>
                <a:gd name="T47" fmla="*/ 20 h 370"/>
                <a:gd name="T48" fmla="*/ 136 w 186"/>
                <a:gd name="T49" fmla="*/ 20 h 370"/>
                <a:gd name="T50" fmla="*/ 144 w 186"/>
                <a:gd name="T51" fmla="*/ 7 h 370"/>
                <a:gd name="T52" fmla="*/ 154 w 186"/>
                <a:gd name="T53" fmla="*/ 0 h 370"/>
                <a:gd name="T54" fmla="*/ 169 w 186"/>
                <a:gd name="T55" fmla="*/ 15 h 370"/>
                <a:gd name="T56" fmla="*/ 184 w 186"/>
                <a:gd name="T57" fmla="*/ 27 h 370"/>
                <a:gd name="T58" fmla="*/ 184 w 186"/>
                <a:gd name="T59" fmla="*/ 39 h 370"/>
                <a:gd name="T60" fmla="*/ 186 w 186"/>
                <a:gd name="T61" fmla="*/ 77 h 370"/>
                <a:gd name="T62" fmla="*/ 174 w 186"/>
                <a:gd name="T63" fmla="*/ 84 h 370"/>
                <a:gd name="T64" fmla="*/ 161 w 186"/>
                <a:gd name="T65" fmla="*/ 97 h 370"/>
                <a:gd name="T66" fmla="*/ 154 w 186"/>
                <a:gd name="T67" fmla="*/ 116 h 370"/>
                <a:gd name="T68" fmla="*/ 156 w 186"/>
                <a:gd name="T69" fmla="*/ 131 h 370"/>
                <a:gd name="T70" fmla="*/ 139 w 186"/>
                <a:gd name="T71" fmla="*/ 144 h 370"/>
                <a:gd name="T72" fmla="*/ 129 w 186"/>
                <a:gd name="T73" fmla="*/ 156 h 370"/>
                <a:gd name="T74" fmla="*/ 104 w 186"/>
                <a:gd name="T75" fmla="*/ 161 h 370"/>
                <a:gd name="T76" fmla="*/ 94 w 186"/>
                <a:gd name="T77" fmla="*/ 181 h 370"/>
                <a:gd name="T78" fmla="*/ 94 w 186"/>
                <a:gd name="T79" fmla="*/ 216 h 370"/>
                <a:gd name="T80" fmla="*/ 107 w 186"/>
                <a:gd name="T81" fmla="*/ 233 h 370"/>
                <a:gd name="T82" fmla="*/ 114 w 186"/>
                <a:gd name="T83" fmla="*/ 246 h 370"/>
                <a:gd name="T84" fmla="*/ 84 w 186"/>
                <a:gd name="T85" fmla="*/ 261 h 370"/>
                <a:gd name="T86" fmla="*/ 99 w 186"/>
                <a:gd name="T87" fmla="*/ 261 h 370"/>
                <a:gd name="T88" fmla="*/ 107 w 186"/>
                <a:gd name="T89" fmla="*/ 268 h 370"/>
                <a:gd name="T90" fmla="*/ 112 w 186"/>
                <a:gd name="T91" fmla="*/ 281 h 370"/>
                <a:gd name="T92" fmla="*/ 99 w 186"/>
                <a:gd name="T93" fmla="*/ 288 h 370"/>
                <a:gd name="T94" fmla="*/ 87 w 186"/>
                <a:gd name="T95" fmla="*/ 300 h 370"/>
                <a:gd name="T96" fmla="*/ 87 w 186"/>
                <a:gd name="T97" fmla="*/ 325 h 370"/>
                <a:gd name="T98" fmla="*/ 74 w 186"/>
                <a:gd name="T99" fmla="*/ 335 h 370"/>
                <a:gd name="T100" fmla="*/ 69 w 186"/>
                <a:gd name="T101" fmla="*/ 348 h 370"/>
                <a:gd name="T102" fmla="*/ 54 w 186"/>
                <a:gd name="T103" fmla="*/ 358 h 370"/>
                <a:gd name="T104" fmla="*/ 47 w 186"/>
                <a:gd name="T105" fmla="*/ 370 h 370"/>
                <a:gd name="T106" fmla="*/ 27 w 186"/>
                <a:gd name="T107" fmla="*/ 363 h 370"/>
                <a:gd name="T108" fmla="*/ 30 w 186"/>
                <a:gd name="T109" fmla="*/ 338 h 370"/>
                <a:gd name="T110" fmla="*/ 20 w 186"/>
                <a:gd name="T111" fmla="*/ 335 h 370"/>
                <a:gd name="T112" fmla="*/ 15 w 186"/>
                <a:gd name="T113" fmla="*/ 320 h 370"/>
                <a:gd name="T114" fmla="*/ 7 w 186"/>
                <a:gd name="T115" fmla="*/ 303 h 370"/>
                <a:gd name="T116" fmla="*/ 0 w 186"/>
                <a:gd name="T117" fmla="*/ 288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6" h="370">
                  <a:moveTo>
                    <a:pt x="0" y="288"/>
                  </a:moveTo>
                  <a:lnTo>
                    <a:pt x="7" y="276"/>
                  </a:lnTo>
                  <a:lnTo>
                    <a:pt x="12" y="253"/>
                  </a:lnTo>
                  <a:lnTo>
                    <a:pt x="30" y="243"/>
                  </a:lnTo>
                  <a:lnTo>
                    <a:pt x="25" y="223"/>
                  </a:lnTo>
                  <a:lnTo>
                    <a:pt x="15" y="203"/>
                  </a:lnTo>
                  <a:lnTo>
                    <a:pt x="12" y="184"/>
                  </a:lnTo>
                  <a:lnTo>
                    <a:pt x="7" y="151"/>
                  </a:lnTo>
                  <a:lnTo>
                    <a:pt x="12" y="139"/>
                  </a:lnTo>
                  <a:lnTo>
                    <a:pt x="30" y="141"/>
                  </a:lnTo>
                  <a:lnTo>
                    <a:pt x="37" y="136"/>
                  </a:lnTo>
                  <a:lnTo>
                    <a:pt x="27" y="126"/>
                  </a:lnTo>
                  <a:lnTo>
                    <a:pt x="35" y="111"/>
                  </a:lnTo>
                  <a:lnTo>
                    <a:pt x="37" y="87"/>
                  </a:lnTo>
                  <a:lnTo>
                    <a:pt x="47" y="84"/>
                  </a:lnTo>
                  <a:lnTo>
                    <a:pt x="52" y="69"/>
                  </a:lnTo>
                  <a:lnTo>
                    <a:pt x="62" y="69"/>
                  </a:lnTo>
                  <a:lnTo>
                    <a:pt x="67" y="52"/>
                  </a:lnTo>
                  <a:lnTo>
                    <a:pt x="74" y="47"/>
                  </a:lnTo>
                  <a:lnTo>
                    <a:pt x="77" y="32"/>
                  </a:lnTo>
                  <a:lnTo>
                    <a:pt x="87" y="34"/>
                  </a:lnTo>
                  <a:lnTo>
                    <a:pt x="97" y="29"/>
                  </a:lnTo>
                  <a:lnTo>
                    <a:pt x="107" y="20"/>
                  </a:lnTo>
                  <a:lnTo>
                    <a:pt x="119" y="20"/>
                  </a:lnTo>
                  <a:lnTo>
                    <a:pt x="136" y="20"/>
                  </a:lnTo>
                  <a:lnTo>
                    <a:pt x="144" y="7"/>
                  </a:lnTo>
                  <a:lnTo>
                    <a:pt x="154" y="0"/>
                  </a:lnTo>
                  <a:lnTo>
                    <a:pt x="169" y="15"/>
                  </a:lnTo>
                  <a:lnTo>
                    <a:pt x="184" y="27"/>
                  </a:lnTo>
                  <a:lnTo>
                    <a:pt x="184" y="39"/>
                  </a:lnTo>
                  <a:lnTo>
                    <a:pt x="186" y="77"/>
                  </a:lnTo>
                  <a:lnTo>
                    <a:pt x="174" y="84"/>
                  </a:lnTo>
                  <a:lnTo>
                    <a:pt x="161" y="97"/>
                  </a:lnTo>
                  <a:lnTo>
                    <a:pt x="154" y="116"/>
                  </a:lnTo>
                  <a:lnTo>
                    <a:pt x="156" y="131"/>
                  </a:lnTo>
                  <a:lnTo>
                    <a:pt x="139" y="144"/>
                  </a:lnTo>
                  <a:lnTo>
                    <a:pt x="129" y="156"/>
                  </a:lnTo>
                  <a:lnTo>
                    <a:pt x="104" y="161"/>
                  </a:lnTo>
                  <a:lnTo>
                    <a:pt x="94" y="181"/>
                  </a:lnTo>
                  <a:lnTo>
                    <a:pt x="94" y="216"/>
                  </a:lnTo>
                  <a:lnTo>
                    <a:pt x="107" y="233"/>
                  </a:lnTo>
                  <a:lnTo>
                    <a:pt x="114" y="246"/>
                  </a:lnTo>
                  <a:lnTo>
                    <a:pt x="84" y="261"/>
                  </a:lnTo>
                  <a:lnTo>
                    <a:pt x="99" y="261"/>
                  </a:lnTo>
                  <a:lnTo>
                    <a:pt x="107" y="268"/>
                  </a:lnTo>
                  <a:lnTo>
                    <a:pt x="112" y="281"/>
                  </a:lnTo>
                  <a:lnTo>
                    <a:pt x="99" y="288"/>
                  </a:lnTo>
                  <a:lnTo>
                    <a:pt x="87" y="300"/>
                  </a:lnTo>
                  <a:lnTo>
                    <a:pt x="87" y="325"/>
                  </a:lnTo>
                  <a:lnTo>
                    <a:pt x="74" y="335"/>
                  </a:lnTo>
                  <a:lnTo>
                    <a:pt x="69" y="348"/>
                  </a:lnTo>
                  <a:lnTo>
                    <a:pt x="54" y="358"/>
                  </a:lnTo>
                  <a:lnTo>
                    <a:pt x="47" y="370"/>
                  </a:lnTo>
                  <a:lnTo>
                    <a:pt x="27" y="363"/>
                  </a:lnTo>
                  <a:lnTo>
                    <a:pt x="30" y="338"/>
                  </a:lnTo>
                  <a:lnTo>
                    <a:pt x="20" y="335"/>
                  </a:lnTo>
                  <a:lnTo>
                    <a:pt x="15" y="320"/>
                  </a:lnTo>
                  <a:lnTo>
                    <a:pt x="7" y="303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9" name="Freeform 293">
              <a:extLst>
                <a:ext uri="{FF2B5EF4-FFF2-40B4-BE49-F238E27FC236}">
                  <a16:creationId xmlns:a16="http://schemas.microsoft.com/office/drawing/2014/main" id="{5C38A9C7-D0BC-4F77-41BC-71E45972B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228" y="2895678"/>
              <a:ext cx="207250" cy="146802"/>
            </a:xfrm>
            <a:custGeom>
              <a:avLst/>
              <a:gdLst>
                <a:gd name="T0" fmla="*/ 50 w 144"/>
                <a:gd name="T1" fmla="*/ 82 h 102"/>
                <a:gd name="T2" fmla="*/ 40 w 144"/>
                <a:gd name="T3" fmla="*/ 74 h 102"/>
                <a:gd name="T4" fmla="*/ 22 w 144"/>
                <a:gd name="T5" fmla="*/ 65 h 102"/>
                <a:gd name="T6" fmla="*/ 5 w 144"/>
                <a:gd name="T7" fmla="*/ 52 h 102"/>
                <a:gd name="T8" fmla="*/ 0 w 144"/>
                <a:gd name="T9" fmla="*/ 37 h 102"/>
                <a:gd name="T10" fmla="*/ 17 w 144"/>
                <a:gd name="T11" fmla="*/ 32 h 102"/>
                <a:gd name="T12" fmla="*/ 30 w 144"/>
                <a:gd name="T13" fmla="*/ 12 h 102"/>
                <a:gd name="T14" fmla="*/ 37 w 144"/>
                <a:gd name="T15" fmla="*/ 0 h 102"/>
                <a:gd name="T16" fmla="*/ 62 w 144"/>
                <a:gd name="T17" fmla="*/ 0 h 102"/>
                <a:gd name="T18" fmla="*/ 72 w 144"/>
                <a:gd name="T19" fmla="*/ 7 h 102"/>
                <a:gd name="T20" fmla="*/ 97 w 144"/>
                <a:gd name="T21" fmla="*/ 7 h 102"/>
                <a:gd name="T22" fmla="*/ 107 w 144"/>
                <a:gd name="T23" fmla="*/ 5 h 102"/>
                <a:gd name="T24" fmla="*/ 132 w 144"/>
                <a:gd name="T25" fmla="*/ 27 h 102"/>
                <a:gd name="T26" fmla="*/ 134 w 144"/>
                <a:gd name="T27" fmla="*/ 50 h 102"/>
                <a:gd name="T28" fmla="*/ 144 w 144"/>
                <a:gd name="T29" fmla="*/ 72 h 102"/>
                <a:gd name="T30" fmla="*/ 142 w 144"/>
                <a:gd name="T31" fmla="*/ 84 h 102"/>
                <a:gd name="T32" fmla="*/ 127 w 144"/>
                <a:gd name="T33" fmla="*/ 94 h 102"/>
                <a:gd name="T34" fmla="*/ 112 w 144"/>
                <a:gd name="T35" fmla="*/ 97 h 102"/>
                <a:gd name="T36" fmla="*/ 87 w 144"/>
                <a:gd name="T37" fmla="*/ 102 h 102"/>
                <a:gd name="T38" fmla="*/ 79 w 144"/>
                <a:gd name="T39" fmla="*/ 87 h 102"/>
                <a:gd name="T40" fmla="*/ 60 w 144"/>
                <a:gd name="T41" fmla="*/ 79 h 102"/>
                <a:gd name="T42" fmla="*/ 55 w 144"/>
                <a:gd name="T43" fmla="*/ 87 h 102"/>
                <a:gd name="T44" fmla="*/ 50 w 144"/>
                <a:gd name="T45" fmla="*/ 8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4" h="102">
                  <a:moveTo>
                    <a:pt x="50" y="82"/>
                  </a:moveTo>
                  <a:lnTo>
                    <a:pt x="40" y="74"/>
                  </a:lnTo>
                  <a:lnTo>
                    <a:pt x="22" y="65"/>
                  </a:lnTo>
                  <a:lnTo>
                    <a:pt x="5" y="52"/>
                  </a:lnTo>
                  <a:lnTo>
                    <a:pt x="0" y="37"/>
                  </a:lnTo>
                  <a:lnTo>
                    <a:pt x="17" y="32"/>
                  </a:lnTo>
                  <a:lnTo>
                    <a:pt x="30" y="12"/>
                  </a:lnTo>
                  <a:lnTo>
                    <a:pt x="37" y="0"/>
                  </a:lnTo>
                  <a:lnTo>
                    <a:pt x="62" y="0"/>
                  </a:lnTo>
                  <a:lnTo>
                    <a:pt x="72" y="7"/>
                  </a:lnTo>
                  <a:lnTo>
                    <a:pt x="97" y="7"/>
                  </a:lnTo>
                  <a:lnTo>
                    <a:pt x="107" y="5"/>
                  </a:lnTo>
                  <a:lnTo>
                    <a:pt x="132" y="27"/>
                  </a:lnTo>
                  <a:lnTo>
                    <a:pt x="134" y="50"/>
                  </a:lnTo>
                  <a:lnTo>
                    <a:pt x="144" y="72"/>
                  </a:lnTo>
                  <a:lnTo>
                    <a:pt x="142" y="84"/>
                  </a:lnTo>
                  <a:lnTo>
                    <a:pt x="127" y="94"/>
                  </a:lnTo>
                  <a:lnTo>
                    <a:pt x="112" y="97"/>
                  </a:lnTo>
                  <a:lnTo>
                    <a:pt x="87" y="102"/>
                  </a:lnTo>
                  <a:lnTo>
                    <a:pt x="79" y="87"/>
                  </a:lnTo>
                  <a:lnTo>
                    <a:pt x="60" y="79"/>
                  </a:lnTo>
                  <a:lnTo>
                    <a:pt x="55" y="87"/>
                  </a:lnTo>
                  <a:lnTo>
                    <a:pt x="50" y="8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0" name="Freeform 294">
              <a:extLst>
                <a:ext uri="{FF2B5EF4-FFF2-40B4-BE49-F238E27FC236}">
                  <a16:creationId xmlns:a16="http://schemas.microsoft.com/office/drawing/2014/main" id="{4FCBC9F8-6C6E-E8B3-D8E1-6B69BA81C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638" y="3100050"/>
              <a:ext cx="53252" cy="34542"/>
            </a:xfrm>
            <a:custGeom>
              <a:avLst/>
              <a:gdLst>
                <a:gd name="T0" fmla="*/ 7 w 37"/>
                <a:gd name="T1" fmla="*/ 24 h 24"/>
                <a:gd name="T2" fmla="*/ 25 w 37"/>
                <a:gd name="T3" fmla="*/ 24 h 24"/>
                <a:gd name="T4" fmla="*/ 37 w 37"/>
                <a:gd name="T5" fmla="*/ 15 h 24"/>
                <a:gd name="T6" fmla="*/ 17 w 37"/>
                <a:gd name="T7" fmla="*/ 0 h 24"/>
                <a:gd name="T8" fmla="*/ 0 w 37"/>
                <a:gd name="T9" fmla="*/ 2 h 24"/>
                <a:gd name="T10" fmla="*/ 0 w 37"/>
                <a:gd name="T11" fmla="*/ 19 h 24"/>
                <a:gd name="T12" fmla="*/ 7 w 37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4">
                  <a:moveTo>
                    <a:pt x="7" y="24"/>
                  </a:moveTo>
                  <a:lnTo>
                    <a:pt x="25" y="24"/>
                  </a:lnTo>
                  <a:lnTo>
                    <a:pt x="37" y="15"/>
                  </a:lnTo>
                  <a:lnTo>
                    <a:pt x="17" y="0"/>
                  </a:lnTo>
                  <a:lnTo>
                    <a:pt x="0" y="2"/>
                  </a:lnTo>
                  <a:lnTo>
                    <a:pt x="0" y="19"/>
                  </a:lnTo>
                  <a:lnTo>
                    <a:pt x="7" y="2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1" name="Freeform 295">
              <a:extLst>
                <a:ext uri="{FF2B5EF4-FFF2-40B4-BE49-F238E27FC236}">
                  <a16:creationId xmlns:a16="http://schemas.microsoft.com/office/drawing/2014/main" id="{B562BFFF-AD26-BF37-27E2-3B9ABB444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9423" y="3081339"/>
              <a:ext cx="467752" cy="207250"/>
            </a:xfrm>
            <a:custGeom>
              <a:avLst/>
              <a:gdLst>
                <a:gd name="T0" fmla="*/ 164 w 325"/>
                <a:gd name="T1" fmla="*/ 137 h 144"/>
                <a:gd name="T2" fmla="*/ 179 w 325"/>
                <a:gd name="T3" fmla="*/ 134 h 144"/>
                <a:gd name="T4" fmla="*/ 209 w 325"/>
                <a:gd name="T5" fmla="*/ 129 h 144"/>
                <a:gd name="T6" fmla="*/ 226 w 325"/>
                <a:gd name="T7" fmla="*/ 129 h 144"/>
                <a:gd name="T8" fmla="*/ 251 w 325"/>
                <a:gd name="T9" fmla="*/ 124 h 144"/>
                <a:gd name="T10" fmla="*/ 256 w 325"/>
                <a:gd name="T11" fmla="*/ 144 h 144"/>
                <a:gd name="T12" fmla="*/ 268 w 325"/>
                <a:gd name="T13" fmla="*/ 134 h 144"/>
                <a:gd name="T14" fmla="*/ 281 w 325"/>
                <a:gd name="T15" fmla="*/ 122 h 144"/>
                <a:gd name="T16" fmla="*/ 296 w 325"/>
                <a:gd name="T17" fmla="*/ 117 h 144"/>
                <a:gd name="T18" fmla="*/ 303 w 325"/>
                <a:gd name="T19" fmla="*/ 129 h 144"/>
                <a:gd name="T20" fmla="*/ 325 w 325"/>
                <a:gd name="T21" fmla="*/ 132 h 144"/>
                <a:gd name="T22" fmla="*/ 320 w 325"/>
                <a:gd name="T23" fmla="*/ 110 h 144"/>
                <a:gd name="T24" fmla="*/ 311 w 325"/>
                <a:gd name="T25" fmla="*/ 85 h 144"/>
                <a:gd name="T26" fmla="*/ 303 w 325"/>
                <a:gd name="T27" fmla="*/ 62 h 144"/>
                <a:gd name="T28" fmla="*/ 311 w 325"/>
                <a:gd name="T29" fmla="*/ 55 h 144"/>
                <a:gd name="T30" fmla="*/ 296 w 325"/>
                <a:gd name="T31" fmla="*/ 40 h 144"/>
                <a:gd name="T32" fmla="*/ 281 w 325"/>
                <a:gd name="T33" fmla="*/ 15 h 144"/>
                <a:gd name="T34" fmla="*/ 258 w 325"/>
                <a:gd name="T35" fmla="*/ 18 h 144"/>
                <a:gd name="T36" fmla="*/ 248 w 325"/>
                <a:gd name="T37" fmla="*/ 30 h 144"/>
                <a:gd name="T38" fmla="*/ 214 w 325"/>
                <a:gd name="T39" fmla="*/ 32 h 144"/>
                <a:gd name="T40" fmla="*/ 196 w 325"/>
                <a:gd name="T41" fmla="*/ 32 h 144"/>
                <a:gd name="T42" fmla="*/ 181 w 325"/>
                <a:gd name="T43" fmla="*/ 25 h 144"/>
                <a:gd name="T44" fmla="*/ 166 w 325"/>
                <a:gd name="T45" fmla="*/ 25 h 144"/>
                <a:gd name="T46" fmla="*/ 154 w 325"/>
                <a:gd name="T47" fmla="*/ 10 h 144"/>
                <a:gd name="T48" fmla="*/ 137 w 325"/>
                <a:gd name="T49" fmla="*/ 0 h 144"/>
                <a:gd name="T50" fmla="*/ 119 w 325"/>
                <a:gd name="T51" fmla="*/ 10 h 144"/>
                <a:gd name="T52" fmla="*/ 97 w 325"/>
                <a:gd name="T53" fmla="*/ 13 h 144"/>
                <a:gd name="T54" fmla="*/ 79 w 325"/>
                <a:gd name="T55" fmla="*/ 18 h 144"/>
                <a:gd name="T56" fmla="*/ 54 w 325"/>
                <a:gd name="T57" fmla="*/ 20 h 144"/>
                <a:gd name="T58" fmla="*/ 42 w 325"/>
                <a:gd name="T59" fmla="*/ 20 h 144"/>
                <a:gd name="T60" fmla="*/ 22 w 325"/>
                <a:gd name="T61" fmla="*/ 28 h 144"/>
                <a:gd name="T62" fmla="*/ 35 w 325"/>
                <a:gd name="T63" fmla="*/ 32 h 144"/>
                <a:gd name="T64" fmla="*/ 22 w 325"/>
                <a:gd name="T65" fmla="*/ 40 h 144"/>
                <a:gd name="T66" fmla="*/ 17 w 325"/>
                <a:gd name="T67" fmla="*/ 50 h 144"/>
                <a:gd name="T68" fmla="*/ 5 w 325"/>
                <a:gd name="T69" fmla="*/ 60 h 144"/>
                <a:gd name="T70" fmla="*/ 2 w 325"/>
                <a:gd name="T71" fmla="*/ 70 h 144"/>
                <a:gd name="T72" fmla="*/ 0 w 325"/>
                <a:gd name="T73" fmla="*/ 77 h 144"/>
                <a:gd name="T74" fmla="*/ 7 w 325"/>
                <a:gd name="T75" fmla="*/ 80 h 144"/>
                <a:gd name="T76" fmla="*/ 7 w 325"/>
                <a:gd name="T77" fmla="*/ 92 h 144"/>
                <a:gd name="T78" fmla="*/ 15 w 325"/>
                <a:gd name="T79" fmla="*/ 97 h 144"/>
                <a:gd name="T80" fmla="*/ 12 w 325"/>
                <a:gd name="T81" fmla="*/ 110 h 144"/>
                <a:gd name="T82" fmla="*/ 20 w 325"/>
                <a:gd name="T83" fmla="*/ 117 h 144"/>
                <a:gd name="T84" fmla="*/ 27 w 325"/>
                <a:gd name="T85" fmla="*/ 117 h 144"/>
                <a:gd name="T86" fmla="*/ 30 w 325"/>
                <a:gd name="T87" fmla="*/ 124 h 144"/>
                <a:gd name="T88" fmla="*/ 45 w 325"/>
                <a:gd name="T89" fmla="*/ 129 h 144"/>
                <a:gd name="T90" fmla="*/ 54 w 325"/>
                <a:gd name="T91" fmla="*/ 142 h 144"/>
                <a:gd name="T92" fmla="*/ 67 w 325"/>
                <a:gd name="T93" fmla="*/ 137 h 144"/>
                <a:gd name="T94" fmla="*/ 74 w 325"/>
                <a:gd name="T95" fmla="*/ 132 h 144"/>
                <a:gd name="T96" fmla="*/ 82 w 325"/>
                <a:gd name="T97" fmla="*/ 124 h 144"/>
                <a:gd name="T98" fmla="*/ 104 w 325"/>
                <a:gd name="T99" fmla="*/ 137 h 144"/>
                <a:gd name="T100" fmla="*/ 124 w 325"/>
                <a:gd name="T101" fmla="*/ 139 h 144"/>
                <a:gd name="T102" fmla="*/ 149 w 325"/>
                <a:gd name="T103" fmla="*/ 137 h 144"/>
                <a:gd name="T104" fmla="*/ 159 w 325"/>
                <a:gd name="T105" fmla="*/ 137 h 144"/>
                <a:gd name="T106" fmla="*/ 164 w 325"/>
                <a:gd name="T107" fmla="*/ 13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5" h="144">
                  <a:moveTo>
                    <a:pt x="164" y="137"/>
                  </a:moveTo>
                  <a:lnTo>
                    <a:pt x="179" y="134"/>
                  </a:lnTo>
                  <a:lnTo>
                    <a:pt x="209" y="129"/>
                  </a:lnTo>
                  <a:lnTo>
                    <a:pt x="226" y="129"/>
                  </a:lnTo>
                  <a:lnTo>
                    <a:pt x="251" y="124"/>
                  </a:lnTo>
                  <a:lnTo>
                    <a:pt x="256" y="144"/>
                  </a:lnTo>
                  <a:lnTo>
                    <a:pt x="268" y="134"/>
                  </a:lnTo>
                  <a:lnTo>
                    <a:pt x="281" y="122"/>
                  </a:lnTo>
                  <a:lnTo>
                    <a:pt x="296" y="117"/>
                  </a:lnTo>
                  <a:lnTo>
                    <a:pt x="303" y="129"/>
                  </a:lnTo>
                  <a:lnTo>
                    <a:pt x="325" y="132"/>
                  </a:lnTo>
                  <a:lnTo>
                    <a:pt x="320" y="110"/>
                  </a:lnTo>
                  <a:lnTo>
                    <a:pt x="311" y="85"/>
                  </a:lnTo>
                  <a:lnTo>
                    <a:pt x="303" y="62"/>
                  </a:lnTo>
                  <a:lnTo>
                    <a:pt x="311" y="55"/>
                  </a:lnTo>
                  <a:lnTo>
                    <a:pt x="296" y="40"/>
                  </a:lnTo>
                  <a:lnTo>
                    <a:pt x="281" y="15"/>
                  </a:lnTo>
                  <a:lnTo>
                    <a:pt x="258" y="18"/>
                  </a:lnTo>
                  <a:lnTo>
                    <a:pt x="248" y="30"/>
                  </a:lnTo>
                  <a:lnTo>
                    <a:pt x="214" y="32"/>
                  </a:lnTo>
                  <a:lnTo>
                    <a:pt x="196" y="32"/>
                  </a:lnTo>
                  <a:lnTo>
                    <a:pt x="181" y="25"/>
                  </a:lnTo>
                  <a:lnTo>
                    <a:pt x="166" y="25"/>
                  </a:lnTo>
                  <a:lnTo>
                    <a:pt x="154" y="10"/>
                  </a:lnTo>
                  <a:lnTo>
                    <a:pt x="137" y="0"/>
                  </a:lnTo>
                  <a:lnTo>
                    <a:pt x="119" y="10"/>
                  </a:lnTo>
                  <a:lnTo>
                    <a:pt x="97" y="13"/>
                  </a:lnTo>
                  <a:lnTo>
                    <a:pt x="79" y="18"/>
                  </a:lnTo>
                  <a:lnTo>
                    <a:pt x="54" y="20"/>
                  </a:lnTo>
                  <a:lnTo>
                    <a:pt x="42" y="20"/>
                  </a:lnTo>
                  <a:lnTo>
                    <a:pt x="22" y="28"/>
                  </a:lnTo>
                  <a:lnTo>
                    <a:pt x="35" y="32"/>
                  </a:lnTo>
                  <a:lnTo>
                    <a:pt x="22" y="40"/>
                  </a:lnTo>
                  <a:lnTo>
                    <a:pt x="17" y="50"/>
                  </a:lnTo>
                  <a:lnTo>
                    <a:pt x="5" y="60"/>
                  </a:lnTo>
                  <a:lnTo>
                    <a:pt x="2" y="70"/>
                  </a:lnTo>
                  <a:lnTo>
                    <a:pt x="0" y="77"/>
                  </a:lnTo>
                  <a:lnTo>
                    <a:pt x="7" y="80"/>
                  </a:lnTo>
                  <a:lnTo>
                    <a:pt x="7" y="92"/>
                  </a:lnTo>
                  <a:lnTo>
                    <a:pt x="15" y="97"/>
                  </a:lnTo>
                  <a:lnTo>
                    <a:pt x="12" y="110"/>
                  </a:lnTo>
                  <a:lnTo>
                    <a:pt x="20" y="117"/>
                  </a:lnTo>
                  <a:lnTo>
                    <a:pt x="27" y="117"/>
                  </a:lnTo>
                  <a:lnTo>
                    <a:pt x="30" y="124"/>
                  </a:lnTo>
                  <a:lnTo>
                    <a:pt x="45" y="129"/>
                  </a:lnTo>
                  <a:lnTo>
                    <a:pt x="54" y="142"/>
                  </a:lnTo>
                  <a:lnTo>
                    <a:pt x="67" y="137"/>
                  </a:lnTo>
                  <a:lnTo>
                    <a:pt x="74" y="132"/>
                  </a:lnTo>
                  <a:lnTo>
                    <a:pt x="82" y="124"/>
                  </a:lnTo>
                  <a:lnTo>
                    <a:pt x="104" y="137"/>
                  </a:lnTo>
                  <a:lnTo>
                    <a:pt x="124" y="139"/>
                  </a:lnTo>
                  <a:lnTo>
                    <a:pt x="149" y="137"/>
                  </a:lnTo>
                  <a:lnTo>
                    <a:pt x="159" y="137"/>
                  </a:lnTo>
                  <a:lnTo>
                    <a:pt x="164" y="13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2" name="Freeform 296">
              <a:extLst>
                <a:ext uri="{FF2B5EF4-FFF2-40B4-BE49-F238E27FC236}">
                  <a16:creationId xmlns:a16="http://schemas.microsoft.com/office/drawing/2014/main" id="{97C21B96-04B0-6182-FC41-ACC65002D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373" y="2799249"/>
              <a:ext cx="35980" cy="31663"/>
            </a:xfrm>
            <a:custGeom>
              <a:avLst/>
              <a:gdLst>
                <a:gd name="T0" fmla="*/ 25 w 25"/>
                <a:gd name="T1" fmla="*/ 20 h 22"/>
                <a:gd name="T2" fmla="*/ 0 w 25"/>
                <a:gd name="T3" fmla="*/ 22 h 22"/>
                <a:gd name="T4" fmla="*/ 2 w 25"/>
                <a:gd name="T5" fmla="*/ 12 h 22"/>
                <a:gd name="T6" fmla="*/ 12 w 25"/>
                <a:gd name="T7" fmla="*/ 0 h 22"/>
                <a:gd name="T8" fmla="*/ 10 w 25"/>
                <a:gd name="T9" fmla="*/ 12 h 22"/>
                <a:gd name="T10" fmla="*/ 25 w 25"/>
                <a:gd name="T1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2">
                  <a:moveTo>
                    <a:pt x="25" y="20"/>
                  </a:moveTo>
                  <a:lnTo>
                    <a:pt x="0" y="22"/>
                  </a:lnTo>
                  <a:lnTo>
                    <a:pt x="2" y="12"/>
                  </a:lnTo>
                  <a:lnTo>
                    <a:pt x="12" y="0"/>
                  </a:lnTo>
                  <a:lnTo>
                    <a:pt x="10" y="12"/>
                  </a:lnTo>
                  <a:lnTo>
                    <a:pt x="25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3" name="Freeform 297">
              <a:extLst>
                <a:ext uri="{FF2B5EF4-FFF2-40B4-BE49-F238E27FC236}">
                  <a16:creationId xmlns:a16="http://schemas.microsoft.com/office/drawing/2014/main" id="{02EE15E7-70B4-D994-27B0-0EEB34B98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326" y="2823717"/>
              <a:ext cx="60448" cy="64765"/>
            </a:xfrm>
            <a:custGeom>
              <a:avLst/>
              <a:gdLst>
                <a:gd name="T0" fmla="*/ 0 w 42"/>
                <a:gd name="T1" fmla="*/ 10 h 45"/>
                <a:gd name="T2" fmla="*/ 10 w 42"/>
                <a:gd name="T3" fmla="*/ 0 h 45"/>
                <a:gd name="T4" fmla="*/ 35 w 42"/>
                <a:gd name="T5" fmla="*/ 23 h 45"/>
                <a:gd name="T6" fmla="*/ 42 w 42"/>
                <a:gd name="T7" fmla="*/ 37 h 45"/>
                <a:gd name="T8" fmla="*/ 25 w 42"/>
                <a:gd name="T9" fmla="*/ 45 h 45"/>
                <a:gd name="T10" fmla="*/ 8 w 42"/>
                <a:gd name="T11" fmla="*/ 25 h 45"/>
                <a:gd name="T12" fmla="*/ 0 w 42"/>
                <a:gd name="T13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5">
                  <a:moveTo>
                    <a:pt x="0" y="10"/>
                  </a:moveTo>
                  <a:lnTo>
                    <a:pt x="10" y="0"/>
                  </a:lnTo>
                  <a:lnTo>
                    <a:pt x="35" y="23"/>
                  </a:lnTo>
                  <a:lnTo>
                    <a:pt x="42" y="37"/>
                  </a:lnTo>
                  <a:lnTo>
                    <a:pt x="25" y="45"/>
                  </a:lnTo>
                  <a:lnTo>
                    <a:pt x="8" y="25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4" name="Freeform 298">
              <a:extLst>
                <a:ext uri="{FF2B5EF4-FFF2-40B4-BE49-F238E27FC236}">
                  <a16:creationId xmlns:a16="http://schemas.microsoft.com/office/drawing/2014/main" id="{DDE6B4AA-EC27-5121-5E10-F5741CCE5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779" y="3252609"/>
              <a:ext cx="63326" cy="18710"/>
            </a:xfrm>
            <a:custGeom>
              <a:avLst/>
              <a:gdLst>
                <a:gd name="T0" fmla="*/ 22 w 44"/>
                <a:gd name="T1" fmla="*/ 13 h 13"/>
                <a:gd name="T2" fmla="*/ 12 w 44"/>
                <a:gd name="T3" fmla="*/ 10 h 13"/>
                <a:gd name="T4" fmla="*/ 2 w 44"/>
                <a:gd name="T5" fmla="*/ 8 h 13"/>
                <a:gd name="T6" fmla="*/ 0 w 44"/>
                <a:gd name="T7" fmla="*/ 8 h 13"/>
                <a:gd name="T8" fmla="*/ 2 w 44"/>
                <a:gd name="T9" fmla="*/ 5 h 13"/>
                <a:gd name="T10" fmla="*/ 7 w 44"/>
                <a:gd name="T11" fmla="*/ 5 h 13"/>
                <a:gd name="T12" fmla="*/ 19 w 44"/>
                <a:gd name="T13" fmla="*/ 3 h 13"/>
                <a:gd name="T14" fmla="*/ 29 w 44"/>
                <a:gd name="T15" fmla="*/ 3 h 13"/>
                <a:gd name="T16" fmla="*/ 37 w 44"/>
                <a:gd name="T17" fmla="*/ 0 h 13"/>
                <a:gd name="T18" fmla="*/ 39 w 44"/>
                <a:gd name="T19" fmla="*/ 0 h 13"/>
                <a:gd name="T20" fmla="*/ 42 w 44"/>
                <a:gd name="T21" fmla="*/ 3 h 13"/>
                <a:gd name="T22" fmla="*/ 44 w 44"/>
                <a:gd name="T23" fmla="*/ 8 h 13"/>
                <a:gd name="T24" fmla="*/ 42 w 44"/>
                <a:gd name="T25" fmla="*/ 10 h 13"/>
                <a:gd name="T26" fmla="*/ 37 w 44"/>
                <a:gd name="T27" fmla="*/ 13 h 13"/>
                <a:gd name="T28" fmla="*/ 24 w 44"/>
                <a:gd name="T29" fmla="*/ 13 h 13"/>
                <a:gd name="T30" fmla="*/ 22 w 44"/>
                <a:gd name="T3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" h="13">
                  <a:moveTo>
                    <a:pt x="22" y="13"/>
                  </a:moveTo>
                  <a:lnTo>
                    <a:pt x="12" y="10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5"/>
                  </a:lnTo>
                  <a:lnTo>
                    <a:pt x="7" y="5"/>
                  </a:lnTo>
                  <a:lnTo>
                    <a:pt x="19" y="3"/>
                  </a:lnTo>
                  <a:lnTo>
                    <a:pt x="29" y="3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2" y="3"/>
                  </a:lnTo>
                  <a:lnTo>
                    <a:pt x="44" y="8"/>
                  </a:lnTo>
                  <a:lnTo>
                    <a:pt x="42" y="10"/>
                  </a:lnTo>
                  <a:lnTo>
                    <a:pt x="37" y="13"/>
                  </a:lnTo>
                  <a:lnTo>
                    <a:pt x="24" y="13"/>
                  </a:lnTo>
                  <a:lnTo>
                    <a:pt x="22" y="1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5" name="Freeform 300">
              <a:extLst>
                <a:ext uri="{FF2B5EF4-FFF2-40B4-BE49-F238E27FC236}">
                  <a16:creationId xmlns:a16="http://schemas.microsoft.com/office/drawing/2014/main" id="{F6C11EE8-4882-DABB-B89D-4B5D5EF79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105" y="1675207"/>
              <a:ext cx="3688760" cy="1388862"/>
            </a:xfrm>
            <a:custGeom>
              <a:avLst/>
              <a:gdLst>
                <a:gd name="T0" fmla="*/ 435 w 2563"/>
                <a:gd name="T1" fmla="*/ 704 h 965"/>
                <a:gd name="T2" fmla="*/ 599 w 2563"/>
                <a:gd name="T3" fmla="*/ 756 h 965"/>
                <a:gd name="T4" fmla="*/ 706 w 2563"/>
                <a:gd name="T5" fmla="*/ 701 h 965"/>
                <a:gd name="T6" fmla="*/ 883 w 2563"/>
                <a:gd name="T7" fmla="*/ 726 h 965"/>
                <a:gd name="T8" fmla="*/ 1044 w 2563"/>
                <a:gd name="T9" fmla="*/ 826 h 965"/>
                <a:gd name="T10" fmla="*/ 1171 w 2563"/>
                <a:gd name="T11" fmla="*/ 798 h 965"/>
                <a:gd name="T12" fmla="*/ 1291 w 2563"/>
                <a:gd name="T13" fmla="*/ 781 h 965"/>
                <a:gd name="T14" fmla="*/ 1462 w 2563"/>
                <a:gd name="T15" fmla="*/ 786 h 965"/>
                <a:gd name="T16" fmla="*/ 1547 w 2563"/>
                <a:gd name="T17" fmla="*/ 714 h 965"/>
                <a:gd name="T18" fmla="*/ 1733 w 2563"/>
                <a:gd name="T19" fmla="*/ 823 h 965"/>
                <a:gd name="T20" fmla="*/ 1798 w 2563"/>
                <a:gd name="T21" fmla="*/ 918 h 965"/>
                <a:gd name="T22" fmla="*/ 1885 w 2563"/>
                <a:gd name="T23" fmla="*/ 863 h 965"/>
                <a:gd name="T24" fmla="*/ 1823 w 2563"/>
                <a:gd name="T25" fmla="*/ 706 h 965"/>
                <a:gd name="T26" fmla="*/ 1890 w 2563"/>
                <a:gd name="T27" fmla="*/ 557 h 965"/>
                <a:gd name="T28" fmla="*/ 2069 w 2563"/>
                <a:gd name="T29" fmla="*/ 505 h 965"/>
                <a:gd name="T30" fmla="*/ 2180 w 2563"/>
                <a:gd name="T31" fmla="*/ 520 h 965"/>
                <a:gd name="T32" fmla="*/ 2153 w 2563"/>
                <a:gd name="T33" fmla="*/ 746 h 965"/>
                <a:gd name="T34" fmla="*/ 2230 w 2563"/>
                <a:gd name="T35" fmla="*/ 629 h 965"/>
                <a:gd name="T36" fmla="*/ 2210 w 2563"/>
                <a:gd name="T37" fmla="*/ 542 h 965"/>
                <a:gd name="T38" fmla="*/ 2330 w 2563"/>
                <a:gd name="T39" fmla="*/ 500 h 965"/>
                <a:gd name="T40" fmla="*/ 2372 w 2563"/>
                <a:gd name="T41" fmla="*/ 410 h 965"/>
                <a:gd name="T42" fmla="*/ 2466 w 2563"/>
                <a:gd name="T43" fmla="*/ 388 h 965"/>
                <a:gd name="T44" fmla="*/ 2546 w 2563"/>
                <a:gd name="T45" fmla="*/ 378 h 965"/>
                <a:gd name="T46" fmla="*/ 2456 w 2563"/>
                <a:gd name="T47" fmla="*/ 321 h 965"/>
                <a:gd name="T48" fmla="*/ 2295 w 2563"/>
                <a:gd name="T49" fmla="*/ 249 h 965"/>
                <a:gd name="T50" fmla="*/ 2118 w 2563"/>
                <a:gd name="T51" fmla="*/ 246 h 965"/>
                <a:gd name="T52" fmla="*/ 1932 w 2563"/>
                <a:gd name="T53" fmla="*/ 222 h 965"/>
                <a:gd name="T54" fmla="*/ 1733 w 2563"/>
                <a:gd name="T55" fmla="*/ 169 h 965"/>
                <a:gd name="T56" fmla="*/ 1614 w 2563"/>
                <a:gd name="T57" fmla="*/ 204 h 965"/>
                <a:gd name="T58" fmla="*/ 1517 w 2563"/>
                <a:gd name="T59" fmla="*/ 169 h 965"/>
                <a:gd name="T60" fmla="*/ 1256 w 2563"/>
                <a:gd name="T61" fmla="*/ 135 h 965"/>
                <a:gd name="T62" fmla="*/ 1258 w 2563"/>
                <a:gd name="T63" fmla="*/ 65 h 965"/>
                <a:gd name="T64" fmla="*/ 1097 w 2563"/>
                <a:gd name="T65" fmla="*/ 0 h 965"/>
                <a:gd name="T66" fmla="*/ 990 w 2563"/>
                <a:gd name="T67" fmla="*/ 67 h 965"/>
                <a:gd name="T68" fmla="*/ 848 w 2563"/>
                <a:gd name="T69" fmla="*/ 95 h 965"/>
                <a:gd name="T70" fmla="*/ 788 w 2563"/>
                <a:gd name="T71" fmla="*/ 177 h 965"/>
                <a:gd name="T72" fmla="*/ 746 w 2563"/>
                <a:gd name="T73" fmla="*/ 179 h 965"/>
                <a:gd name="T74" fmla="*/ 681 w 2563"/>
                <a:gd name="T75" fmla="*/ 169 h 965"/>
                <a:gd name="T76" fmla="*/ 726 w 2563"/>
                <a:gd name="T77" fmla="*/ 261 h 965"/>
                <a:gd name="T78" fmla="*/ 771 w 2563"/>
                <a:gd name="T79" fmla="*/ 316 h 965"/>
                <a:gd name="T80" fmla="*/ 674 w 2563"/>
                <a:gd name="T81" fmla="*/ 361 h 965"/>
                <a:gd name="T82" fmla="*/ 681 w 2563"/>
                <a:gd name="T83" fmla="*/ 276 h 965"/>
                <a:gd name="T84" fmla="*/ 612 w 2563"/>
                <a:gd name="T85" fmla="*/ 137 h 965"/>
                <a:gd name="T86" fmla="*/ 619 w 2563"/>
                <a:gd name="T87" fmla="*/ 296 h 965"/>
                <a:gd name="T88" fmla="*/ 490 w 2563"/>
                <a:gd name="T89" fmla="*/ 294 h 965"/>
                <a:gd name="T90" fmla="*/ 373 w 2563"/>
                <a:gd name="T91" fmla="*/ 291 h 965"/>
                <a:gd name="T92" fmla="*/ 229 w 2563"/>
                <a:gd name="T93" fmla="*/ 296 h 965"/>
                <a:gd name="T94" fmla="*/ 182 w 2563"/>
                <a:gd name="T95" fmla="*/ 376 h 965"/>
                <a:gd name="T96" fmla="*/ 137 w 2563"/>
                <a:gd name="T97" fmla="*/ 413 h 965"/>
                <a:gd name="T98" fmla="*/ 90 w 2563"/>
                <a:gd name="T99" fmla="*/ 348 h 965"/>
                <a:gd name="T100" fmla="*/ 82 w 2563"/>
                <a:gd name="T101" fmla="*/ 266 h 965"/>
                <a:gd name="T102" fmla="*/ 33 w 2563"/>
                <a:gd name="T103" fmla="*/ 410 h 965"/>
                <a:gd name="T104" fmla="*/ 10 w 2563"/>
                <a:gd name="T105" fmla="*/ 547 h 965"/>
                <a:gd name="T106" fmla="*/ 130 w 2563"/>
                <a:gd name="T107" fmla="*/ 719 h 965"/>
                <a:gd name="T108" fmla="*/ 192 w 2563"/>
                <a:gd name="T109" fmla="*/ 922 h 965"/>
                <a:gd name="T110" fmla="*/ 341 w 2563"/>
                <a:gd name="T111" fmla="*/ 927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563" h="965">
                  <a:moveTo>
                    <a:pt x="373" y="888"/>
                  </a:moveTo>
                  <a:lnTo>
                    <a:pt x="388" y="873"/>
                  </a:lnTo>
                  <a:lnTo>
                    <a:pt x="396" y="843"/>
                  </a:lnTo>
                  <a:lnTo>
                    <a:pt x="413" y="823"/>
                  </a:lnTo>
                  <a:lnTo>
                    <a:pt x="410" y="801"/>
                  </a:lnTo>
                  <a:lnTo>
                    <a:pt x="388" y="788"/>
                  </a:lnTo>
                  <a:lnTo>
                    <a:pt x="381" y="766"/>
                  </a:lnTo>
                  <a:lnTo>
                    <a:pt x="435" y="704"/>
                  </a:lnTo>
                  <a:lnTo>
                    <a:pt x="455" y="726"/>
                  </a:lnTo>
                  <a:lnTo>
                    <a:pt x="463" y="711"/>
                  </a:lnTo>
                  <a:lnTo>
                    <a:pt x="485" y="704"/>
                  </a:lnTo>
                  <a:lnTo>
                    <a:pt x="505" y="709"/>
                  </a:lnTo>
                  <a:lnTo>
                    <a:pt x="540" y="711"/>
                  </a:lnTo>
                  <a:lnTo>
                    <a:pt x="585" y="739"/>
                  </a:lnTo>
                  <a:lnTo>
                    <a:pt x="582" y="751"/>
                  </a:lnTo>
                  <a:lnTo>
                    <a:pt x="599" y="756"/>
                  </a:lnTo>
                  <a:lnTo>
                    <a:pt x="622" y="753"/>
                  </a:lnTo>
                  <a:lnTo>
                    <a:pt x="654" y="773"/>
                  </a:lnTo>
                  <a:lnTo>
                    <a:pt x="672" y="778"/>
                  </a:lnTo>
                  <a:lnTo>
                    <a:pt x="681" y="768"/>
                  </a:lnTo>
                  <a:lnTo>
                    <a:pt x="672" y="746"/>
                  </a:lnTo>
                  <a:lnTo>
                    <a:pt x="691" y="736"/>
                  </a:lnTo>
                  <a:lnTo>
                    <a:pt x="711" y="726"/>
                  </a:lnTo>
                  <a:lnTo>
                    <a:pt x="706" y="701"/>
                  </a:lnTo>
                  <a:lnTo>
                    <a:pt x="719" y="699"/>
                  </a:lnTo>
                  <a:lnTo>
                    <a:pt x="744" y="704"/>
                  </a:lnTo>
                  <a:lnTo>
                    <a:pt x="786" y="709"/>
                  </a:lnTo>
                  <a:lnTo>
                    <a:pt x="813" y="701"/>
                  </a:lnTo>
                  <a:lnTo>
                    <a:pt x="846" y="696"/>
                  </a:lnTo>
                  <a:lnTo>
                    <a:pt x="863" y="709"/>
                  </a:lnTo>
                  <a:lnTo>
                    <a:pt x="863" y="724"/>
                  </a:lnTo>
                  <a:lnTo>
                    <a:pt x="883" y="726"/>
                  </a:lnTo>
                  <a:lnTo>
                    <a:pt x="910" y="716"/>
                  </a:lnTo>
                  <a:lnTo>
                    <a:pt x="935" y="716"/>
                  </a:lnTo>
                  <a:lnTo>
                    <a:pt x="960" y="766"/>
                  </a:lnTo>
                  <a:lnTo>
                    <a:pt x="977" y="766"/>
                  </a:lnTo>
                  <a:lnTo>
                    <a:pt x="987" y="781"/>
                  </a:lnTo>
                  <a:lnTo>
                    <a:pt x="1017" y="791"/>
                  </a:lnTo>
                  <a:lnTo>
                    <a:pt x="1032" y="835"/>
                  </a:lnTo>
                  <a:lnTo>
                    <a:pt x="1044" y="826"/>
                  </a:lnTo>
                  <a:lnTo>
                    <a:pt x="1067" y="821"/>
                  </a:lnTo>
                  <a:lnTo>
                    <a:pt x="1119" y="816"/>
                  </a:lnTo>
                  <a:lnTo>
                    <a:pt x="1124" y="823"/>
                  </a:lnTo>
                  <a:lnTo>
                    <a:pt x="1144" y="826"/>
                  </a:lnTo>
                  <a:lnTo>
                    <a:pt x="1151" y="833"/>
                  </a:lnTo>
                  <a:lnTo>
                    <a:pt x="1186" y="828"/>
                  </a:lnTo>
                  <a:lnTo>
                    <a:pt x="1179" y="808"/>
                  </a:lnTo>
                  <a:lnTo>
                    <a:pt x="1171" y="798"/>
                  </a:lnTo>
                  <a:lnTo>
                    <a:pt x="1186" y="798"/>
                  </a:lnTo>
                  <a:lnTo>
                    <a:pt x="1186" y="768"/>
                  </a:lnTo>
                  <a:lnTo>
                    <a:pt x="1186" y="736"/>
                  </a:lnTo>
                  <a:lnTo>
                    <a:pt x="1218" y="748"/>
                  </a:lnTo>
                  <a:lnTo>
                    <a:pt x="1241" y="748"/>
                  </a:lnTo>
                  <a:lnTo>
                    <a:pt x="1256" y="766"/>
                  </a:lnTo>
                  <a:lnTo>
                    <a:pt x="1263" y="781"/>
                  </a:lnTo>
                  <a:lnTo>
                    <a:pt x="1291" y="781"/>
                  </a:lnTo>
                  <a:lnTo>
                    <a:pt x="1328" y="783"/>
                  </a:lnTo>
                  <a:lnTo>
                    <a:pt x="1350" y="796"/>
                  </a:lnTo>
                  <a:lnTo>
                    <a:pt x="1368" y="801"/>
                  </a:lnTo>
                  <a:lnTo>
                    <a:pt x="1373" y="816"/>
                  </a:lnTo>
                  <a:lnTo>
                    <a:pt x="1417" y="808"/>
                  </a:lnTo>
                  <a:lnTo>
                    <a:pt x="1425" y="796"/>
                  </a:lnTo>
                  <a:lnTo>
                    <a:pt x="1442" y="806"/>
                  </a:lnTo>
                  <a:lnTo>
                    <a:pt x="1462" y="786"/>
                  </a:lnTo>
                  <a:lnTo>
                    <a:pt x="1479" y="786"/>
                  </a:lnTo>
                  <a:lnTo>
                    <a:pt x="1494" y="793"/>
                  </a:lnTo>
                  <a:lnTo>
                    <a:pt x="1509" y="808"/>
                  </a:lnTo>
                  <a:lnTo>
                    <a:pt x="1532" y="808"/>
                  </a:lnTo>
                  <a:lnTo>
                    <a:pt x="1537" y="773"/>
                  </a:lnTo>
                  <a:lnTo>
                    <a:pt x="1549" y="761"/>
                  </a:lnTo>
                  <a:lnTo>
                    <a:pt x="1537" y="731"/>
                  </a:lnTo>
                  <a:lnTo>
                    <a:pt x="1547" y="714"/>
                  </a:lnTo>
                  <a:lnTo>
                    <a:pt x="1624" y="714"/>
                  </a:lnTo>
                  <a:lnTo>
                    <a:pt x="1641" y="734"/>
                  </a:lnTo>
                  <a:lnTo>
                    <a:pt x="1658" y="748"/>
                  </a:lnTo>
                  <a:lnTo>
                    <a:pt x="1671" y="766"/>
                  </a:lnTo>
                  <a:lnTo>
                    <a:pt x="1673" y="786"/>
                  </a:lnTo>
                  <a:lnTo>
                    <a:pt x="1688" y="803"/>
                  </a:lnTo>
                  <a:lnTo>
                    <a:pt x="1718" y="811"/>
                  </a:lnTo>
                  <a:lnTo>
                    <a:pt x="1733" y="823"/>
                  </a:lnTo>
                  <a:lnTo>
                    <a:pt x="1748" y="833"/>
                  </a:lnTo>
                  <a:lnTo>
                    <a:pt x="1755" y="843"/>
                  </a:lnTo>
                  <a:lnTo>
                    <a:pt x="1773" y="845"/>
                  </a:lnTo>
                  <a:lnTo>
                    <a:pt x="1803" y="838"/>
                  </a:lnTo>
                  <a:lnTo>
                    <a:pt x="1810" y="848"/>
                  </a:lnTo>
                  <a:lnTo>
                    <a:pt x="1813" y="863"/>
                  </a:lnTo>
                  <a:lnTo>
                    <a:pt x="1800" y="873"/>
                  </a:lnTo>
                  <a:lnTo>
                    <a:pt x="1798" y="918"/>
                  </a:lnTo>
                  <a:lnTo>
                    <a:pt x="1783" y="915"/>
                  </a:lnTo>
                  <a:lnTo>
                    <a:pt x="1773" y="932"/>
                  </a:lnTo>
                  <a:lnTo>
                    <a:pt x="1775" y="952"/>
                  </a:lnTo>
                  <a:lnTo>
                    <a:pt x="1790" y="957"/>
                  </a:lnTo>
                  <a:lnTo>
                    <a:pt x="1813" y="965"/>
                  </a:lnTo>
                  <a:lnTo>
                    <a:pt x="1842" y="942"/>
                  </a:lnTo>
                  <a:lnTo>
                    <a:pt x="1865" y="905"/>
                  </a:lnTo>
                  <a:lnTo>
                    <a:pt x="1885" y="863"/>
                  </a:lnTo>
                  <a:lnTo>
                    <a:pt x="1900" y="823"/>
                  </a:lnTo>
                  <a:lnTo>
                    <a:pt x="1890" y="781"/>
                  </a:lnTo>
                  <a:lnTo>
                    <a:pt x="1897" y="771"/>
                  </a:lnTo>
                  <a:lnTo>
                    <a:pt x="1892" y="724"/>
                  </a:lnTo>
                  <a:lnTo>
                    <a:pt x="1872" y="699"/>
                  </a:lnTo>
                  <a:lnTo>
                    <a:pt x="1842" y="689"/>
                  </a:lnTo>
                  <a:lnTo>
                    <a:pt x="1835" y="706"/>
                  </a:lnTo>
                  <a:lnTo>
                    <a:pt x="1823" y="706"/>
                  </a:lnTo>
                  <a:lnTo>
                    <a:pt x="1820" y="691"/>
                  </a:lnTo>
                  <a:lnTo>
                    <a:pt x="1790" y="676"/>
                  </a:lnTo>
                  <a:lnTo>
                    <a:pt x="1788" y="661"/>
                  </a:lnTo>
                  <a:lnTo>
                    <a:pt x="1803" y="644"/>
                  </a:lnTo>
                  <a:lnTo>
                    <a:pt x="1823" y="614"/>
                  </a:lnTo>
                  <a:lnTo>
                    <a:pt x="1835" y="589"/>
                  </a:lnTo>
                  <a:lnTo>
                    <a:pt x="1847" y="567"/>
                  </a:lnTo>
                  <a:lnTo>
                    <a:pt x="1890" y="557"/>
                  </a:lnTo>
                  <a:lnTo>
                    <a:pt x="1924" y="557"/>
                  </a:lnTo>
                  <a:lnTo>
                    <a:pt x="1969" y="560"/>
                  </a:lnTo>
                  <a:lnTo>
                    <a:pt x="1979" y="542"/>
                  </a:lnTo>
                  <a:lnTo>
                    <a:pt x="2014" y="550"/>
                  </a:lnTo>
                  <a:lnTo>
                    <a:pt x="2014" y="562"/>
                  </a:lnTo>
                  <a:lnTo>
                    <a:pt x="2059" y="555"/>
                  </a:lnTo>
                  <a:lnTo>
                    <a:pt x="2061" y="532"/>
                  </a:lnTo>
                  <a:lnTo>
                    <a:pt x="2069" y="505"/>
                  </a:lnTo>
                  <a:lnTo>
                    <a:pt x="2079" y="487"/>
                  </a:lnTo>
                  <a:lnTo>
                    <a:pt x="2126" y="487"/>
                  </a:lnTo>
                  <a:lnTo>
                    <a:pt x="2141" y="505"/>
                  </a:lnTo>
                  <a:lnTo>
                    <a:pt x="2151" y="510"/>
                  </a:lnTo>
                  <a:lnTo>
                    <a:pt x="2166" y="483"/>
                  </a:lnTo>
                  <a:lnTo>
                    <a:pt x="2178" y="478"/>
                  </a:lnTo>
                  <a:lnTo>
                    <a:pt x="2190" y="500"/>
                  </a:lnTo>
                  <a:lnTo>
                    <a:pt x="2180" y="520"/>
                  </a:lnTo>
                  <a:lnTo>
                    <a:pt x="2156" y="540"/>
                  </a:lnTo>
                  <a:lnTo>
                    <a:pt x="2133" y="572"/>
                  </a:lnTo>
                  <a:lnTo>
                    <a:pt x="2116" y="597"/>
                  </a:lnTo>
                  <a:lnTo>
                    <a:pt x="2113" y="632"/>
                  </a:lnTo>
                  <a:lnTo>
                    <a:pt x="2118" y="669"/>
                  </a:lnTo>
                  <a:lnTo>
                    <a:pt x="2133" y="696"/>
                  </a:lnTo>
                  <a:lnTo>
                    <a:pt x="2141" y="726"/>
                  </a:lnTo>
                  <a:lnTo>
                    <a:pt x="2153" y="746"/>
                  </a:lnTo>
                  <a:lnTo>
                    <a:pt x="2168" y="753"/>
                  </a:lnTo>
                  <a:lnTo>
                    <a:pt x="2185" y="726"/>
                  </a:lnTo>
                  <a:lnTo>
                    <a:pt x="2203" y="694"/>
                  </a:lnTo>
                  <a:lnTo>
                    <a:pt x="2203" y="674"/>
                  </a:lnTo>
                  <a:lnTo>
                    <a:pt x="2220" y="674"/>
                  </a:lnTo>
                  <a:lnTo>
                    <a:pt x="2218" y="649"/>
                  </a:lnTo>
                  <a:lnTo>
                    <a:pt x="2220" y="629"/>
                  </a:lnTo>
                  <a:lnTo>
                    <a:pt x="2230" y="629"/>
                  </a:lnTo>
                  <a:lnTo>
                    <a:pt x="2223" y="614"/>
                  </a:lnTo>
                  <a:lnTo>
                    <a:pt x="2203" y="592"/>
                  </a:lnTo>
                  <a:lnTo>
                    <a:pt x="2198" y="592"/>
                  </a:lnTo>
                  <a:lnTo>
                    <a:pt x="2195" y="587"/>
                  </a:lnTo>
                  <a:lnTo>
                    <a:pt x="2193" y="584"/>
                  </a:lnTo>
                  <a:lnTo>
                    <a:pt x="2195" y="567"/>
                  </a:lnTo>
                  <a:lnTo>
                    <a:pt x="2198" y="557"/>
                  </a:lnTo>
                  <a:lnTo>
                    <a:pt x="2210" y="542"/>
                  </a:lnTo>
                  <a:lnTo>
                    <a:pt x="2238" y="527"/>
                  </a:lnTo>
                  <a:lnTo>
                    <a:pt x="2253" y="517"/>
                  </a:lnTo>
                  <a:lnTo>
                    <a:pt x="2275" y="512"/>
                  </a:lnTo>
                  <a:lnTo>
                    <a:pt x="2290" y="517"/>
                  </a:lnTo>
                  <a:lnTo>
                    <a:pt x="2302" y="532"/>
                  </a:lnTo>
                  <a:lnTo>
                    <a:pt x="2312" y="542"/>
                  </a:lnTo>
                  <a:lnTo>
                    <a:pt x="2322" y="510"/>
                  </a:lnTo>
                  <a:lnTo>
                    <a:pt x="2330" y="500"/>
                  </a:lnTo>
                  <a:lnTo>
                    <a:pt x="2335" y="483"/>
                  </a:lnTo>
                  <a:lnTo>
                    <a:pt x="2359" y="483"/>
                  </a:lnTo>
                  <a:lnTo>
                    <a:pt x="2382" y="468"/>
                  </a:lnTo>
                  <a:lnTo>
                    <a:pt x="2394" y="465"/>
                  </a:lnTo>
                  <a:lnTo>
                    <a:pt x="2422" y="475"/>
                  </a:lnTo>
                  <a:lnTo>
                    <a:pt x="2427" y="460"/>
                  </a:lnTo>
                  <a:lnTo>
                    <a:pt x="2404" y="433"/>
                  </a:lnTo>
                  <a:lnTo>
                    <a:pt x="2372" y="410"/>
                  </a:lnTo>
                  <a:lnTo>
                    <a:pt x="2384" y="400"/>
                  </a:lnTo>
                  <a:lnTo>
                    <a:pt x="2407" y="386"/>
                  </a:lnTo>
                  <a:lnTo>
                    <a:pt x="2399" y="373"/>
                  </a:lnTo>
                  <a:lnTo>
                    <a:pt x="2399" y="353"/>
                  </a:lnTo>
                  <a:lnTo>
                    <a:pt x="2419" y="348"/>
                  </a:lnTo>
                  <a:lnTo>
                    <a:pt x="2427" y="368"/>
                  </a:lnTo>
                  <a:lnTo>
                    <a:pt x="2432" y="386"/>
                  </a:lnTo>
                  <a:lnTo>
                    <a:pt x="2466" y="388"/>
                  </a:lnTo>
                  <a:lnTo>
                    <a:pt x="2479" y="400"/>
                  </a:lnTo>
                  <a:lnTo>
                    <a:pt x="2504" y="403"/>
                  </a:lnTo>
                  <a:lnTo>
                    <a:pt x="2516" y="420"/>
                  </a:lnTo>
                  <a:lnTo>
                    <a:pt x="2526" y="425"/>
                  </a:lnTo>
                  <a:lnTo>
                    <a:pt x="2543" y="410"/>
                  </a:lnTo>
                  <a:lnTo>
                    <a:pt x="2526" y="393"/>
                  </a:lnTo>
                  <a:lnTo>
                    <a:pt x="2534" y="378"/>
                  </a:lnTo>
                  <a:lnTo>
                    <a:pt x="2546" y="378"/>
                  </a:lnTo>
                  <a:lnTo>
                    <a:pt x="2558" y="371"/>
                  </a:lnTo>
                  <a:lnTo>
                    <a:pt x="2563" y="348"/>
                  </a:lnTo>
                  <a:lnTo>
                    <a:pt x="2529" y="348"/>
                  </a:lnTo>
                  <a:lnTo>
                    <a:pt x="2509" y="336"/>
                  </a:lnTo>
                  <a:lnTo>
                    <a:pt x="2481" y="338"/>
                  </a:lnTo>
                  <a:lnTo>
                    <a:pt x="2474" y="351"/>
                  </a:lnTo>
                  <a:lnTo>
                    <a:pt x="2464" y="331"/>
                  </a:lnTo>
                  <a:lnTo>
                    <a:pt x="2456" y="321"/>
                  </a:lnTo>
                  <a:lnTo>
                    <a:pt x="2429" y="316"/>
                  </a:lnTo>
                  <a:lnTo>
                    <a:pt x="2427" y="299"/>
                  </a:lnTo>
                  <a:lnTo>
                    <a:pt x="2392" y="299"/>
                  </a:lnTo>
                  <a:lnTo>
                    <a:pt x="2374" y="281"/>
                  </a:lnTo>
                  <a:lnTo>
                    <a:pt x="2352" y="269"/>
                  </a:lnTo>
                  <a:lnTo>
                    <a:pt x="2330" y="266"/>
                  </a:lnTo>
                  <a:lnTo>
                    <a:pt x="2305" y="256"/>
                  </a:lnTo>
                  <a:lnTo>
                    <a:pt x="2295" y="249"/>
                  </a:lnTo>
                  <a:lnTo>
                    <a:pt x="2270" y="241"/>
                  </a:lnTo>
                  <a:lnTo>
                    <a:pt x="2238" y="241"/>
                  </a:lnTo>
                  <a:lnTo>
                    <a:pt x="2198" y="236"/>
                  </a:lnTo>
                  <a:lnTo>
                    <a:pt x="2193" y="261"/>
                  </a:lnTo>
                  <a:lnTo>
                    <a:pt x="2173" y="264"/>
                  </a:lnTo>
                  <a:lnTo>
                    <a:pt x="2163" y="251"/>
                  </a:lnTo>
                  <a:lnTo>
                    <a:pt x="2143" y="256"/>
                  </a:lnTo>
                  <a:lnTo>
                    <a:pt x="2118" y="246"/>
                  </a:lnTo>
                  <a:lnTo>
                    <a:pt x="2074" y="251"/>
                  </a:lnTo>
                  <a:lnTo>
                    <a:pt x="2064" y="266"/>
                  </a:lnTo>
                  <a:lnTo>
                    <a:pt x="2049" y="261"/>
                  </a:lnTo>
                  <a:lnTo>
                    <a:pt x="2029" y="246"/>
                  </a:lnTo>
                  <a:lnTo>
                    <a:pt x="2009" y="224"/>
                  </a:lnTo>
                  <a:lnTo>
                    <a:pt x="1962" y="214"/>
                  </a:lnTo>
                  <a:lnTo>
                    <a:pt x="1944" y="219"/>
                  </a:lnTo>
                  <a:lnTo>
                    <a:pt x="1932" y="222"/>
                  </a:lnTo>
                  <a:lnTo>
                    <a:pt x="1905" y="219"/>
                  </a:lnTo>
                  <a:lnTo>
                    <a:pt x="1872" y="202"/>
                  </a:lnTo>
                  <a:lnTo>
                    <a:pt x="1850" y="189"/>
                  </a:lnTo>
                  <a:lnTo>
                    <a:pt x="1845" y="182"/>
                  </a:lnTo>
                  <a:lnTo>
                    <a:pt x="1793" y="182"/>
                  </a:lnTo>
                  <a:lnTo>
                    <a:pt x="1778" y="187"/>
                  </a:lnTo>
                  <a:lnTo>
                    <a:pt x="1763" y="169"/>
                  </a:lnTo>
                  <a:lnTo>
                    <a:pt x="1733" y="169"/>
                  </a:lnTo>
                  <a:lnTo>
                    <a:pt x="1721" y="152"/>
                  </a:lnTo>
                  <a:lnTo>
                    <a:pt x="1703" y="162"/>
                  </a:lnTo>
                  <a:lnTo>
                    <a:pt x="1688" y="174"/>
                  </a:lnTo>
                  <a:lnTo>
                    <a:pt x="1698" y="199"/>
                  </a:lnTo>
                  <a:lnTo>
                    <a:pt x="1676" y="202"/>
                  </a:lnTo>
                  <a:lnTo>
                    <a:pt x="1648" y="199"/>
                  </a:lnTo>
                  <a:lnTo>
                    <a:pt x="1626" y="197"/>
                  </a:lnTo>
                  <a:lnTo>
                    <a:pt x="1614" y="204"/>
                  </a:lnTo>
                  <a:lnTo>
                    <a:pt x="1594" y="194"/>
                  </a:lnTo>
                  <a:lnTo>
                    <a:pt x="1581" y="182"/>
                  </a:lnTo>
                  <a:lnTo>
                    <a:pt x="1579" y="202"/>
                  </a:lnTo>
                  <a:lnTo>
                    <a:pt x="1552" y="207"/>
                  </a:lnTo>
                  <a:lnTo>
                    <a:pt x="1517" y="194"/>
                  </a:lnTo>
                  <a:lnTo>
                    <a:pt x="1494" y="184"/>
                  </a:lnTo>
                  <a:lnTo>
                    <a:pt x="1502" y="174"/>
                  </a:lnTo>
                  <a:lnTo>
                    <a:pt x="1517" y="169"/>
                  </a:lnTo>
                  <a:lnTo>
                    <a:pt x="1504" y="144"/>
                  </a:lnTo>
                  <a:lnTo>
                    <a:pt x="1474" y="135"/>
                  </a:lnTo>
                  <a:lnTo>
                    <a:pt x="1437" y="137"/>
                  </a:lnTo>
                  <a:lnTo>
                    <a:pt x="1425" y="167"/>
                  </a:lnTo>
                  <a:lnTo>
                    <a:pt x="1395" y="154"/>
                  </a:lnTo>
                  <a:lnTo>
                    <a:pt x="1368" y="142"/>
                  </a:lnTo>
                  <a:lnTo>
                    <a:pt x="1328" y="135"/>
                  </a:lnTo>
                  <a:lnTo>
                    <a:pt x="1256" y="135"/>
                  </a:lnTo>
                  <a:lnTo>
                    <a:pt x="1228" y="135"/>
                  </a:lnTo>
                  <a:lnTo>
                    <a:pt x="1204" y="144"/>
                  </a:lnTo>
                  <a:lnTo>
                    <a:pt x="1166" y="157"/>
                  </a:lnTo>
                  <a:lnTo>
                    <a:pt x="1184" y="135"/>
                  </a:lnTo>
                  <a:lnTo>
                    <a:pt x="1221" y="117"/>
                  </a:lnTo>
                  <a:lnTo>
                    <a:pt x="1236" y="110"/>
                  </a:lnTo>
                  <a:lnTo>
                    <a:pt x="1256" y="90"/>
                  </a:lnTo>
                  <a:lnTo>
                    <a:pt x="1258" y="65"/>
                  </a:lnTo>
                  <a:lnTo>
                    <a:pt x="1233" y="52"/>
                  </a:lnTo>
                  <a:lnTo>
                    <a:pt x="1223" y="38"/>
                  </a:lnTo>
                  <a:lnTo>
                    <a:pt x="1164" y="33"/>
                  </a:lnTo>
                  <a:lnTo>
                    <a:pt x="1154" y="45"/>
                  </a:lnTo>
                  <a:lnTo>
                    <a:pt x="1134" y="35"/>
                  </a:lnTo>
                  <a:lnTo>
                    <a:pt x="1126" y="20"/>
                  </a:lnTo>
                  <a:lnTo>
                    <a:pt x="1109" y="10"/>
                  </a:lnTo>
                  <a:lnTo>
                    <a:pt x="1097" y="0"/>
                  </a:lnTo>
                  <a:lnTo>
                    <a:pt x="1067" y="13"/>
                  </a:lnTo>
                  <a:lnTo>
                    <a:pt x="1062" y="38"/>
                  </a:lnTo>
                  <a:lnTo>
                    <a:pt x="1054" y="45"/>
                  </a:lnTo>
                  <a:lnTo>
                    <a:pt x="1069" y="50"/>
                  </a:lnTo>
                  <a:lnTo>
                    <a:pt x="1049" y="62"/>
                  </a:lnTo>
                  <a:lnTo>
                    <a:pt x="1020" y="55"/>
                  </a:lnTo>
                  <a:lnTo>
                    <a:pt x="1000" y="57"/>
                  </a:lnTo>
                  <a:lnTo>
                    <a:pt x="990" y="67"/>
                  </a:lnTo>
                  <a:lnTo>
                    <a:pt x="977" y="52"/>
                  </a:lnTo>
                  <a:lnTo>
                    <a:pt x="960" y="60"/>
                  </a:lnTo>
                  <a:lnTo>
                    <a:pt x="945" y="55"/>
                  </a:lnTo>
                  <a:lnTo>
                    <a:pt x="945" y="70"/>
                  </a:lnTo>
                  <a:lnTo>
                    <a:pt x="913" y="72"/>
                  </a:lnTo>
                  <a:lnTo>
                    <a:pt x="885" y="75"/>
                  </a:lnTo>
                  <a:lnTo>
                    <a:pt x="868" y="87"/>
                  </a:lnTo>
                  <a:lnTo>
                    <a:pt x="848" y="95"/>
                  </a:lnTo>
                  <a:lnTo>
                    <a:pt x="848" y="110"/>
                  </a:lnTo>
                  <a:lnTo>
                    <a:pt x="863" y="112"/>
                  </a:lnTo>
                  <a:lnTo>
                    <a:pt x="868" y="135"/>
                  </a:lnTo>
                  <a:lnTo>
                    <a:pt x="841" y="130"/>
                  </a:lnTo>
                  <a:lnTo>
                    <a:pt x="803" y="132"/>
                  </a:lnTo>
                  <a:lnTo>
                    <a:pt x="786" y="139"/>
                  </a:lnTo>
                  <a:lnTo>
                    <a:pt x="781" y="159"/>
                  </a:lnTo>
                  <a:lnTo>
                    <a:pt x="788" y="177"/>
                  </a:lnTo>
                  <a:lnTo>
                    <a:pt x="803" y="177"/>
                  </a:lnTo>
                  <a:lnTo>
                    <a:pt x="818" y="194"/>
                  </a:lnTo>
                  <a:lnTo>
                    <a:pt x="828" y="214"/>
                  </a:lnTo>
                  <a:lnTo>
                    <a:pt x="826" y="229"/>
                  </a:lnTo>
                  <a:lnTo>
                    <a:pt x="801" y="202"/>
                  </a:lnTo>
                  <a:lnTo>
                    <a:pt x="773" y="194"/>
                  </a:lnTo>
                  <a:lnTo>
                    <a:pt x="761" y="177"/>
                  </a:lnTo>
                  <a:lnTo>
                    <a:pt x="746" y="179"/>
                  </a:lnTo>
                  <a:lnTo>
                    <a:pt x="739" y="199"/>
                  </a:lnTo>
                  <a:lnTo>
                    <a:pt x="746" y="212"/>
                  </a:lnTo>
                  <a:lnTo>
                    <a:pt x="749" y="222"/>
                  </a:lnTo>
                  <a:lnTo>
                    <a:pt x="726" y="214"/>
                  </a:lnTo>
                  <a:lnTo>
                    <a:pt x="704" y="194"/>
                  </a:lnTo>
                  <a:lnTo>
                    <a:pt x="701" y="172"/>
                  </a:lnTo>
                  <a:lnTo>
                    <a:pt x="691" y="159"/>
                  </a:lnTo>
                  <a:lnTo>
                    <a:pt x="681" y="169"/>
                  </a:lnTo>
                  <a:lnTo>
                    <a:pt x="684" y="189"/>
                  </a:lnTo>
                  <a:lnTo>
                    <a:pt x="681" y="202"/>
                  </a:lnTo>
                  <a:lnTo>
                    <a:pt x="684" y="214"/>
                  </a:lnTo>
                  <a:lnTo>
                    <a:pt x="694" y="217"/>
                  </a:lnTo>
                  <a:lnTo>
                    <a:pt x="696" y="251"/>
                  </a:lnTo>
                  <a:lnTo>
                    <a:pt x="701" y="266"/>
                  </a:lnTo>
                  <a:lnTo>
                    <a:pt x="724" y="271"/>
                  </a:lnTo>
                  <a:lnTo>
                    <a:pt x="726" y="261"/>
                  </a:lnTo>
                  <a:lnTo>
                    <a:pt x="744" y="266"/>
                  </a:lnTo>
                  <a:lnTo>
                    <a:pt x="754" y="271"/>
                  </a:lnTo>
                  <a:lnTo>
                    <a:pt x="761" y="284"/>
                  </a:lnTo>
                  <a:lnTo>
                    <a:pt x="766" y="299"/>
                  </a:lnTo>
                  <a:lnTo>
                    <a:pt x="776" y="309"/>
                  </a:lnTo>
                  <a:lnTo>
                    <a:pt x="786" y="313"/>
                  </a:lnTo>
                  <a:lnTo>
                    <a:pt x="786" y="326"/>
                  </a:lnTo>
                  <a:lnTo>
                    <a:pt x="771" y="316"/>
                  </a:lnTo>
                  <a:lnTo>
                    <a:pt x="759" y="301"/>
                  </a:lnTo>
                  <a:lnTo>
                    <a:pt x="741" y="289"/>
                  </a:lnTo>
                  <a:lnTo>
                    <a:pt x="721" y="289"/>
                  </a:lnTo>
                  <a:lnTo>
                    <a:pt x="719" y="294"/>
                  </a:lnTo>
                  <a:lnTo>
                    <a:pt x="716" y="309"/>
                  </a:lnTo>
                  <a:lnTo>
                    <a:pt x="706" y="328"/>
                  </a:lnTo>
                  <a:lnTo>
                    <a:pt x="694" y="351"/>
                  </a:lnTo>
                  <a:lnTo>
                    <a:pt x="674" y="361"/>
                  </a:lnTo>
                  <a:lnTo>
                    <a:pt x="644" y="351"/>
                  </a:lnTo>
                  <a:lnTo>
                    <a:pt x="649" y="338"/>
                  </a:lnTo>
                  <a:lnTo>
                    <a:pt x="669" y="333"/>
                  </a:lnTo>
                  <a:lnTo>
                    <a:pt x="684" y="323"/>
                  </a:lnTo>
                  <a:lnTo>
                    <a:pt x="689" y="316"/>
                  </a:lnTo>
                  <a:lnTo>
                    <a:pt x="691" y="304"/>
                  </a:lnTo>
                  <a:lnTo>
                    <a:pt x="686" y="289"/>
                  </a:lnTo>
                  <a:lnTo>
                    <a:pt x="681" y="276"/>
                  </a:lnTo>
                  <a:lnTo>
                    <a:pt x="676" y="259"/>
                  </a:lnTo>
                  <a:lnTo>
                    <a:pt x="676" y="246"/>
                  </a:lnTo>
                  <a:lnTo>
                    <a:pt x="669" y="229"/>
                  </a:lnTo>
                  <a:lnTo>
                    <a:pt x="664" y="207"/>
                  </a:lnTo>
                  <a:lnTo>
                    <a:pt x="657" y="177"/>
                  </a:lnTo>
                  <a:lnTo>
                    <a:pt x="652" y="152"/>
                  </a:lnTo>
                  <a:lnTo>
                    <a:pt x="637" y="135"/>
                  </a:lnTo>
                  <a:lnTo>
                    <a:pt x="612" y="137"/>
                  </a:lnTo>
                  <a:lnTo>
                    <a:pt x="599" y="167"/>
                  </a:lnTo>
                  <a:lnTo>
                    <a:pt x="597" y="199"/>
                  </a:lnTo>
                  <a:lnTo>
                    <a:pt x="575" y="212"/>
                  </a:lnTo>
                  <a:lnTo>
                    <a:pt x="577" y="229"/>
                  </a:lnTo>
                  <a:lnTo>
                    <a:pt x="589" y="249"/>
                  </a:lnTo>
                  <a:lnTo>
                    <a:pt x="604" y="269"/>
                  </a:lnTo>
                  <a:lnTo>
                    <a:pt x="614" y="284"/>
                  </a:lnTo>
                  <a:lnTo>
                    <a:pt x="619" y="296"/>
                  </a:lnTo>
                  <a:lnTo>
                    <a:pt x="602" y="301"/>
                  </a:lnTo>
                  <a:lnTo>
                    <a:pt x="585" y="279"/>
                  </a:lnTo>
                  <a:lnTo>
                    <a:pt x="555" y="261"/>
                  </a:lnTo>
                  <a:lnTo>
                    <a:pt x="520" y="254"/>
                  </a:lnTo>
                  <a:lnTo>
                    <a:pt x="490" y="251"/>
                  </a:lnTo>
                  <a:lnTo>
                    <a:pt x="483" y="264"/>
                  </a:lnTo>
                  <a:lnTo>
                    <a:pt x="493" y="271"/>
                  </a:lnTo>
                  <a:lnTo>
                    <a:pt x="490" y="294"/>
                  </a:lnTo>
                  <a:lnTo>
                    <a:pt x="475" y="299"/>
                  </a:lnTo>
                  <a:lnTo>
                    <a:pt x="473" y="279"/>
                  </a:lnTo>
                  <a:lnTo>
                    <a:pt x="458" y="276"/>
                  </a:lnTo>
                  <a:lnTo>
                    <a:pt x="448" y="291"/>
                  </a:lnTo>
                  <a:lnTo>
                    <a:pt x="410" y="291"/>
                  </a:lnTo>
                  <a:lnTo>
                    <a:pt x="396" y="309"/>
                  </a:lnTo>
                  <a:lnTo>
                    <a:pt x="386" y="289"/>
                  </a:lnTo>
                  <a:lnTo>
                    <a:pt x="373" y="291"/>
                  </a:lnTo>
                  <a:lnTo>
                    <a:pt x="353" y="301"/>
                  </a:lnTo>
                  <a:lnTo>
                    <a:pt x="333" y="309"/>
                  </a:lnTo>
                  <a:lnTo>
                    <a:pt x="309" y="331"/>
                  </a:lnTo>
                  <a:lnTo>
                    <a:pt x="284" y="343"/>
                  </a:lnTo>
                  <a:lnTo>
                    <a:pt x="274" y="326"/>
                  </a:lnTo>
                  <a:lnTo>
                    <a:pt x="274" y="311"/>
                  </a:lnTo>
                  <a:lnTo>
                    <a:pt x="256" y="294"/>
                  </a:lnTo>
                  <a:lnTo>
                    <a:pt x="229" y="296"/>
                  </a:lnTo>
                  <a:lnTo>
                    <a:pt x="236" y="311"/>
                  </a:lnTo>
                  <a:lnTo>
                    <a:pt x="241" y="331"/>
                  </a:lnTo>
                  <a:lnTo>
                    <a:pt x="249" y="348"/>
                  </a:lnTo>
                  <a:lnTo>
                    <a:pt x="251" y="368"/>
                  </a:lnTo>
                  <a:lnTo>
                    <a:pt x="231" y="361"/>
                  </a:lnTo>
                  <a:lnTo>
                    <a:pt x="214" y="356"/>
                  </a:lnTo>
                  <a:lnTo>
                    <a:pt x="204" y="368"/>
                  </a:lnTo>
                  <a:lnTo>
                    <a:pt x="182" y="376"/>
                  </a:lnTo>
                  <a:lnTo>
                    <a:pt x="179" y="391"/>
                  </a:lnTo>
                  <a:lnTo>
                    <a:pt x="192" y="398"/>
                  </a:lnTo>
                  <a:lnTo>
                    <a:pt x="187" y="418"/>
                  </a:lnTo>
                  <a:lnTo>
                    <a:pt x="169" y="418"/>
                  </a:lnTo>
                  <a:lnTo>
                    <a:pt x="169" y="398"/>
                  </a:lnTo>
                  <a:lnTo>
                    <a:pt x="152" y="391"/>
                  </a:lnTo>
                  <a:lnTo>
                    <a:pt x="135" y="398"/>
                  </a:lnTo>
                  <a:lnTo>
                    <a:pt x="137" y="413"/>
                  </a:lnTo>
                  <a:lnTo>
                    <a:pt x="149" y="418"/>
                  </a:lnTo>
                  <a:lnTo>
                    <a:pt x="152" y="425"/>
                  </a:lnTo>
                  <a:lnTo>
                    <a:pt x="144" y="435"/>
                  </a:lnTo>
                  <a:lnTo>
                    <a:pt x="125" y="420"/>
                  </a:lnTo>
                  <a:lnTo>
                    <a:pt x="112" y="403"/>
                  </a:lnTo>
                  <a:lnTo>
                    <a:pt x="102" y="386"/>
                  </a:lnTo>
                  <a:lnTo>
                    <a:pt x="97" y="358"/>
                  </a:lnTo>
                  <a:lnTo>
                    <a:pt x="90" y="348"/>
                  </a:lnTo>
                  <a:lnTo>
                    <a:pt x="110" y="353"/>
                  </a:lnTo>
                  <a:lnTo>
                    <a:pt x="142" y="363"/>
                  </a:lnTo>
                  <a:lnTo>
                    <a:pt x="169" y="356"/>
                  </a:lnTo>
                  <a:lnTo>
                    <a:pt x="182" y="343"/>
                  </a:lnTo>
                  <a:lnTo>
                    <a:pt x="189" y="328"/>
                  </a:lnTo>
                  <a:lnTo>
                    <a:pt x="159" y="306"/>
                  </a:lnTo>
                  <a:lnTo>
                    <a:pt x="122" y="289"/>
                  </a:lnTo>
                  <a:lnTo>
                    <a:pt x="82" y="266"/>
                  </a:lnTo>
                  <a:lnTo>
                    <a:pt x="65" y="259"/>
                  </a:lnTo>
                  <a:lnTo>
                    <a:pt x="45" y="271"/>
                  </a:lnTo>
                  <a:lnTo>
                    <a:pt x="25" y="294"/>
                  </a:lnTo>
                  <a:lnTo>
                    <a:pt x="18" y="311"/>
                  </a:lnTo>
                  <a:lnTo>
                    <a:pt x="18" y="331"/>
                  </a:lnTo>
                  <a:lnTo>
                    <a:pt x="23" y="356"/>
                  </a:lnTo>
                  <a:lnTo>
                    <a:pt x="25" y="386"/>
                  </a:lnTo>
                  <a:lnTo>
                    <a:pt x="33" y="410"/>
                  </a:lnTo>
                  <a:lnTo>
                    <a:pt x="40" y="438"/>
                  </a:lnTo>
                  <a:lnTo>
                    <a:pt x="50" y="448"/>
                  </a:lnTo>
                  <a:lnTo>
                    <a:pt x="62" y="458"/>
                  </a:lnTo>
                  <a:lnTo>
                    <a:pt x="50" y="470"/>
                  </a:lnTo>
                  <a:lnTo>
                    <a:pt x="30" y="490"/>
                  </a:lnTo>
                  <a:lnTo>
                    <a:pt x="15" y="510"/>
                  </a:lnTo>
                  <a:lnTo>
                    <a:pt x="8" y="527"/>
                  </a:lnTo>
                  <a:lnTo>
                    <a:pt x="10" y="547"/>
                  </a:lnTo>
                  <a:lnTo>
                    <a:pt x="0" y="552"/>
                  </a:lnTo>
                  <a:lnTo>
                    <a:pt x="20" y="579"/>
                  </a:lnTo>
                  <a:lnTo>
                    <a:pt x="48" y="604"/>
                  </a:lnTo>
                  <a:lnTo>
                    <a:pt x="95" y="624"/>
                  </a:lnTo>
                  <a:lnTo>
                    <a:pt x="100" y="686"/>
                  </a:lnTo>
                  <a:lnTo>
                    <a:pt x="92" y="696"/>
                  </a:lnTo>
                  <a:lnTo>
                    <a:pt x="82" y="721"/>
                  </a:lnTo>
                  <a:lnTo>
                    <a:pt x="130" y="719"/>
                  </a:lnTo>
                  <a:lnTo>
                    <a:pt x="140" y="744"/>
                  </a:lnTo>
                  <a:lnTo>
                    <a:pt x="212" y="803"/>
                  </a:lnTo>
                  <a:lnTo>
                    <a:pt x="199" y="858"/>
                  </a:lnTo>
                  <a:lnTo>
                    <a:pt x="209" y="865"/>
                  </a:lnTo>
                  <a:lnTo>
                    <a:pt x="189" y="883"/>
                  </a:lnTo>
                  <a:lnTo>
                    <a:pt x="174" y="898"/>
                  </a:lnTo>
                  <a:lnTo>
                    <a:pt x="169" y="910"/>
                  </a:lnTo>
                  <a:lnTo>
                    <a:pt x="192" y="922"/>
                  </a:lnTo>
                  <a:lnTo>
                    <a:pt x="207" y="937"/>
                  </a:lnTo>
                  <a:lnTo>
                    <a:pt x="244" y="915"/>
                  </a:lnTo>
                  <a:lnTo>
                    <a:pt x="266" y="927"/>
                  </a:lnTo>
                  <a:lnTo>
                    <a:pt x="281" y="927"/>
                  </a:lnTo>
                  <a:lnTo>
                    <a:pt x="296" y="942"/>
                  </a:lnTo>
                  <a:lnTo>
                    <a:pt x="314" y="962"/>
                  </a:lnTo>
                  <a:lnTo>
                    <a:pt x="348" y="952"/>
                  </a:lnTo>
                  <a:lnTo>
                    <a:pt x="341" y="927"/>
                  </a:lnTo>
                  <a:lnTo>
                    <a:pt x="348" y="910"/>
                  </a:lnTo>
                  <a:lnTo>
                    <a:pt x="373" y="88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6" name="Freeform 301">
              <a:extLst>
                <a:ext uri="{FF2B5EF4-FFF2-40B4-BE49-F238E27FC236}">
                  <a16:creationId xmlns:a16="http://schemas.microsoft.com/office/drawing/2014/main" id="{56628037-5515-D931-716C-8E3FD4350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669" y="3478568"/>
              <a:ext cx="35981" cy="46056"/>
            </a:xfrm>
            <a:custGeom>
              <a:avLst/>
              <a:gdLst>
                <a:gd name="T0" fmla="*/ 0 w 25"/>
                <a:gd name="T1" fmla="*/ 30 h 32"/>
                <a:gd name="T2" fmla="*/ 2 w 25"/>
                <a:gd name="T3" fmla="*/ 3 h 32"/>
                <a:gd name="T4" fmla="*/ 12 w 25"/>
                <a:gd name="T5" fmla="*/ 0 h 32"/>
                <a:gd name="T6" fmla="*/ 25 w 25"/>
                <a:gd name="T7" fmla="*/ 32 h 32"/>
                <a:gd name="T8" fmla="*/ 0 w 25"/>
                <a:gd name="T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2">
                  <a:moveTo>
                    <a:pt x="0" y="30"/>
                  </a:moveTo>
                  <a:lnTo>
                    <a:pt x="2" y="3"/>
                  </a:lnTo>
                  <a:lnTo>
                    <a:pt x="12" y="0"/>
                  </a:lnTo>
                  <a:lnTo>
                    <a:pt x="25" y="32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7" name="Freeform 302">
              <a:extLst>
                <a:ext uri="{FF2B5EF4-FFF2-40B4-BE49-F238E27FC236}">
                  <a16:creationId xmlns:a16="http://schemas.microsoft.com/office/drawing/2014/main" id="{9D7B772F-B7CF-BEDF-C4BA-A82AA814D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227" y="2898557"/>
              <a:ext cx="84914" cy="103625"/>
            </a:xfrm>
            <a:custGeom>
              <a:avLst/>
              <a:gdLst>
                <a:gd name="T0" fmla="*/ 0 w 59"/>
                <a:gd name="T1" fmla="*/ 3 h 72"/>
                <a:gd name="T2" fmla="*/ 22 w 59"/>
                <a:gd name="T3" fmla="*/ 0 h 72"/>
                <a:gd name="T4" fmla="*/ 37 w 59"/>
                <a:gd name="T5" fmla="*/ 10 h 72"/>
                <a:gd name="T6" fmla="*/ 59 w 59"/>
                <a:gd name="T7" fmla="*/ 43 h 72"/>
                <a:gd name="T8" fmla="*/ 57 w 59"/>
                <a:gd name="T9" fmla="*/ 58 h 72"/>
                <a:gd name="T10" fmla="*/ 50 w 59"/>
                <a:gd name="T11" fmla="*/ 72 h 72"/>
                <a:gd name="T12" fmla="*/ 42 w 59"/>
                <a:gd name="T13" fmla="*/ 60 h 72"/>
                <a:gd name="T14" fmla="*/ 37 w 59"/>
                <a:gd name="T15" fmla="*/ 70 h 72"/>
                <a:gd name="T16" fmla="*/ 27 w 59"/>
                <a:gd name="T17" fmla="*/ 48 h 72"/>
                <a:gd name="T18" fmla="*/ 25 w 59"/>
                <a:gd name="T19" fmla="*/ 25 h 72"/>
                <a:gd name="T20" fmla="*/ 0 w 59"/>
                <a:gd name="T21" fmla="*/ 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2">
                  <a:moveTo>
                    <a:pt x="0" y="3"/>
                  </a:moveTo>
                  <a:lnTo>
                    <a:pt x="22" y="0"/>
                  </a:lnTo>
                  <a:lnTo>
                    <a:pt x="37" y="10"/>
                  </a:lnTo>
                  <a:lnTo>
                    <a:pt x="59" y="43"/>
                  </a:lnTo>
                  <a:lnTo>
                    <a:pt x="57" y="58"/>
                  </a:lnTo>
                  <a:lnTo>
                    <a:pt x="50" y="72"/>
                  </a:lnTo>
                  <a:lnTo>
                    <a:pt x="42" y="60"/>
                  </a:lnTo>
                  <a:lnTo>
                    <a:pt x="37" y="70"/>
                  </a:lnTo>
                  <a:lnTo>
                    <a:pt x="27" y="48"/>
                  </a:lnTo>
                  <a:lnTo>
                    <a:pt x="25" y="25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8" name="Freeform 303">
              <a:extLst>
                <a:ext uri="{FF2B5EF4-FFF2-40B4-BE49-F238E27FC236}">
                  <a16:creationId xmlns:a16="http://schemas.microsoft.com/office/drawing/2014/main" id="{1F3EB160-BB50-5313-6366-F005BB057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857" y="2773343"/>
              <a:ext cx="182783" cy="103625"/>
            </a:xfrm>
            <a:custGeom>
              <a:avLst/>
              <a:gdLst>
                <a:gd name="T0" fmla="*/ 0 w 127"/>
                <a:gd name="T1" fmla="*/ 20 h 72"/>
                <a:gd name="T2" fmla="*/ 47 w 127"/>
                <a:gd name="T3" fmla="*/ 0 h 72"/>
                <a:gd name="T4" fmla="*/ 65 w 127"/>
                <a:gd name="T5" fmla="*/ 13 h 72"/>
                <a:gd name="T6" fmla="*/ 107 w 127"/>
                <a:gd name="T7" fmla="*/ 25 h 72"/>
                <a:gd name="T8" fmla="*/ 127 w 127"/>
                <a:gd name="T9" fmla="*/ 38 h 72"/>
                <a:gd name="T10" fmla="*/ 92 w 127"/>
                <a:gd name="T11" fmla="*/ 60 h 72"/>
                <a:gd name="T12" fmla="*/ 82 w 127"/>
                <a:gd name="T13" fmla="*/ 72 h 72"/>
                <a:gd name="T14" fmla="*/ 70 w 127"/>
                <a:gd name="T15" fmla="*/ 65 h 72"/>
                <a:gd name="T16" fmla="*/ 72 w 127"/>
                <a:gd name="T17" fmla="*/ 55 h 72"/>
                <a:gd name="T18" fmla="*/ 57 w 127"/>
                <a:gd name="T19" fmla="*/ 53 h 72"/>
                <a:gd name="T20" fmla="*/ 52 w 127"/>
                <a:gd name="T21" fmla="*/ 63 h 72"/>
                <a:gd name="T22" fmla="*/ 40 w 127"/>
                <a:gd name="T23" fmla="*/ 65 h 72"/>
                <a:gd name="T24" fmla="*/ 28 w 127"/>
                <a:gd name="T25" fmla="*/ 53 h 72"/>
                <a:gd name="T26" fmla="*/ 0 w 127"/>
                <a:gd name="T27" fmla="*/ 2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7" h="72">
                  <a:moveTo>
                    <a:pt x="0" y="20"/>
                  </a:moveTo>
                  <a:lnTo>
                    <a:pt x="47" y="0"/>
                  </a:lnTo>
                  <a:lnTo>
                    <a:pt x="65" y="13"/>
                  </a:lnTo>
                  <a:lnTo>
                    <a:pt x="107" y="25"/>
                  </a:lnTo>
                  <a:lnTo>
                    <a:pt x="127" y="38"/>
                  </a:lnTo>
                  <a:lnTo>
                    <a:pt x="92" y="60"/>
                  </a:lnTo>
                  <a:lnTo>
                    <a:pt x="82" y="72"/>
                  </a:lnTo>
                  <a:lnTo>
                    <a:pt x="70" y="65"/>
                  </a:lnTo>
                  <a:lnTo>
                    <a:pt x="72" y="55"/>
                  </a:lnTo>
                  <a:lnTo>
                    <a:pt x="57" y="53"/>
                  </a:lnTo>
                  <a:lnTo>
                    <a:pt x="52" y="63"/>
                  </a:lnTo>
                  <a:lnTo>
                    <a:pt x="40" y="65"/>
                  </a:lnTo>
                  <a:lnTo>
                    <a:pt x="28" y="53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9" name="Freeform 304">
              <a:extLst>
                <a:ext uri="{FF2B5EF4-FFF2-40B4-BE49-F238E27FC236}">
                  <a16:creationId xmlns:a16="http://schemas.microsoft.com/office/drawing/2014/main" id="{4510671F-4E37-74C1-3DAA-BF0B148BC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874" y="2820838"/>
              <a:ext cx="146802" cy="74840"/>
            </a:xfrm>
            <a:custGeom>
              <a:avLst/>
              <a:gdLst>
                <a:gd name="T0" fmla="*/ 45 w 102"/>
                <a:gd name="T1" fmla="*/ 5 h 52"/>
                <a:gd name="T2" fmla="*/ 102 w 102"/>
                <a:gd name="T3" fmla="*/ 0 h 52"/>
                <a:gd name="T4" fmla="*/ 97 w 102"/>
                <a:gd name="T5" fmla="*/ 52 h 52"/>
                <a:gd name="T6" fmla="*/ 82 w 102"/>
                <a:gd name="T7" fmla="*/ 39 h 52"/>
                <a:gd name="T8" fmla="*/ 75 w 102"/>
                <a:gd name="T9" fmla="*/ 37 h 52"/>
                <a:gd name="T10" fmla="*/ 45 w 102"/>
                <a:gd name="T11" fmla="*/ 42 h 52"/>
                <a:gd name="T12" fmla="*/ 25 w 102"/>
                <a:gd name="T13" fmla="*/ 42 h 52"/>
                <a:gd name="T14" fmla="*/ 0 w 102"/>
                <a:gd name="T15" fmla="*/ 39 h 52"/>
                <a:gd name="T16" fmla="*/ 10 w 102"/>
                <a:gd name="T17" fmla="*/ 27 h 52"/>
                <a:gd name="T18" fmla="*/ 45 w 102"/>
                <a:gd name="T19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" h="52">
                  <a:moveTo>
                    <a:pt x="45" y="5"/>
                  </a:moveTo>
                  <a:lnTo>
                    <a:pt x="102" y="0"/>
                  </a:lnTo>
                  <a:lnTo>
                    <a:pt x="97" y="52"/>
                  </a:lnTo>
                  <a:lnTo>
                    <a:pt x="82" y="39"/>
                  </a:lnTo>
                  <a:lnTo>
                    <a:pt x="75" y="37"/>
                  </a:lnTo>
                  <a:lnTo>
                    <a:pt x="45" y="42"/>
                  </a:lnTo>
                  <a:lnTo>
                    <a:pt x="25" y="42"/>
                  </a:lnTo>
                  <a:lnTo>
                    <a:pt x="0" y="39"/>
                  </a:lnTo>
                  <a:lnTo>
                    <a:pt x="10" y="27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0" name="Freeform 305">
              <a:extLst>
                <a:ext uri="{FF2B5EF4-FFF2-40B4-BE49-F238E27FC236}">
                  <a16:creationId xmlns:a16="http://schemas.microsoft.com/office/drawing/2014/main" id="{5BFEFE76-185D-7078-4A9F-37C5CD32D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3869" y="3406606"/>
              <a:ext cx="536834" cy="512368"/>
            </a:xfrm>
            <a:custGeom>
              <a:avLst/>
              <a:gdLst>
                <a:gd name="T0" fmla="*/ 196 w 373"/>
                <a:gd name="T1" fmla="*/ 90 h 356"/>
                <a:gd name="T2" fmla="*/ 209 w 373"/>
                <a:gd name="T3" fmla="*/ 80 h 356"/>
                <a:gd name="T4" fmla="*/ 234 w 373"/>
                <a:gd name="T5" fmla="*/ 82 h 356"/>
                <a:gd name="T6" fmla="*/ 254 w 373"/>
                <a:gd name="T7" fmla="*/ 102 h 356"/>
                <a:gd name="T8" fmla="*/ 278 w 373"/>
                <a:gd name="T9" fmla="*/ 127 h 356"/>
                <a:gd name="T10" fmla="*/ 281 w 373"/>
                <a:gd name="T11" fmla="*/ 150 h 356"/>
                <a:gd name="T12" fmla="*/ 291 w 373"/>
                <a:gd name="T13" fmla="*/ 159 h 356"/>
                <a:gd name="T14" fmla="*/ 303 w 373"/>
                <a:gd name="T15" fmla="*/ 199 h 356"/>
                <a:gd name="T16" fmla="*/ 358 w 373"/>
                <a:gd name="T17" fmla="*/ 202 h 356"/>
                <a:gd name="T18" fmla="*/ 373 w 373"/>
                <a:gd name="T19" fmla="*/ 224 h 356"/>
                <a:gd name="T20" fmla="*/ 360 w 373"/>
                <a:gd name="T21" fmla="*/ 274 h 356"/>
                <a:gd name="T22" fmla="*/ 311 w 373"/>
                <a:gd name="T23" fmla="*/ 284 h 356"/>
                <a:gd name="T24" fmla="*/ 258 w 373"/>
                <a:gd name="T25" fmla="*/ 294 h 356"/>
                <a:gd name="T26" fmla="*/ 244 w 373"/>
                <a:gd name="T27" fmla="*/ 311 h 356"/>
                <a:gd name="T28" fmla="*/ 236 w 373"/>
                <a:gd name="T29" fmla="*/ 338 h 356"/>
                <a:gd name="T30" fmla="*/ 214 w 373"/>
                <a:gd name="T31" fmla="*/ 356 h 356"/>
                <a:gd name="T32" fmla="*/ 214 w 373"/>
                <a:gd name="T33" fmla="*/ 341 h 356"/>
                <a:gd name="T34" fmla="*/ 214 w 373"/>
                <a:gd name="T35" fmla="*/ 329 h 356"/>
                <a:gd name="T36" fmla="*/ 206 w 373"/>
                <a:gd name="T37" fmla="*/ 326 h 356"/>
                <a:gd name="T38" fmla="*/ 184 w 373"/>
                <a:gd name="T39" fmla="*/ 324 h 356"/>
                <a:gd name="T40" fmla="*/ 164 w 373"/>
                <a:gd name="T41" fmla="*/ 326 h 356"/>
                <a:gd name="T42" fmla="*/ 149 w 373"/>
                <a:gd name="T43" fmla="*/ 333 h 356"/>
                <a:gd name="T44" fmla="*/ 132 w 373"/>
                <a:gd name="T45" fmla="*/ 311 h 356"/>
                <a:gd name="T46" fmla="*/ 124 w 373"/>
                <a:gd name="T47" fmla="*/ 289 h 356"/>
                <a:gd name="T48" fmla="*/ 112 w 373"/>
                <a:gd name="T49" fmla="*/ 271 h 356"/>
                <a:gd name="T50" fmla="*/ 89 w 373"/>
                <a:gd name="T51" fmla="*/ 242 h 356"/>
                <a:gd name="T52" fmla="*/ 79 w 373"/>
                <a:gd name="T53" fmla="*/ 224 h 356"/>
                <a:gd name="T54" fmla="*/ 67 w 373"/>
                <a:gd name="T55" fmla="*/ 184 h 356"/>
                <a:gd name="T56" fmla="*/ 47 w 373"/>
                <a:gd name="T57" fmla="*/ 152 h 356"/>
                <a:gd name="T58" fmla="*/ 22 w 373"/>
                <a:gd name="T59" fmla="*/ 130 h 356"/>
                <a:gd name="T60" fmla="*/ 20 w 373"/>
                <a:gd name="T61" fmla="*/ 102 h 356"/>
                <a:gd name="T62" fmla="*/ 5 w 373"/>
                <a:gd name="T63" fmla="*/ 92 h 356"/>
                <a:gd name="T64" fmla="*/ 0 w 373"/>
                <a:gd name="T65" fmla="*/ 72 h 356"/>
                <a:gd name="T66" fmla="*/ 22 w 373"/>
                <a:gd name="T67" fmla="*/ 72 h 356"/>
                <a:gd name="T68" fmla="*/ 37 w 373"/>
                <a:gd name="T69" fmla="*/ 58 h 356"/>
                <a:gd name="T70" fmla="*/ 55 w 373"/>
                <a:gd name="T71" fmla="*/ 45 h 356"/>
                <a:gd name="T72" fmla="*/ 55 w 373"/>
                <a:gd name="T73" fmla="*/ 20 h 356"/>
                <a:gd name="T74" fmla="*/ 72 w 373"/>
                <a:gd name="T75" fmla="*/ 3 h 356"/>
                <a:gd name="T76" fmla="*/ 79 w 373"/>
                <a:gd name="T77" fmla="*/ 0 h 356"/>
                <a:gd name="T78" fmla="*/ 92 w 373"/>
                <a:gd name="T79" fmla="*/ 10 h 356"/>
                <a:gd name="T80" fmla="*/ 104 w 373"/>
                <a:gd name="T81" fmla="*/ 20 h 356"/>
                <a:gd name="T82" fmla="*/ 124 w 373"/>
                <a:gd name="T83" fmla="*/ 18 h 356"/>
                <a:gd name="T84" fmla="*/ 137 w 373"/>
                <a:gd name="T85" fmla="*/ 38 h 356"/>
                <a:gd name="T86" fmla="*/ 149 w 373"/>
                <a:gd name="T87" fmla="*/ 43 h 356"/>
                <a:gd name="T88" fmla="*/ 167 w 373"/>
                <a:gd name="T89" fmla="*/ 70 h 356"/>
                <a:gd name="T90" fmla="*/ 196 w 373"/>
                <a:gd name="T91" fmla="*/ 9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73" h="356">
                  <a:moveTo>
                    <a:pt x="196" y="90"/>
                  </a:moveTo>
                  <a:lnTo>
                    <a:pt x="209" y="80"/>
                  </a:lnTo>
                  <a:lnTo>
                    <a:pt x="234" y="82"/>
                  </a:lnTo>
                  <a:lnTo>
                    <a:pt x="254" y="102"/>
                  </a:lnTo>
                  <a:lnTo>
                    <a:pt x="278" y="127"/>
                  </a:lnTo>
                  <a:lnTo>
                    <a:pt x="281" y="150"/>
                  </a:lnTo>
                  <a:lnTo>
                    <a:pt x="291" y="159"/>
                  </a:lnTo>
                  <a:lnTo>
                    <a:pt x="303" y="199"/>
                  </a:lnTo>
                  <a:lnTo>
                    <a:pt x="358" y="202"/>
                  </a:lnTo>
                  <a:lnTo>
                    <a:pt x="373" y="224"/>
                  </a:lnTo>
                  <a:lnTo>
                    <a:pt x="360" y="274"/>
                  </a:lnTo>
                  <a:lnTo>
                    <a:pt x="311" y="284"/>
                  </a:lnTo>
                  <a:lnTo>
                    <a:pt x="258" y="294"/>
                  </a:lnTo>
                  <a:lnTo>
                    <a:pt x="244" y="311"/>
                  </a:lnTo>
                  <a:lnTo>
                    <a:pt x="236" y="338"/>
                  </a:lnTo>
                  <a:lnTo>
                    <a:pt x="214" y="356"/>
                  </a:lnTo>
                  <a:lnTo>
                    <a:pt x="214" y="341"/>
                  </a:lnTo>
                  <a:lnTo>
                    <a:pt x="214" y="329"/>
                  </a:lnTo>
                  <a:lnTo>
                    <a:pt x="206" y="326"/>
                  </a:lnTo>
                  <a:lnTo>
                    <a:pt x="184" y="324"/>
                  </a:lnTo>
                  <a:lnTo>
                    <a:pt x="164" y="326"/>
                  </a:lnTo>
                  <a:lnTo>
                    <a:pt x="149" y="333"/>
                  </a:lnTo>
                  <a:lnTo>
                    <a:pt x="132" y="311"/>
                  </a:lnTo>
                  <a:lnTo>
                    <a:pt x="124" y="289"/>
                  </a:lnTo>
                  <a:lnTo>
                    <a:pt x="112" y="271"/>
                  </a:lnTo>
                  <a:lnTo>
                    <a:pt x="89" y="242"/>
                  </a:lnTo>
                  <a:lnTo>
                    <a:pt x="79" y="224"/>
                  </a:lnTo>
                  <a:lnTo>
                    <a:pt x="67" y="184"/>
                  </a:lnTo>
                  <a:lnTo>
                    <a:pt x="47" y="152"/>
                  </a:lnTo>
                  <a:lnTo>
                    <a:pt x="22" y="130"/>
                  </a:lnTo>
                  <a:lnTo>
                    <a:pt x="20" y="102"/>
                  </a:lnTo>
                  <a:lnTo>
                    <a:pt x="5" y="92"/>
                  </a:lnTo>
                  <a:lnTo>
                    <a:pt x="0" y="72"/>
                  </a:lnTo>
                  <a:lnTo>
                    <a:pt x="22" y="72"/>
                  </a:lnTo>
                  <a:lnTo>
                    <a:pt x="37" y="58"/>
                  </a:lnTo>
                  <a:lnTo>
                    <a:pt x="55" y="45"/>
                  </a:lnTo>
                  <a:lnTo>
                    <a:pt x="55" y="20"/>
                  </a:lnTo>
                  <a:lnTo>
                    <a:pt x="72" y="3"/>
                  </a:lnTo>
                  <a:lnTo>
                    <a:pt x="79" y="0"/>
                  </a:lnTo>
                  <a:lnTo>
                    <a:pt x="92" y="10"/>
                  </a:lnTo>
                  <a:lnTo>
                    <a:pt x="104" y="20"/>
                  </a:lnTo>
                  <a:lnTo>
                    <a:pt x="124" y="18"/>
                  </a:lnTo>
                  <a:lnTo>
                    <a:pt x="137" y="38"/>
                  </a:lnTo>
                  <a:lnTo>
                    <a:pt x="149" y="43"/>
                  </a:lnTo>
                  <a:lnTo>
                    <a:pt x="167" y="70"/>
                  </a:lnTo>
                  <a:lnTo>
                    <a:pt x="196" y="9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1" name="Freeform 306">
              <a:extLst>
                <a:ext uri="{FF2B5EF4-FFF2-40B4-BE49-F238E27FC236}">
                  <a16:creationId xmlns:a16="http://schemas.microsoft.com/office/drawing/2014/main" id="{D12E7D41-CC0F-D500-BA85-FDE3C1F12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227" y="2898557"/>
              <a:ext cx="84914" cy="103625"/>
            </a:xfrm>
            <a:custGeom>
              <a:avLst/>
              <a:gdLst>
                <a:gd name="T0" fmla="*/ 37 w 59"/>
                <a:gd name="T1" fmla="*/ 10 h 72"/>
                <a:gd name="T2" fmla="*/ 22 w 59"/>
                <a:gd name="T3" fmla="*/ 0 h 72"/>
                <a:gd name="T4" fmla="*/ 0 w 59"/>
                <a:gd name="T5" fmla="*/ 3 h 72"/>
                <a:gd name="T6" fmla="*/ 25 w 59"/>
                <a:gd name="T7" fmla="*/ 25 h 72"/>
                <a:gd name="T8" fmla="*/ 27 w 59"/>
                <a:gd name="T9" fmla="*/ 48 h 72"/>
                <a:gd name="T10" fmla="*/ 37 w 59"/>
                <a:gd name="T11" fmla="*/ 70 h 72"/>
                <a:gd name="T12" fmla="*/ 42 w 59"/>
                <a:gd name="T13" fmla="*/ 60 h 72"/>
                <a:gd name="T14" fmla="*/ 50 w 59"/>
                <a:gd name="T15" fmla="*/ 72 h 72"/>
                <a:gd name="T16" fmla="*/ 57 w 59"/>
                <a:gd name="T17" fmla="*/ 58 h 72"/>
                <a:gd name="T18" fmla="*/ 59 w 59"/>
                <a:gd name="T19" fmla="*/ 43 h 72"/>
                <a:gd name="T20" fmla="*/ 37 w 59"/>
                <a:gd name="T21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2">
                  <a:moveTo>
                    <a:pt x="37" y="10"/>
                  </a:moveTo>
                  <a:lnTo>
                    <a:pt x="22" y="0"/>
                  </a:lnTo>
                  <a:lnTo>
                    <a:pt x="0" y="3"/>
                  </a:lnTo>
                  <a:lnTo>
                    <a:pt x="25" y="25"/>
                  </a:lnTo>
                  <a:lnTo>
                    <a:pt x="27" y="48"/>
                  </a:lnTo>
                  <a:lnTo>
                    <a:pt x="37" y="70"/>
                  </a:lnTo>
                  <a:lnTo>
                    <a:pt x="42" y="60"/>
                  </a:lnTo>
                  <a:lnTo>
                    <a:pt x="50" y="72"/>
                  </a:lnTo>
                  <a:lnTo>
                    <a:pt x="57" y="58"/>
                  </a:lnTo>
                  <a:lnTo>
                    <a:pt x="59" y="43"/>
                  </a:lnTo>
                  <a:lnTo>
                    <a:pt x="37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2" name="Freeform 307">
              <a:extLst>
                <a:ext uri="{FF2B5EF4-FFF2-40B4-BE49-F238E27FC236}">
                  <a16:creationId xmlns:a16="http://schemas.microsoft.com/office/drawing/2014/main" id="{49DC18F3-51AC-4BDA-BFC9-BF5790894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911" y="2544505"/>
              <a:ext cx="172708" cy="151119"/>
            </a:xfrm>
            <a:custGeom>
              <a:avLst/>
              <a:gdLst>
                <a:gd name="T0" fmla="*/ 0 w 120"/>
                <a:gd name="T1" fmla="*/ 62 h 105"/>
                <a:gd name="T2" fmla="*/ 13 w 120"/>
                <a:gd name="T3" fmla="*/ 72 h 105"/>
                <a:gd name="T4" fmla="*/ 13 w 120"/>
                <a:gd name="T5" fmla="*/ 80 h 105"/>
                <a:gd name="T6" fmla="*/ 23 w 120"/>
                <a:gd name="T7" fmla="*/ 85 h 105"/>
                <a:gd name="T8" fmla="*/ 45 w 120"/>
                <a:gd name="T9" fmla="*/ 105 h 105"/>
                <a:gd name="T10" fmla="*/ 45 w 120"/>
                <a:gd name="T11" fmla="*/ 90 h 105"/>
                <a:gd name="T12" fmla="*/ 63 w 120"/>
                <a:gd name="T13" fmla="*/ 82 h 105"/>
                <a:gd name="T14" fmla="*/ 85 w 120"/>
                <a:gd name="T15" fmla="*/ 85 h 105"/>
                <a:gd name="T16" fmla="*/ 90 w 120"/>
                <a:gd name="T17" fmla="*/ 70 h 105"/>
                <a:gd name="T18" fmla="*/ 112 w 120"/>
                <a:gd name="T19" fmla="*/ 62 h 105"/>
                <a:gd name="T20" fmla="*/ 105 w 120"/>
                <a:gd name="T21" fmla="*/ 48 h 105"/>
                <a:gd name="T22" fmla="*/ 117 w 120"/>
                <a:gd name="T23" fmla="*/ 25 h 105"/>
                <a:gd name="T24" fmla="*/ 120 w 120"/>
                <a:gd name="T25" fmla="*/ 28 h 105"/>
                <a:gd name="T26" fmla="*/ 120 w 120"/>
                <a:gd name="T27" fmla="*/ 15 h 105"/>
                <a:gd name="T28" fmla="*/ 82 w 120"/>
                <a:gd name="T29" fmla="*/ 0 h 105"/>
                <a:gd name="T30" fmla="*/ 48 w 120"/>
                <a:gd name="T31" fmla="*/ 23 h 105"/>
                <a:gd name="T32" fmla="*/ 18 w 120"/>
                <a:gd name="T33" fmla="*/ 25 h 105"/>
                <a:gd name="T34" fmla="*/ 8 w 120"/>
                <a:gd name="T35" fmla="*/ 45 h 105"/>
                <a:gd name="T36" fmla="*/ 0 w 120"/>
                <a:gd name="T37" fmla="*/ 6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105">
                  <a:moveTo>
                    <a:pt x="0" y="62"/>
                  </a:moveTo>
                  <a:lnTo>
                    <a:pt x="13" y="72"/>
                  </a:lnTo>
                  <a:lnTo>
                    <a:pt x="13" y="80"/>
                  </a:lnTo>
                  <a:lnTo>
                    <a:pt x="23" y="85"/>
                  </a:lnTo>
                  <a:lnTo>
                    <a:pt x="45" y="105"/>
                  </a:lnTo>
                  <a:lnTo>
                    <a:pt x="45" y="90"/>
                  </a:lnTo>
                  <a:lnTo>
                    <a:pt x="63" y="82"/>
                  </a:lnTo>
                  <a:lnTo>
                    <a:pt x="85" y="85"/>
                  </a:lnTo>
                  <a:lnTo>
                    <a:pt x="90" y="70"/>
                  </a:lnTo>
                  <a:lnTo>
                    <a:pt x="112" y="62"/>
                  </a:lnTo>
                  <a:lnTo>
                    <a:pt x="105" y="48"/>
                  </a:lnTo>
                  <a:lnTo>
                    <a:pt x="117" y="25"/>
                  </a:lnTo>
                  <a:lnTo>
                    <a:pt x="120" y="28"/>
                  </a:lnTo>
                  <a:lnTo>
                    <a:pt x="120" y="15"/>
                  </a:lnTo>
                  <a:lnTo>
                    <a:pt x="82" y="0"/>
                  </a:lnTo>
                  <a:lnTo>
                    <a:pt x="48" y="23"/>
                  </a:lnTo>
                  <a:lnTo>
                    <a:pt x="18" y="25"/>
                  </a:lnTo>
                  <a:lnTo>
                    <a:pt x="8" y="45"/>
                  </a:lnTo>
                  <a:lnTo>
                    <a:pt x="0" y="6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3" name="Freeform 308">
              <a:extLst>
                <a:ext uri="{FF2B5EF4-FFF2-40B4-BE49-F238E27FC236}">
                  <a16:creationId xmlns:a16="http://schemas.microsoft.com/office/drawing/2014/main" id="{539D6B03-2880-3C8D-1BC7-9D397D39D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499" y="2488374"/>
              <a:ext cx="208690" cy="96429"/>
            </a:xfrm>
            <a:custGeom>
              <a:avLst/>
              <a:gdLst>
                <a:gd name="T0" fmla="*/ 105 w 145"/>
                <a:gd name="T1" fmla="*/ 67 h 67"/>
                <a:gd name="T2" fmla="*/ 105 w 145"/>
                <a:gd name="T3" fmla="*/ 54 h 67"/>
                <a:gd name="T4" fmla="*/ 67 w 145"/>
                <a:gd name="T5" fmla="*/ 39 h 67"/>
                <a:gd name="T6" fmla="*/ 33 w 145"/>
                <a:gd name="T7" fmla="*/ 62 h 67"/>
                <a:gd name="T8" fmla="*/ 3 w 145"/>
                <a:gd name="T9" fmla="*/ 64 h 67"/>
                <a:gd name="T10" fmla="*/ 0 w 145"/>
                <a:gd name="T11" fmla="*/ 32 h 67"/>
                <a:gd name="T12" fmla="*/ 13 w 145"/>
                <a:gd name="T13" fmla="*/ 19 h 67"/>
                <a:gd name="T14" fmla="*/ 28 w 145"/>
                <a:gd name="T15" fmla="*/ 39 h 67"/>
                <a:gd name="T16" fmla="*/ 45 w 145"/>
                <a:gd name="T17" fmla="*/ 39 h 67"/>
                <a:gd name="T18" fmla="*/ 50 w 145"/>
                <a:gd name="T19" fmla="*/ 22 h 67"/>
                <a:gd name="T20" fmla="*/ 38 w 145"/>
                <a:gd name="T21" fmla="*/ 17 h 67"/>
                <a:gd name="T22" fmla="*/ 30 w 145"/>
                <a:gd name="T23" fmla="*/ 2 h 67"/>
                <a:gd name="T24" fmla="*/ 65 w 145"/>
                <a:gd name="T25" fmla="*/ 0 h 67"/>
                <a:gd name="T26" fmla="*/ 82 w 145"/>
                <a:gd name="T27" fmla="*/ 14 h 67"/>
                <a:gd name="T28" fmla="*/ 117 w 145"/>
                <a:gd name="T29" fmla="*/ 14 h 67"/>
                <a:gd name="T30" fmla="*/ 145 w 145"/>
                <a:gd name="T31" fmla="*/ 39 h 67"/>
                <a:gd name="T32" fmla="*/ 130 w 145"/>
                <a:gd name="T33" fmla="*/ 49 h 67"/>
                <a:gd name="T34" fmla="*/ 115 w 145"/>
                <a:gd name="T35" fmla="*/ 42 h 67"/>
                <a:gd name="T36" fmla="*/ 105 w 145"/>
                <a:gd name="T3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5" h="67">
                  <a:moveTo>
                    <a:pt x="105" y="67"/>
                  </a:moveTo>
                  <a:lnTo>
                    <a:pt x="105" y="54"/>
                  </a:lnTo>
                  <a:lnTo>
                    <a:pt x="67" y="39"/>
                  </a:lnTo>
                  <a:lnTo>
                    <a:pt x="33" y="62"/>
                  </a:lnTo>
                  <a:lnTo>
                    <a:pt x="3" y="64"/>
                  </a:lnTo>
                  <a:lnTo>
                    <a:pt x="0" y="32"/>
                  </a:lnTo>
                  <a:lnTo>
                    <a:pt x="13" y="19"/>
                  </a:lnTo>
                  <a:lnTo>
                    <a:pt x="28" y="39"/>
                  </a:lnTo>
                  <a:lnTo>
                    <a:pt x="45" y="39"/>
                  </a:lnTo>
                  <a:lnTo>
                    <a:pt x="50" y="22"/>
                  </a:lnTo>
                  <a:lnTo>
                    <a:pt x="38" y="17"/>
                  </a:lnTo>
                  <a:lnTo>
                    <a:pt x="30" y="2"/>
                  </a:lnTo>
                  <a:lnTo>
                    <a:pt x="65" y="0"/>
                  </a:lnTo>
                  <a:lnTo>
                    <a:pt x="82" y="14"/>
                  </a:lnTo>
                  <a:lnTo>
                    <a:pt x="117" y="14"/>
                  </a:lnTo>
                  <a:lnTo>
                    <a:pt x="145" y="39"/>
                  </a:lnTo>
                  <a:lnTo>
                    <a:pt x="130" y="49"/>
                  </a:lnTo>
                  <a:lnTo>
                    <a:pt x="115" y="42"/>
                  </a:lnTo>
                  <a:lnTo>
                    <a:pt x="105" y="6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4" name="Freeform 309">
              <a:extLst>
                <a:ext uri="{FF2B5EF4-FFF2-40B4-BE49-F238E27FC236}">
                  <a16:creationId xmlns:a16="http://schemas.microsoft.com/office/drawing/2014/main" id="{E537AFAF-60ED-4FE6-BC6A-CC030215A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676" y="2455272"/>
              <a:ext cx="125214" cy="53251"/>
            </a:xfrm>
            <a:custGeom>
              <a:avLst/>
              <a:gdLst>
                <a:gd name="T0" fmla="*/ 87 w 87"/>
                <a:gd name="T1" fmla="*/ 37 h 37"/>
                <a:gd name="T2" fmla="*/ 52 w 87"/>
                <a:gd name="T3" fmla="*/ 37 h 37"/>
                <a:gd name="T4" fmla="*/ 35 w 87"/>
                <a:gd name="T5" fmla="*/ 23 h 37"/>
                <a:gd name="T6" fmla="*/ 0 w 87"/>
                <a:gd name="T7" fmla="*/ 25 h 37"/>
                <a:gd name="T8" fmla="*/ 15 w 87"/>
                <a:gd name="T9" fmla="*/ 13 h 37"/>
                <a:gd name="T10" fmla="*/ 37 w 87"/>
                <a:gd name="T11" fmla="*/ 0 h 37"/>
                <a:gd name="T12" fmla="*/ 67 w 87"/>
                <a:gd name="T13" fmla="*/ 10 h 37"/>
                <a:gd name="T14" fmla="*/ 87 w 8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7">
                  <a:moveTo>
                    <a:pt x="87" y="37"/>
                  </a:moveTo>
                  <a:lnTo>
                    <a:pt x="52" y="37"/>
                  </a:lnTo>
                  <a:lnTo>
                    <a:pt x="35" y="23"/>
                  </a:lnTo>
                  <a:lnTo>
                    <a:pt x="0" y="25"/>
                  </a:lnTo>
                  <a:lnTo>
                    <a:pt x="15" y="13"/>
                  </a:lnTo>
                  <a:lnTo>
                    <a:pt x="37" y="0"/>
                  </a:lnTo>
                  <a:lnTo>
                    <a:pt x="67" y="10"/>
                  </a:lnTo>
                  <a:lnTo>
                    <a:pt x="87" y="3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5" name="Freeform 310">
              <a:extLst>
                <a:ext uri="{FF2B5EF4-FFF2-40B4-BE49-F238E27FC236}">
                  <a16:creationId xmlns:a16="http://schemas.microsoft.com/office/drawing/2014/main" id="{603EA4F8-D177-540C-AD98-F756A5184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480" y="2710016"/>
              <a:ext cx="408743" cy="292165"/>
            </a:xfrm>
            <a:custGeom>
              <a:avLst/>
              <a:gdLst>
                <a:gd name="T0" fmla="*/ 70 w 284"/>
                <a:gd name="T1" fmla="*/ 134 h 203"/>
                <a:gd name="T2" fmla="*/ 92 w 284"/>
                <a:gd name="T3" fmla="*/ 131 h 203"/>
                <a:gd name="T4" fmla="*/ 107 w 284"/>
                <a:gd name="T5" fmla="*/ 141 h 203"/>
                <a:gd name="T6" fmla="*/ 129 w 284"/>
                <a:gd name="T7" fmla="*/ 174 h 203"/>
                <a:gd name="T8" fmla="*/ 127 w 284"/>
                <a:gd name="T9" fmla="*/ 189 h 203"/>
                <a:gd name="T10" fmla="*/ 120 w 284"/>
                <a:gd name="T11" fmla="*/ 203 h 203"/>
                <a:gd name="T12" fmla="*/ 134 w 284"/>
                <a:gd name="T13" fmla="*/ 189 h 203"/>
                <a:gd name="T14" fmla="*/ 144 w 284"/>
                <a:gd name="T15" fmla="*/ 149 h 203"/>
                <a:gd name="T16" fmla="*/ 162 w 284"/>
                <a:gd name="T17" fmla="*/ 146 h 203"/>
                <a:gd name="T18" fmla="*/ 169 w 284"/>
                <a:gd name="T19" fmla="*/ 169 h 203"/>
                <a:gd name="T20" fmla="*/ 214 w 284"/>
                <a:gd name="T21" fmla="*/ 166 h 203"/>
                <a:gd name="T22" fmla="*/ 224 w 284"/>
                <a:gd name="T23" fmla="*/ 151 h 203"/>
                <a:gd name="T24" fmla="*/ 239 w 284"/>
                <a:gd name="T25" fmla="*/ 154 h 203"/>
                <a:gd name="T26" fmla="*/ 271 w 284"/>
                <a:gd name="T27" fmla="*/ 139 h 203"/>
                <a:gd name="T28" fmla="*/ 284 w 284"/>
                <a:gd name="T29" fmla="*/ 84 h 203"/>
                <a:gd name="T30" fmla="*/ 212 w 284"/>
                <a:gd name="T31" fmla="*/ 25 h 203"/>
                <a:gd name="T32" fmla="*/ 202 w 284"/>
                <a:gd name="T33" fmla="*/ 0 h 203"/>
                <a:gd name="T34" fmla="*/ 154 w 284"/>
                <a:gd name="T35" fmla="*/ 2 h 203"/>
                <a:gd name="T36" fmla="*/ 144 w 284"/>
                <a:gd name="T37" fmla="*/ 22 h 203"/>
                <a:gd name="T38" fmla="*/ 18 w 284"/>
                <a:gd name="T39" fmla="*/ 34 h 203"/>
                <a:gd name="T40" fmla="*/ 20 w 284"/>
                <a:gd name="T41" fmla="*/ 67 h 203"/>
                <a:gd name="T42" fmla="*/ 5 w 284"/>
                <a:gd name="T43" fmla="*/ 77 h 203"/>
                <a:gd name="T44" fmla="*/ 0 w 284"/>
                <a:gd name="T45" fmla="*/ 129 h 203"/>
                <a:gd name="T46" fmla="*/ 25 w 284"/>
                <a:gd name="T47" fmla="*/ 129 h 203"/>
                <a:gd name="T48" fmla="*/ 35 w 284"/>
                <a:gd name="T49" fmla="*/ 136 h 203"/>
                <a:gd name="T50" fmla="*/ 60 w 284"/>
                <a:gd name="T51" fmla="*/ 136 h 203"/>
                <a:gd name="T52" fmla="*/ 67 w 284"/>
                <a:gd name="T53" fmla="*/ 134 h 203"/>
                <a:gd name="T54" fmla="*/ 70 w 284"/>
                <a:gd name="T55" fmla="*/ 13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84" h="203">
                  <a:moveTo>
                    <a:pt x="70" y="134"/>
                  </a:moveTo>
                  <a:lnTo>
                    <a:pt x="92" y="131"/>
                  </a:lnTo>
                  <a:lnTo>
                    <a:pt x="107" y="141"/>
                  </a:lnTo>
                  <a:lnTo>
                    <a:pt x="129" y="174"/>
                  </a:lnTo>
                  <a:lnTo>
                    <a:pt x="127" y="189"/>
                  </a:lnTo>
                  <a:lnTo>
                    <a:pt x="120" y="203"/>
                  </a:lnTo>
                  <a:lnTo>
                    <a:pt x="134" y="189"/>
                  </a:lnTo>
                  <a:lnTo>
                    <a:pt x="144" y="149"/>
                  </a:lnTo>
                  <a:lnTo>
                    <a:pt x="162" y="146"/>
                  </a:lnTo>
                  <a:lnTo>
                    <a:pt x="169" y="169"/>
                  </a:lnTo>
                  <a:lnTo>
                    <a:pt x="214" y="166"/>
                  </a:lnTo>
                  <a:lnTo>
                    <a:pt x="224" y="151"/>
                  </a:lnTo>
                  <a:lnTo>
                    <a:pt x="239" y="154"/>
                  </a:lnTo>
                  <a:lnTo>
                    <a:pt x="271" y="139"/>
                  </a:lnTo>
                  <a:lnTo>
                    <a:pt x="284" y="84"/>
                  </a:lnTo>
                  <a:lnTo>
                    <a:pt x="212" y="25"/>
                  </a:lnTo>
                  <a:lnTo>
                    <a:pt x="202" y="0"/>
                  </a:lnTo>
                  <a:lnTo>
                    <a:pt x="154" y="2"/>
                  </a:lnTo>
                  <a:lnTo>
                    <a:pt x="144" y="22"/>
                  </a:lnTo>
                  <a:lnTo>
                    <a:pt x="18" y="34"/>
                  </a:lnTo>
                  <a:lnTo>
                    <a:pt x="20" y="67"/>
                  </a:lnTo>
                  <a:lnTo>
                    <a:pt x="5" y="77"/>
                  </a:lnTo>
                  <a:lnTo>
                    <a:pt x="0" y="129"/>
                  </a:lnTo>
                  <a:lnTo>
                    <a:pt x="25" y="129"/>
                  </a:lnTo>
                  <a:lnTo>
                    <a:pt x="35" y="136"/>
                  </a:lnTo>
                  <a:lnTo>
                    <a:pt x="60" y="136"/>
                  </a:lnTo>
                  <a:lnTo>
                    <a:pt x="67" y="134"/>
                  </a:lnTo>
                  <a:lnTo>
                    <a:pt x="70" y="13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6" name="Freeform 312">
              <a:extLst>
                <a:ext uri="{FF2B5EF4-FFF2-40B4-BE49-F238E27FC236}">
                  <a16:creationId xmlns:a16="http://schemas.microsoft.com/office/drawing/2014/main" id="{EB93DABA-5F60-19EB-7254-4E96C6595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676" y="2544505"/>
              <a:ext cx="240353" cy="214446"/>
            </a:xfrm>
            <a:custGeom>
              <a:avLst/>
              <a:gdLst>
                <a:gd name="T0" fmla="*/ 13 w 167"/>
                <a:gd name="T1" fmla="*/ 149 h 149"/>
                <a:gd name="T2" fmla="*/ 139 w 167"/>
                <a:gd name="T3" fmla="*/ 137 h 149"/>
                <a:gd name="T4" fmla="*/ 149 w 167"/>
                <a:gd name="T5" fmla="*/ 117 h 149"/>
                <a:gd name="T6" fmla="*/ 159 w 167"/>
                <a:gd name="T7" fmla="*/ 92 h 149"/>
                <a:gd name="T8" fmla="*/ 167 w 167"/>
                <a:gd name="T9" fmla="*/ 82 h 149"/>
                <a:gd name="T10" fmla="*/ 162 w 167"/>
                <a:gd name="T11" fmla="*/ 20 h 149"/>
                <a:gd name="T12" fmla="*/ 115 w 167"/>
                <a:gd name="T13" fmla="*/ 0 h 149"/>
                <a:gd name="T14" fmla="*/ 100 w 167"/>
                <a:gd name="T15" fmla="*/ 10 h 149"/>
                <a:gd name="T16" fmla="*/ 85 w 167"/>
                <a:gd name="T17" fmla="*/ 3 h 149"/>
                <a:gd name="T18" fmla="*/ 75 w 167"/>
                <a:gd name="T19" fmla="*/ 28 h 149"/>
                <a:gd name="T20" fmla="*/ 72 w 167"/>
                <a:gd name="T21" fmla="*/ 25 h 149"/>
                <a:gd name="T22" fmla="*/ 60 w 167"/>
                <a:gd name="T23" fmla="*/ 48 h 149"/>
                <a:gd name="T24" fmla="*/ 67 w 167"/>
                <a:gd name="T25" fmla="*/ 62 h 149"/>
                <a:gd name="T26" fmla="*/ 45 w 167"/>
                <a:gd name="T27" fmla="*/ 70 h 149"/>
                <a:gd name="T28" fmla="*/ 40 w 167"/>
                <a:gd name="T29" fmla="*/ 85 h 149"/>
                <a:gd name="T30" fmla="*/ 18 w 167"/>
                <a:gd name="T31" fmla="*/ 82 h 149"/>
                <a:gd name="T32" fmla="*/ 0 w 167"/>
                <a:gd name="T33" fmla="*/ 90 h 149"/>
                <a:gd name="T34" fmla="*/ 0 w 167"/>
                <a:gd name="T35" fmla="*/ 105 h 149"/>
                <a:gd name="T36" fmla="*/ 0 w 167"/>
                <a:gd name="T37" fmla="*/ 130 h 149"/>
                <a:gd name="T38" fmla="*/ 13 w 167"/>
                <a:gd name="T39" fmla="*/ 130 h 149"/>
                <a:gd name="T40" fmla="*/ 13 w 167"/>
                <a:gd name="T41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7" h="149">
                  <a:moveTo>
                    <a:pt x="13" y="149"/>
                  </a:moveTo>
                  <a:lnTo>
                    <a:pt x="139" y="137"/>
                  </a:lnTo>
                  <a:lnTo>
                    <a:pt x="149" y="117"/>
                  </a:lnTo>
                  <a:lnTo>
                    <a:pt x="159" y="92"/>
                  </a:lnTo>
                  <a:lnTo>
                    <a:pt x="167" y="82"/>
                  </a:lnTo>
                  <a:lnTo>
                    <a:pt x="162" y="20"/>
                  </a:lnTo>
                  <a:lnTo>
                    <a:pt x="115" y="0"/>
                  </a:lnTo>
                  <a:lnTo>
                    <a:pt x="100" y="10"/>
                  </a:lnTo>
                  <a:lnTo>
                    <a:pt x="85" y="3"/>
                  </a:lnTo>
                  <a:lnTo>
                    <a:pt x="75" y="28"/>
                  </a:lnTo>
                  <a:lnTo>
                    <a:pt x="72" y="25"/>
                  </a:lnTo>
                  <a:lnTo>
                    <a:pt x="60" y="48"/>
                  </a:lnTo>
                  <a:lnTo>
                    <a:pt x="67" y="62"/>
                  </a:lnTo>
                  <a:lnTo>
                    <a:pt x="45" y="70"/>
                  </a:lnTo>
                  <a:lnTo>
                    <a:pt x="40" y="85"/>
                  </a:lnTo>
                  <a:lnTo>
                    <a:pt x="18" y="82"/>
                  </a:lnTo>
                  <a:lnTo>
                    <a:pt x="0" y="90"/>
                  </a:lnTo>
                  <a:lnTo>
                    <a:pt x="0" y="105"/>
                  </a:lnTo>
                  <a:lnTo>
                    <a:pt x="0" y="130"/>
                  </a:lnTo>
                  <a:lnTo>
                    <a:pt x="13" y="130"/>
                  </a:lnTo>
                  <a:lnTo>
                    <a:pt x="13" y="14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7" name="Freeform 313">
              <a:extLst>
                <a:ext uri="{FF2B5EF4-FFF2-40B4-BE49-F238E27FC236}">
                  <a16:creationId xmlns:a16="http://schemas.microsoft.com/office/drawing/2014/main" id="{46565880-4AC7-A614-8E77-63B22629A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836" y="2633737"/>
              <a:ext cx="28785" cy="25906"/>
            </a:xfrm>
            <a:custGeom>
              <a:avLst/>
              <a:gdLst>
                <a:gd name="T0" fmla="*/ 0 w 20"/>
                <a:gd name="T1" fmla="*/ 10 h 18"/>
                <a:gd name="T2" fmla="*/ 20 w 20"/>
                <a:gd name="T3" fmla="*/ 18 h 18"/>
                <a:gd name="T4" fmla="*/ 20 w 20"/>
                <a:gd name="T5" fmla="*/ 10 h 18"/>
                <a:gd name="T6" fmla="*/ 7 w 20"/>
                <a:gd name="T7" fmla="*/ 0 h 18"/>
                <a:gd name="T8" fmla="*/ 0 w 20"/>
                <a:gd name="T9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8">
                  <a:moveTo>
                    <a:pt x="0" y="10"/>
                  </a:moveTo>
                  <a:lnTo>
                    <a:pt x="20" y="18"/>
                  </a:lnTo>
                  <a:lnTo>
                    <a:pt x="20" y="10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8" name="Freeform 314">
              <a:extLst>
                <a:ext uri="{FF2B5EF4-FFF2-40B4-BE49-F238E27FC236}">
                  <a16:creationId xmlns:a16="http://schemas.microsoft.com/office/drawing/2014/main" id="{C8298F13-28A8-D7A9-5B88-10BA09B8E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621" y="3066947"/>
              <a:ext cx="53252" cy="60448"/>
            </a:xfrm>
            <a:custGeom>
              <a:avLst/>
              <a:gdLst>
                <a:gd name="T0" fmla="*/ 2 w 37"/>
                <a:gd name="T1" fmla="*/ 20 h 42"/>
                <a:gd name="T2" fmla="*/ 7 w 37"/>
                <a:gd name="T3" fmla="*/ 40 h 42"/>
                <a:gd name="T4" fmla="*/ 20 w 37"/>
                <a:gd name="T5" fmla="*/ 42 h 42"/>
                <a:gd name="T6" fmla="*/ 37 w 37"/>
                <a:gd name="T7" fmla="*/ 30 h 42"/>
                <a:gd name="T8" fmla="*/ 35 w 37"/>
                <a:gd name="T9" fmla="*/ 5 h 42"/>
                <a:gd name="T10" fmla="*/ 32 w 37"/>
                <a:gd name="T11" fmla="*/ 3 h 42"/>
                <a:gd name="T12" fmla="*/ 25 w 37"/>
                <a:gd name="T13" fmla="*/ 0 h 42"/>
                <a:gd name="T14" fmla="*/ 17 w 37"/>
                <a:gd name="T15" fmla="*/ 0 h 42"/>
                <a:gd name="T16" fmla="*/ 10 w 37"/>
                <a:gd name="T17" fmla="*/ 3 h 42"/>
                <a:gd name="T18" fmla="*/ 2 w 37"/>
                <a:gd name="T19" fmla="*/ 8 h 42"/>
                <a:gd name="T20" fmla="*/ 0 w 37"/>
                <a:gd name="T21" fmla="*/ 13 h 42"/>
                <a:gd name="T22" fmla="*/ 0 w 37"/>
                <a:gd name="T23" fmla="*/ 15 h 42"/>
                <a:gd name="T24" fmla="*/ 2 w 37"/>
                <a:gd name="T25" fmla="*/ 2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42">
                  <a:moveTo>
                    <a:pt x="2" y="20"/>
                  </a:moveTo>
                  <a:lnTo>
                    <a:pt x="7" y="40"/>
                  </a:lnTo>
                  <a:lnTo>
                    <a:pt x="20" y="42"/>
                  </a:lnTo>
                  <a:lnTo>
                    <a:pt x="37" y="30"/>
                  </a:lnTo>
                  <a:lnTo>
                    <a:pt x="35" y="5"/>
                  </a:lnTo>
                  <a:lnTo>
                    <a:pt x="32" y="3"/>
                  </a:lnTo>
                  <a:lnTo>
                    <a:pt x="25" y="0"/>
                  </a:lnTo>
                  <a:lnTo>
                    <a:pt x="17" y="0"/>
                  </a:lnTo>
                  <a:lnTo>
                    <a:pt x="10" y="3"/>
                  </a:lnTo>
                  <a:lnTo>
                    <a:pt x="2" y="8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9" name="Freeform 315">
              <a:extLst>
                <a:ext uri="{FF2B5EF4-FFF2-40B4-BE49-F238E27FC236}">
                  <a16:creationId xmlns:a16="http://schemas.microsoft.com/office/drawing/2014/main" id="{18476142-0E99-A5D1-0DC7-5B626CC1E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228" y="3049676"/>
              <a:ext cx="43177" cy="38860"/>
            </a:xfrm>
            <a:custGeom>
              <a:avLst/>
              <a:gdLst>
                <a:gd name="T0" fmla="*/ 10 w 30"/>
                <a:gd name="T1" fmla="*/ 25 h 27"/>
                <a:gd name="T2" fmla="*/ 12 w 30"/>
                <a:gd name="T3" fmla="*/ 20 h 27"/>
                <a:gd name="T4" fmla="*/ 20 w 30"/>
                <a:gd name="T5" fmla="*/ 15 h 27"/>
                <a:gd name="T6" fmla="*/ 25 w 30"/>
                <a:gd name="T7" fmla="*/ 12 h 27"/>
                <a:gd name="T8" fmla="*/ 30 w 30"/>
                <a:gd name="T9" fmla="*/ 12 h 27"/>
                <a:gd name="T10" fmla="*/ 25 w 30"/>
                <a:gd name="T11" fmla="*/ 7 h 27"/>
                <a:gd name="T12" fmla="*/ 20 w 30"/>
                <a:gd name="T13" fmla="*/ 2 h 27"/>
                <a:gd name="T14" fmla="*/ 17 w 30"/>
                <a:gd name="T15" fmla="*/ 0 h 27"/>
                <a:gd name="T16" fmla="*/ 15 w 30"/>
                <a:gd name="T17" fmla="*/ 0 h 27"/>
                <a:gd name="T18" fmla="*/ 5 w 30"/>
                <a:gd name="T19" fmla="*/ 5 h 27"/>
                <a:gd name="T20" fmla="*/ 2 w 30"/>
                <a:gd name="T21" fmla="*/ 7 h 27"/>
                <a:gd name="T22" fmla="*/ 0 w 30"/>
                <a:gd name="T23" fmla="*/ 12 h 27"/>
                <a:gd name="T24" fmla="*/ 5 w 30"/>
                <a:gd name="T25" fmla="*/ 20 h 27"/>
                <a:gd name="T26" fmla="*/ 10 w 30"/>
                <a:gd name="T27" fmla="*/ 27 h 27"/>
                <a:gd name="T28" fmla="*/ 10 w 30"/>
                <a:gd name="T29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27">
                  <a:moveTo>
                    <a:pt x="10" y="25"/>
                  </a:moveTo>
                  <a:lnTo>
                    <a:pt x="12" y="20"/>
                  </a:lnTo>
                  <a:lnTo>
                    <a:pt x="20" y="15"/>
                  </a:lnTo>
                  <a:lnTo>
                    <a:pt x="25" y="12"/>
                  </a:lnTo>
                  <a:lnTo>
                    <a:pt x="30" y="12"/>
                  </a:lnTo>
                  <a:lnTo>
                    <a:pt x="25" y="7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5" y="5"/>
                  </a:lnTo>
                  <a:lnTo>
                    <a:pt x="2" y="7"/>
                  </a:lnTo>
                  <a:lnTo>
                    <a:pt x="0" y="12"/>
                  </a:lnTo>
                  <a:lnTo>
                    <a:pt x="5" y="20"/>
                  </a:lnTo>
                  <a:lnTo>
                    <a:pt x="10" y="27"/>
                  </a:lnTo>
                  <a:lnTo>
                    <a:pt x="10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0" name="Freeform 316">
              <a:extLst>
                <a:ext uri="{FF2B5EF4-FFF2-40B4-BE49-F238E27FC236}">
                  <a16:creationId xmlns:a16="http://schemas.microsoft.com/office/drawing/2014/main" id="{BFA23B6B-84CE-0400-3742-C4D4A3E19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640" y="3074143"/>
              <a:ext cx="46056" cy="71962"/>
            </a:xfrm>
            <a:custGeom>
              <a:avLst/>
              <a:gdLst>
                <a:gd name="T0" fmla="*/ 25 w 32"/>
                <a:gd name="T1" fmla="*/ 10 h 50"/>
                <a:gd name="T2" fmla="*/ 17 w 32"/>
                <a:gd name="T3" fmla="*/ 0 h 50"/>
                <a:gd name="T4" fmla="*/ 7 w 32"/>
                <a:gd name="T5" fmla="*/ 3 h 50"/>
                <a:gd name="T6" fmla="*/ 10 w 32"/>
                <a:gd name="T7" fmla="*/ 18 h 50"/>
                <a:gd name="T8" fmla="*/ 0 w 32"/>
                <a:gd name="T9" fmla="*/ 37 h 50"/>
                <a:gd name="T10" fmla="*/ 7 w 32"/>
                <a:gd name="T11" fmla="*/ 42 h 50"/>
                <a:gd name="T12" fmla="*/ 15 w 32"/>
                <a:gd name="T13" fmla="*/ 50 h 50"/>
                <a:gd name="T14" fmla="*/ 32 w 32"/>
                <a:gd name="T15" fmla="*/ 35 h 50"/>
                <a:gd name="T16" fmla="*/ 27 w 32"/>
                <a:gd name="T17" fmla="*/ 15 h 50"/>
                <a:gd name="T18" fmla="*/ 25 w 32"/>
                <a:gd name="T19" fmla="*/ 1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50">
                  <a:moveTo>
                    <a:pt x="25" y="10"/>
                  </a:moveTo>
                  <a:lnTo>
                    <a:pt x="17" y="0"/>
                  </a:lnTo>
                  <a:lnTo>
                    <a:pt x="7" y="3"/>
                  </a:lnTo>
                  <a:lnTo>
                    <a:pt x="10" y="18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5" y="50"/>
                  </a:lnTo>
                  <a:lnTo>
                    <a:pt x="32" y="35"/>
                  </a:lnTo>
                  <a:lnTo>
                    <a:pt x="27" y="15"/>
                  </a:lnTo>
                  <a:lnTo>
                    <a:pt x="25" y="1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1" name="Freeform 317">
              <a:extLst>
                <a:ext uri="{FF2B5EF4-FFF2-40B4-BE49-F238E27FC236}">
                  <a16:creationId xmlns:a16="http://schemas.microsoft.com/office/drawing/2014/main" id="{241F3C22-4165-6D07-CB5D-F98845052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640" y="3059751"/>
              <a:ext cx="24467" cy="35980"/>
            </a:xfrm>
            <a:custGeom>
              <a:avLst/>
              <a:gdLst>
                <a:gd name="T0" fmla="*/ 10 w 17"/>
                <a:gd name="T1" fmla="*/ 25 h 25"/>
                <a:gd name="T2" fmla="*/ 7 w 17"/>
                <a:gd name="T3" fmla="*/ 13 h 25"/>
                <a:gd name="T4" fmla="*/ 17 w 17"/>
                <a:gd name="T5" fmla="*/ 10 h 25"/>
                <a:gd name="T6" fmla="*/ 15 w 17"/>
                <a:gd name="T7" fmla="*/ 5 h 25"/>
                <a:gd name="T8" fmla="*/ 12 w 17"/>
                <a:gd name="T9" fmla="*/ 3 h 25"/>
                <a:gd name="T10" fmla="*/ 7 w 17"/>
                <a:gd name="T11" fmla="*/ 3 h 25"/>
                <a:gd name="T12" fmla="*/ 2 w 17"/>
                <a:gd name="T13" fmla="*/ 0 h 25"/>
                <a:gd name="T14" fmla="*/ 0 w 17"/>
                <a:gd name="T15" fmla="*/ 10 h 25"/>
                <a:gd name="T16" fmla="*/ 0 w 17"/>
                <a:gd name="T17" fmla="*/ 25 h 25"/>
                <a:gd name="T18" fmla="*/ 5 w 17"/>
                <a:gd name="T19" fmla="*/ 25 h 25"/>
                <a:gd name="T20" fmla="*/ 7 w 17"/>
                <a:gd name="T21" fmla="*/ 25 h 25"/>
                <a:gd name="T22" fmla="*/ 10 w 17"/>
                <a:gd name="T2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25">
                  <a:moveTo>
                    <a:pt x="10" y="25"/>
                  </a:moveTo>
                  <a:lnTo>
                    <a:pt x="7" y="13"/>
                  </a:lnTo>
                  <a:lnTo>
                    <a:pt x="17" y="10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7" y="3"/>
                  </a:lnTo>
                  <a:lnTo>
                    <a:pt x="2" y="0"/>
                  </a:lnTo>
                  <a:lnTo>
                    <a:pt x="0" y="10"/>
                  </a:lnTo>
                  <a:lnTo>
                    <a:pt x="0" y="25"/>
                  </a:lnTo>
                  <a:lnTo>
                    <a:pt x="5" y="25"/>
                  </a:lnTo>
                  <a:lnTo>
                    <a:pt x="7" y="25"/>
                  </a:lnTo>
                  <a:lnTo>
                    <a:pt x="10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2" name="Freeform 319">
              <a:extLst>
                <a:ext uri="{FF2B5EF4-FFF2-40B4-BE49-F238E27FC236}">
                  <a16:creationId xmlns:a16="http://schemas.microsoft.com/office/drawing/2014/main" id="{7598ACB7-8BDC-B725-DDE8-C402B548C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089" y="2974836"/>
              <a:ext cx="93551" cy="89233"/>
            </a:xfrm>
            <a:custGeom>
              <a:avLst/>
              <a:gdLst>
                <a:gd name="T0" fmla="*/ 50 w 65"/>
                <a:gd name="T1" fmla="*/ 44 h 62"/>
                <a:gd name="T2" fmla="*/ 58 w 65"/>
                <a:gd name="T3" fmla="*/ 39 h 62"/>
                <a:gd name="T4" fmla="*/ 65 w 65"/>
                <a:gd name="T5" fmla="*/ 39 h 62"/>
                <a:gd name="T6" fmla="*/ 65 w 65"/>
                <a:gd name="T7" fmla="*/ 37 h 62"/>
                <a:gd name="T8" fmla="*/ 63 w 65"/>
                <a:gd name="T9" fmla="*/ 29 h 62"/>
                <a:gd name="T10" fmla="*/ 63 w 65"/>
                <a:gd name="T11" fmla="*/ 19 h 62"/>
                <a:gd name="T12" fmla="*/ 63 w 65"/>
                <a:gd name="T13" fmla="*/ 17 h 62"/>
                <a:gd name="T14" fmla="*/ 60 w 65"/>
                <a:gd name="T15" fmla="*/ 12 h 62"/>
                <a:gd name="T16" fmla="*/ 60 w 65"/>
                <a:gd name="T17" fmla="*/ 10 h 62"/>
                <a:gd name="T18" fmla="*/ 55 w 65"/>
                <a:gd name="T19" fmla="*/ 7 h 62"/>
                <a:gd name="T20" fmla="*/ 50 w 65"/>
                <a:gd name="T21" fmla="*/ 7 h 62"/>
                <a:gd name="T22" fmla="*/ 45 w 65"/>
                <a:gd name="T23" fmla="*/ 2 h 62"/>
                <a:gd name="T24" fmla="*/ 38 w 65"/>
                <a:gd name="T25" fmla="*/ 2 h 62"/>
                <a:gd name="T26" fmla="*/ 30 w 65"/>
                <a:gd name="T27" fmla="*/ 0 h 62"/>
                <a:gd name="T28" fmla="*/ 20 w 65"/>
                <a:gd name="T29" fmla="*/ 0 h 62"/>
                <a:gd name="T30" fmla="*/ 18 w 65"/>
                <a:gd name="T31" fmla="*/ 2 h 62"/>
                <a:gd name="T32" fmla="*/ 10 w 65"/>
                <a:gd name="T33" fmla="*/ 7 h 62"/>
                <a:gd name="T34" fmla="*/ 8 w 65"/>
                <a:gd name="T35" fmla="*/ 7 h 62"/>
                <a:gd name="T36" fmla="*/ 5 w 65"/>
                <a:gd name="T37" fmla="*/ 5 h 62"/>
                <a:gd name="T38" fmla="*/ 5 w 65"/>
                <a:gd name="T39" fmla="*/ 2 h 62"/>
                <a:gd name="T40" fmla="*/ 3 w 65"/>
                <a:gd name="T41" fmla="*/ 2 h 62"/>
                <a:gd name="T42" fmla="*/ 0 w 65"/>
                <a:gd name="T43" fmla="*/ 5 h 62"/>
                <a:gd name="T44" fmla="*/ 5 w 65"/>
                <a:gd name="T45" fmla="*/ 15 h 62"/>
                <a:gd name="T46" fmla="*/ 10 w 65"/>
                <a:gd name="T47" fmla="*/ 17 h 62"/>
                <a:gd name="T48" fmla="*/ 10 w 65"/>
                <a:gd name="T49" fmla="*/ 22 h 62"/>
                <a:gd name="T50" fmla="*/ 10 w 65"/>
                <a:gd name="T51" fmla="*/ 24 h 62"/>
                <a:gd name="T52" fmla="*/ 15 w 65"/>
                <a:gd name="T53" fmla="*/ 27 h 62"/>
                <a:gd name="T54" fmla="*/ 23 w 65"/>
                <a:gd name="T55" fmla="*/ 34 h 62"/>
                <a:gd name="T56" fmla="*/ 28 w 65"/>
                <a:gd name="T57" fmla="*/ 37 h 62"/>
                <a:gd name="T58" fmla="*/ 30 w 65"/>
                <a:gd name="T59" fmla="*/ 39 h 62"/>
                <a:gd name="T60" fmla="*/ 30 w 65"/>
                <a:gd name="T61" fmla="*/ 44 h 62"/>
                <a:gd name="T62" fmla="*/ 33 w 65"/>
                <a:gd name="T63" fmla="*/ 47 h 62"/>
                <a:gd name="T64" fmla="*/ 35 w 65"/>
                <a:gd name="T65" fmla="*/ 49 h 62"/>
                <a:gd name="T66" fmla="*/ 38 w 65"/>
                <a:gd name="T67" fmla="*/ 54 h 62"/>
                <a:gd name="T68" fmla="*/ 38 w 65"/>
                <a:gd name="T69" fmla="*/ 57 h 62"/>
                <a:gd name="T70" fmla="*/ 40 w 65"/>
                <a:gd name="T71" fmla="*/ 57 h 62"/>
                <a:gd name="T72" fmla="*/ 43 w 65"/>
                <a:gd name="T73" fmla="*/ 57 h 62"/>
                <a:gd name="T74" fmla="*/ 45 w 65"/>
                <a:gd name="T75" fmla="*/ 57 h 62"/>
                <a:gd name="T76" fmla="*/ 48 w 65"/>
                <a:gd name="T77" fmla="*/ 62 h 62"/>
                <a:gd name="T78" fmla="*/ 48 w 65"/>
                <a:gd name="T79" fmla="*/ 54 h 62"/>
                <a:gd name="T80" fmla="*/ 48 w 65"/>
                <a:gd name="T81" fmla="*/ 49 h 62"/>
                <a:gd name="T82" fmla="*/ 48 w 65"/>
                <a:gd name="T83" fmla="*/ 44 h 62"/>
                <a:gd name="T84" fmla="*/ 50 w 65"/>
                <a:gd name="T85" fmla="*/ 4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" h="62">
                  <a:moveTo>
                    <a:pt x="50" y="44"/>
                  </a:moveTo>
                  <a:lnTo>
                    <a:pt x="58" y="39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3" y="29"/>
                  </a:lnTo>
                  <a:lnTo>
                    <a:pt x="63" y="19"/>
                  </a:lnTo>
                  <a:lnTo>
                    <a:pt x="63" y="17"/>
                  </a:lnTo>
                  <a:lnTo>
                    <a:pt x="60" y="12"/>
                  </a:lnTo>
                  <a:lnTo>
                    <a:pt x="60" y="10"/>
                  </a:lnTo>
                  <a:lnTo>
                    <a:pt x="55" y="7"/>
                  </a:lnTo>
                  <a:lnTo>
                    <a:pt x="50" y="7"/>
                  </a:lnTo>
                  <a:lnTo>
                    <a:pt x="45" y="2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0" y="7"/>
                  </a:lnTo>
                  <a:lnTo>
                    <a:pt x="8" y="7"/>
                  </a:lnTo>
                  <a:lnTo>
                    <a:pt x="5" y="5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5" y="15"/>
                  </a:lnTo>
                  <a:lnTo>
                    <a:pt x="10" y="17"/>
                  </a:lnTo>
                  <a:lnTo>
                    <a:pt x="10" y="22"/>
                  </a:lnTo>
                  <a:lnTo>
                    <a:pt x="10" y="24"/>
                  </a:lnTo>
                  <a:lnTo>
                    <a:pt x="15" y="27"/>
                  </a:lnTo>
                  <a:lnTo>
                    <a:pt x="23" y="34"/>
                  </a:lnTo>
                  <a:lnTo>
                    <a:pt x="28" y="37"/>
                  </a:lnTo>
                  <a:lnTo>
                    <a:pt x="30" y="39"/>
                  </a:lnTo>
                  <a:lnTo>
                    <a:pt x="30" y="44"/>
                  </a:lnTo>
                  <a:lnTo>
                    <a:pt x="33" y="47"/>
                  </a:lnTo>
                  <a:lnTo>
                    <a:pt x="35" y="49"/>
                  </a:lnTo>
                  <a:lnTo>
                    <a:pt x="38" y="54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3" y="57"/>
                  </a:lnTo>
                  <a:lnTo>
                    <a:pt x="45" y="57"/>
                  </a:lnTo>
                  <a:lnTo>
                    <a:pt x="48" y="62"/>
                  </a:lnTo>
                  <a:lnTo>
                    <a:pt x="48" y="54"/>
                  </a:lnTo>
                  <a:lnTo>
                    <a:pt x="48" y="49"/>
                  </a:lnTo>
                  <a:lnTo>
                    <a:pt x="48" y="44"/>
                  </a:lnTo>
                  <a:lnTo>
                    <a:pt x="50" y="4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3" name="Freeform 320">
              <a:extLst>
                <a:ext uri="{FF2B5EF4-FFF2-40B4-BE49-F238E27FC236}">
                  <a16:creationId xmlns:a16="http://schemas.microsoft.com/office/drawing/2014/main" id="{B7524A4D-1FA7-AF3E-6047-F9591CA37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089" y="2974836"/>
              <a:ext cx="93551" cy="89233"/>
            </a:xfrm>
            <a:custGeom>
              <a:avLst/>
              <a:gdLst>
                <a:gd name="T0" fmla="*/ 50 w 65"/>
                <a:gd name="T1" fmla="*/ 44 h 62"/>
                <a:gd name="T2" fmla="*/ 58 w 65"/>
                <a:gd name="T3" fmla="*/ 39 h 62"/>
                <a:gd name="T4" fmla="*/ 65 w 65"/>
                <a:gd name="T5" fmla="*/ 39 h 62"/>
                <a:gd name="T6" fmla="*/ 65 w 65"/>
                <a:gd name="T7" fmla="*/ 37 h 62"/>
                <a:gd name="T8" fmla="*/ 63 w 65"/>
                <a:gd name="T9" fmla="*/ 29 h 62"/>
                <a:gd name="T10" fmla="*/ 63 w 65"/>
                <a:gd name="T11" fmla="*/ 19 h 62"/>
                <a:gd name="T12" fmla="*/ 63 w 65"/>
                <a:gd name="T13" fmla="*/ 17 h 62"/>
                <a:gd name="T14" fmla="*/ 60 w 65"/>
                <a:gd name="T15" fmla="*/ 12 h 62"/>
                <a:gd name="T16" fmla="*/ 60 w 65"/>
                <a:gd name="T17" fmla="*/ 10 h 62"/>
                <a:gd name="T18" fmla="*/ 55 w 65"/>
                <a:gd name="T19" fmla="*/ 7 h 62"/>
                <a:gd name="T20" fmla="*/ 50 w 65"/>
                <a:gd name="T21" fmla="*/ 7 h 62"/>
                <a:gd name="T22" fmla="*/ 45 w 65"/>
                <a:gd name="T23" fmla="*/ 2 h 62"/>
                <a:gd name="T24" fmla="*/ 38 w 65"/>
                <a:gd name="T25" fmla="*/ 2 h 62"/>
                <a:gd name="T26" fmla="*/ 30 w 65"/>
                <a:gd name="T27" fmla="*/ 0 h 62"/>
                <a:gd name="T28" fmla="*/ 20 w 65"/>
                <a:gd name="T29" fmla="*/ 0 h 62"/>
                <a:gd name="T30" fmla="*/ 18 w 65"/>
                <a:gd name="T31" fmla="*/ 2 h 62"/>
                <a:gd name="T32" fmla="*/ 10 w 65"/>
                <a:gd name="T33" fmla="*/ 7 h 62"/>
                <a:gd name="T34" fmla="*/ 8 w 65"/>
                <a:gd name="T35" fmla="*/ 7 h 62"/>
                <a:gd name="T36" fmla="*/ 5 w 65"/>
                <a:gd name="T37" fmla="*/ 5 h 62"/>
                <a:gd name="T38" fmla="*/ 5 w 65"/>
                <a:gd name="T39" fmla="*/ 2 h 62"/>
                <a:gd name="T40" fmla="*/ 3 w 65"/>
                <a:gd name="T41" fmla="*/ 2 h 62"/>
                <a:gd name="T42" fmla="*/ 0 w 65"/>
                <a:gd name="T43" fmla="*/ 5 h 62"/>
                <a:gd name="T44" fmla="*/ 5 w 65"/>
                <a:gd name="T45" fmla="*/ 15 h 62"/>
                <a:gd name="T46" fmla="*/ 10 w 65"/>
                <a:gd name="T47" fmla="*/ 17 h 62"/>
                <a:gd name="T48" fmla="*/ 10 w 65"/>
                <a:gd name="T49" fmla="*/ 22 h 62"/>
                <a:gd name="T50" fmla="*/ 10 w 65"/>
                <a:gd name="T51" fmla="*/ 24 h 62"/>
                <a:gd name="T52" fmla="*/ 15 w 65"/>
                <a:gd name="T53" fmla="*/ 27 h 62"/>
                <a:gd name="T54" fmla="*/ 23 w 65"/>
                <a:gd name="T55" fmla="*/ 34 h 62"/>
                <a:gd name="T56" fmla="*/ 28 w 65"/>
                <a:gd name="T57" fmla="*/ 37 h 62"/>
                <a:gd name="T58" fmla="*/ 30 w 65"/>
                <a:gd name="T59" fmla="*/ 39 h 62"/>
                <a:gd name="T60" fmla="*/ 30 w 65"/>
                <a:gd name="T61" fmla="*/ 44 h 62"/>
                <a:gd name="T62" fmla="*/ 33 w 65"/>
                <a:gd name="T63" fmla="*/ 47 h 62"/>
                <a:gd name="T64" fmla="*/ 35 w 65"/>
                <a:gd name="T65" fmla="*/ 49 h 62"/>
                <a:gd name="T66" fmla="*/ 38 w 65"/>
                <a:gd name="T67" fmla="*/ 54 h 62"/>
                <a:gd name="T68" fmla="*/ 38 w 65"/>
                <a:gd name="T69" fmla="*/ 57 h 62"/>
                <a:gd name="T70" fmla="*/ 40 w 65"/>
                <a:gd name="T71" fmla="*/ 57 h 62"/>
                <a:gd name="T72" fmla="*/ 43 w 65"/>
                <a:gd name="T73" fmla="*/ 57 h 62"/>
                <a:gd name="T74" fmla="*/ 45 w 65"/>
                <a:gd name="T75" fmla="*/ 57 h 62"/>
                <a:gd name="T76" fmla="*/ 48 w 65"/>
                <a:gd name="T77" fmla="*/ 62 h 62"/>
                <a:gd name="T78" fmla="*/ 48 w 65"/>
                <a:gd name="T79" fmla="*/ 54 h 62"/>
                <a:gd name="T80" fmla="*/ 48 w 65"/>
                <a:gd name="T81" fmla="*/ 49 h 62"/>
                <a:gd name="T82" fmla="*/ 50 w 65"/>
                <a:gd name="T83" fmla="*/ 4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5" h="62">
                  <a:moveTo>
                    <a:pt x="50" y="44"/>
                  </a:moveTo>
                  <a:lnTo>
                    <a:pt x="58" y="39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3" y="29"/>
                  </a:lnTo>
                  <a:lnTo>
                    <a:pt x="63" y="19"/>
                  </a:lnTo>
                  <a:lnTo>
                    <a:pt x="63" y="17"/>
                  </a:lnTo>
                  <a:lnTo>
                    <a:pt x="60" y="12"/>
                  </a:lnTo>
                  <a:lnTo>
                    <a:pt x="60" y="10"/>
                  </a:lnTo>
                  <a:lnTo>
                    <a:pt x="55" y="7"/>
                  </a:lnTo>
                  <a:lnTo>
                    <a:pt x="50" y="7"/>
                  </a:lnTo>
                  <a:lnTo>
                    <a:pt x="45" y="2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0" y="7"/>
                  </a:lnTo>
                  <a:lnTo>
                    <a:pt x="8" y="7"/>
                  </a:lnTo>
                  <a:lnTo>
                    <a:pt x="5" y="5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5" y="15"/>
                  </a:lnTo>
                  <a:lnTo>
                    <a:pt x="10" y="17"/>
                  </a:lnTo>
                  <a:lnTo>
                    <a:pt x="10" y="22"/>
                  </a:lnTo>
                  <a:lnTo>
                    <a:pt x="10" y="24"/>
                  </a:lnTo>
                  <a:lnTo>
                    <a:pt x="15" y="27"/>
                  </a:lnTo>
                  <a:lnTo>
                    <a:pt x="23" y="34"/>
                  </a:lnTo>
                  <a:lnTo>
                    <a:pt x="28" y="37"/>
                  </a:lnTo>
                  <a:lnTo>
                    <a:pt x="30" y="39"/>
                  </a:lnTo>
                  <a:lnTo>
                    <a:pt x="30" y="44"/>
                  </a:lnTo>
                  <a:lnTo>
                    <a:pt x="33" y="47"/>
                  </a:lnTo>
                  <a:lnTo>
                    <a:pt x="35" y="49"/>
                  </a:lnTo>
                  <a:lnTo>
                    <a:pt x="38" y="54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3" y="57"/>
                  </a:lnTo>
                  <a:lnTo>
                    <a:pt x="45" y="57"/>
                  </a:lnTo>
                  <a:lnTo>
                    <a:pt x="48" y="62"/>
                  </a:lnTo>
                  <a:lnTo>
                    <a:pt x="48" y="54"/>
                  </a:lnTo>
                  <a:lnTo>
                    <a:pt x="48" y="49"/>
                  </a:lnTo>
                  <a:lnTo>
                    <a:pt x="50" y="4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4" name="Freeform 321">
              <a:extLst>
                <a:ext uri="{FF2B5EF4-FFF2-40B4-BE49-F238E27FC236}">
                  <a16:creationId xmlns:a16="http://schemas.microsoft.com/office/drawing/2014/main" id="{EEAA296A-983B-3F5F-1798-283262CA6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838" y="2934537"/>
              <a:ext cx="143924" cy="151120"/>
            </a:xfrm>
            <a:custGeom>
              <a:avLst/>
              <a:gdLst>
                <a:gd name="T0" fmla="*/ 85 w 100"/>
                <a:gd name="T1" fmla="*/ 90 h 105"/>
                <a:gd name="T2" fmla="*/ 82 w 100"/>
                <a:gd name="T3" fmla="*/ 85 h 105"/>
                <a:gd name="T4" fmla="*/ 80 w 100"/>
                <a:gd name="T5" fmla="*/ 85 h 105"/>
                <a:gd name="T6" fmla="*/ 77 w 100"/>
                <a:gd name="T7" fmla="*/ 85 h 105"/>
                <a:gd name="T8" fmla="*/ 75 w 100"/>
                <a:gd name="T9" fmla="*/ 85 h 105"/>
                <a:gd name="T10" fmla="*/ 75 w 100"/>
                <a:gd name="T11" fmla="*/ 82 h 105"/>
                <a:gd name="T12" fmla="*/ 72 w 100"/>
                <a:gd name="T13" fmla="*/ 77 h 105"/>
                <a:gd name="T14" fmla="*/ 70 w 100"/>
                <a:gd name="T15" fmla="*/ 75 h 105"/>
                <a:gd name="T16" fmla="*/ 67 w 100"/>
                <a:gd name="T17" fmla="*/ 72 h 105"/>
                <a:gd name="T18" fmla="*/ 67 w 100"/>
                <a:gd name="T19" fmla="*/ 67 h 105"/>
                <a:gd name="T20" fmla="*/ 65 w 100"/>
                <a:gd name="T21" fmla="*/ 65 h 105"/>
                <a:gd name="T22" fmla="*/ 60 w 100"/>
                <a:gd name="T23" fmla="*/ 62 h 105"/>
                <a:gd name="T24" fmla="*/ 52 w 100"/>
                <a:gd name="T25" fmla="*/ 55 h 105"/>
                <a:gd name="T26" fmla="*/ 47 w 100"/>
                <a:gd name="T27" fmla="*/ 52 h 105"/>
                <a:gd name="T28" fmla="*/ 47 w 100"/>
                <a:gd name="T29" fmla="*/ 50 h 105"/>
                <a:gd name="T30" fmla="*/ 47 w 100"/>
                <a:gd name="T31" fmla="*/ 45 h 105"/>
                <a:gd name="T32" fmla="*/ 42 w 100"/>
                <a:gd name="T33" fmla="*/ 43 h 105"/>
                <a:gd name="T34" fmla="*/ 37 w 100"/>
                <a:gd name="T35" fmla="*/ 33 h 105"/>
                <a:gd name="T36" fmla="*/ 40 w 100"/>
                <a:gd name="T37" fmla="*/ 30 h 105"/>
                <a:gd name="T38" fmla="*/ 42 w 100"/>
                <a:gd name="T39" fmla="*/ 30 h 105"/>
                <a:gd name="T40" fmla="*/ 42 w 100"/>
                <a:gd name="T41" fmla="*/ 33 h 105"/>
                <a:gd name="T42" fmla="*/ 45 w 100"/>
                <a:gd name="T43" fmla="*/ 35 h 105"/>
                <a:gd name="T44" fmla="*/ 47 w 100"/>
                <a:gd name="T45" fmla="*/ 35 h 105"/>
                <a:gd name="T46" fmla="*/ 55 w 100"/>
                <a:gd name="T47" fmla="*/ 30 h 105"/>
                <a:gd name="T48" fmla="*/ 57 w 100"/>
                <a:gd name="T49" fmla="*/ 28 h 105"/>
                <a:gd name="T50" fmla="*/ 67 w 100"/>
                <a:gd name="T51" fmla="*/ 28 h 105"/>
                <a:gd name="T52" fmla="*/ 75 w 100"/>
                <a:gd name="T53" fmla="*/ 30 h 105"/>
                <a:gd name="T54" fmla="*/ 82 w 100"/>
                <a:gd name="T55" fmla="*/ 30 h 105"/>
                <a:gd name="T56" fmla="*/ 87 w 100"/>
                <a:gd name="T57" fmla="*/ 35 h 105"/>
                <a:gd name="T58" fmla="*/ 92 w 100"/>
                <a:gd name="T59" fmla="*/ 35 h 105"/>
                <a:gd name="T60" fmla="*/ 95 w 100"/>
                <a:gd name="T61" fmla="*/ 38 h 105"/>
                <a:gd name="T62" fmla="*/ 97 w 100"/>
                <a:gd name="T63" fmla="*/ 40 h 105"/>
                <a:gd name="T64" fmla="*/ 97 w 100"/>
                <a:gd name="T65" fmla="*/ 38 h 105"/>
                <a:gd name="T66" fmla="*/ 97 w 100"/>
                <a:gd name="T67" fmla="*/ 33 h 105"/>
                <a:gd name="T68" fmla="*/ 95 w 100"/>
                <a:gd name="T69" fmla="*/ 30 h 105"/>
                <a:gd name="T70" fmla="*/ 100 w 100"/>
                <a:gd name="T71" fmla="*/ 28 h 105"/>
                <a:gd name="T72" fmla="*/ 100 w 100"/>
                <a:gd name="T73" fmla="*/ 25 h 105"/>
                <a:gd name="T74" fmla="*/ 97 w 100"/>
                <a:gd name="T75" fmla="*/ 25 h 105"/>
                <a:gd name="T76" fmla="*/ 95 w 100"/>
                <a:gd name="T77" fmla="*/ 23 h 105"/>
                <a:gd name="T78" fmla="*/ 95 w 100"/>
                <a:gd name="T79" fmla="*/ 20 h 105"/>
                <a:gd name="T80" fmla="*/ 95 w 100"/>
                <a:gd name="T81" fmla="*/ 15 h 105"/>
                <a:gd name="T82" fmla="*/ 92 w 100"/>
                <a:gd name="T83" fmla="*/ 18 h 105"/>
                <a:gd name="T84" fmla="*/ 72 w 100"/>
                <a:gd name="T85" fmla="*/ 13 h 105"/>
                <a:gd name="T86" fmla="*/ 52 w 100"/>
                <a:gd name="T87" fmla="*/ 3 h 105"/>
                <a:gd name="T88" fmla="*/ 45 w 100"/>
                <a:gd name="T89" fmla="*/ 0 h 105"/>
                <a:gd name="T90" fmla="*/ 27 w 100"/>
                <a:gd name="T91" fmla="*/ 8 h 105"/>
                <a:gd name="T92" fmla="*/ 0 w 100"/>
                <a:gd name="T93" fmla="*/ 0 h 105"/>
                <a:gd name="T94" fmla="*/ 3 w 100"/>
                <a:gd name="T95" fmla="*/ 15 h 105"/>
                <a:gd name="T96" fmla="*/ 15 w 100"/>
                <a:gd name="T97" fmla="*/ 23 h 105"/>
                <a:gd name="T98" fmla="*/ 20 w 100"/>
                <a:gd name="T99" fmla="*/ 28 h 105"/>
                <a:gd name="T100" fmla="*/ 25 w 100"/>
                <a:gd name="T101" fmla="*/ 47 h 105"/>
                <a:gd name="T102" fmla="*/ 40 w 100"/>
                <a:gd name="T103" fmla="*/ 57 h 105"/>
                <a:gd name="T104" fmla="*/ 40 w 100"/>
                <a:gd name="T105" fmla="*/ 70 h 105"/>
                <a:gd name="T106" fmla="*/ 60 w 100"/>
                <a:gd name="T107" fmla="*/ 77 h 105"/>
                <a:gd name="T108" fmla="*/ 72 w 100"/>
                <a:gd name="T109" fmla="*/ 85 h 105"/>
                <a:gd name="T110" fmla="*/ 82 w 100"/>
                <a:gd name="T111" fmla="*/ 100 h 105"/>
                <a:gd name="T112" fmla="*/ 87 w 100"/>
                <a:gd name="T113" fmla="*/ 105 h 105"/>
                <a:gd name="T114" fmla="*/ 90 w 100"/>
                <a:gd name="T115" fmla="*/ 102 h 105"/>
                <a:gd name="T116" fmla="*/ 85 w 100"/>
                <a:gd name="T117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0" h="105">
                  <a:moveTo>
                    <a:pt x="85" y="90"/>
                  </a:moveTo>
                  <a:lnTo>
                    <a:pt x="82" y="85"/>
                  </a:lnTo>
                  <a:lnTo>
                    <a:pt x="80" y="85"/>
                  </a:lnTo>
                  <a:lnTo>
                    <a:pt x="77" y="85"/>
                  </a:lnTo>
                  <a:lnTo>
                    <a:pt x="75" y="85"/>
                  </a:lnTo>
                  <a:lnTo>
                    <a:pt x="75" y="82"/>
                  </a:lnTo>
                  <a:lnTo>
                    <a:pt x="72" y="77"/>
                  </a:lnTo>
                  <a:lnTo>
                    <a:pt x="70" y="75"/>
                  </a:lnTo>
                  <a:lnTo>
                    <a:pt x="67" y="72"/>
                  </a:lnTo>
                  <a:lnTo>
                    <a:pt x="67" y="67"/>
                  </a:lnTo>
                  <a:lnTo>
                    <a:pt x="65" y="65"/>
                  </a:lnTo>
                  <a:lnTo>
                    <a:pt x="60" y="62"/>
                  </a:lnTo>
                  <a:lnTo>
                    <a:pt x="52" y="55"/>
                  </a:lnTo>
                  <a:lnTo>
                    <a:pt x="47" y="52"/>
                  </a:lnTo>
                  <a:lnTo>
                    <a:pt x="47" y="50"/>
                  </a:lnTo>
                  <a:lnTo>
                    <a:pt x="47" y="45"/>
                  </a:lnTo>
                  <a:lnTo>
                    <a:pt x="42" y="43"/>
                  </a:lnTo>
                  <a:lnTo>
                    <a:pt x="37" y="33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2" y="33"/>
                  </a:lnTo>
                  <a:lnTo>
                    <a:pt x="45" y="35"/>
                  </a:lnTo>
                  <a:lnTo>
                    <a:pt x="47" y="35"/>
                  </a:lnTo>
                  <a:lnTo>
                    <a:pt x="55" y="30"/>
                  </a:lnTo>
                  <a:lnTo>
                    <a:pt x="57" y="28"/>
                  </a:lnTo>
                  <a:lnTo>
                    <a:pt x="67" y="28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7" y="35"/>
                  </a:lnTo>
                  <a:lnTo>
                    <a:pt x="92" y="35"/>
                  </a:lnTo>
                  <a:lnTo>
                    <a:pt x="95" y="38"/>
                  </a:lnTo>
                  <a:lnTo>
                    <a:pt x="97" y="40"/>
                  </a:lnTo>
                  <a:lnTo>
                    <a:pt x="97" y="38"/>
                  </a:lnTo>
                  <a:lnTo>
                    <a:pt x="97" y="33"/>
                  </a:lnTo>
                  <a:lnTo>
                    <a:pt x="95" y="30"/>
                  </a:lnTo>
                  <a:lnTo>
                    <a:pt x="100" y="28"/>
                  </a:lnTo>
                  <a:lnTo>
                    <a:pt x="100" y="25"/>
                  </a:lnTo>
                  <a:lnTo>
                    <a:pt x="97" y="25"/>
                  </a:lnTo>
                  <a:lnTo>
                    <a:pt x="95" y="23"/>
                  </a:lnTo>
                  <a:lnTo>
                    <a:pt x="95" y="20"/>
                  </a:lnTo>
                  <a:lnTo>
                    <a:pt x="95" y="15"/>
                  </a:lnTo>
                  <a:lnTo>
                    <a:pt x="92" y="18"/>
                  </a:lnTo>
                  <a:lnTo>
                    <a:pt x="72" y="13"/>
                  </a:lnTo>
                  <a:lnTo>
                    <a:pt x="52" y="3"/>
                  </a:lnTo>
                  <a:lnTo>
                    <a:pt x="45" y="0"/>
                  </a:lnTo>
                  <a:lnTo>
                    <a:pt x="27" y="8"/>
                  </a:lnTo>
                  <a:lnTo>
                    <a:pt x="0" y="0"/>
                  </a:lnTo>
                  <a:lnTo>
                    <a:pt x="3" y="15"/>
                  </a:lnTo>
                  <a:lnTo>
                    <a:pt x="15" y="23"/>
                  </a:lnTo>
                  <a:lnTo>
                    <a:pt x="20" y="28"/>
                  </a:lnTo>
                  <a:lnTo>
                    <a:pt x="25" y="47"/>
                  </a:lnTo>
                  <a:lnTo>
                    <a:pt x="40" y="57"/>
                  </a:lnTo>
                  <a:lnTo>
                    <a:pt x="40" y="70"/>
                  </a:lnTo>
                  <a:lnTo>
                    <a:pt x="60" y="77"/>
                  </a:lnTo>
                  <a:lnTo>
                    <a:pt x="72" y="85"/>
                  </a:lnTo>
                  <a:lnTo>
                    <a:pt x="82" y="100"/>
                  </a:lnTo>
                  <a:lnTo>
                    <a:pt x="87" y="105"/>
                  </a:lnTo>
                  <a:lnTo>
                    <a:pt x="90" y="102"/>
                  </a:lnTo>
                  <a:lnTo>
                    <a:pt x="85" y="9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5" name="Freeform 322">
              <a:extLst>
                <a:ext uri="{FF2B5EF4-FFF2-40B4-BE49-F238E27FC236}">
                  <a16:creationId xmlns:a16="http://schemas.microsoft.com/office/drawing/2014/main" id="{F4FAB28B-12A0-5D09-1CD5-EAEC99A92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173" y="3030966"/>
              <a:ext cx="53252" cy="64765"/>
            </a:xfrm>
            <a:custGeom>
              <a:avLst/>
              <a:gdLst>
                <a:gd name="T0" fmla="*/ 37 w 37"/>
                <a:gd name="T1" fmla="*/ 18 h 45"/>
                <a:gd name="T2" fmla="*/ 37 w 37"/>
                <a:gd name="T3" fmla="*/ 15 h 45"/>
                <a:gd name="T4" fmla="*/ 29 w 37"/>
                <a:gd name="T5" fmla="*/ 15 h 45"/>
                <a:gd name="T6" fmla="*/ 22 w 37"/>
                <a:gd name="T7" fmla="*/ 10 h 45"/>
                <a:gd name="T8" fmla="*/ 15 w 37"/>
                <a:gd name="T9" fmla="*/ 5 h 45"/>
                <a:gd name="T10" fmla="*/ 10 w 37"/>
                <a:gd name="T11" fmla="*/ 0 h 45"/>
                <a:gd name="T12" fmla="*/ 2 w 37"/>
                <a:gd name="T13" fmla="*/ 5 h 45"/>
                <a:gd name="T14" fmla="*/ 0 w 37"/>
                <a:gd name="T15" fmla="*/ 10 h 45"/>
                <a:gd name="T16" fmla="*/ 0 w 37"/>
                <a:gd name="T17" fmla="*/ 15 h 45"/>
                <a:gd name="T18" fmla="*/ 0 w 37"/>
                <a:gd name="T19" fmla="*/ 23 h 45"/>
                <a:gd name="T20" fmla="*/ 5 w 37"/>
                <a:gd name="T21" fmla="*/ 35 h 45"/>
                <a:gd name="T22" fmla="*/ 2 w 37"/>
                <a:gd name="T23" fmla="*/ 38 h 45"/>
                <a:gd name="T24" fmla="*/ 12 w 37"/>
                <a:gd name="T25" fmla="*/ 43 h 45"/>
                <a:gd name="T26" fmla="*/ 17 w 37"/>
                <a:gd name="T27" fmla="*/ 45 h 45"/>
                <a:gd name="T28" fmla="*/ 17 w 37"/>
                <a:gd name="T29" fmla="*/ 30 h 45"/>
                <a:gd name="T30" fmla="*/ 19 w 37"/>
                <a:gd name="T31" fmla="*/ 20 h 45"/>
                <a:gd name="T32" fmla="*/ 24 w 37"/>
                <a:gd name="T33" fmla="*/ 23 h 45"/>
                <a:gd name="T34" fmla="*/ 29 w 37"/>
                <a:gd name="T35" fmla="*/ 23 h 45"/>
                <a:gd name="T36" fmla="*/ 32 w 37"/>
                <a:gd name="T37" fmla="*/ 25 h 45"/>
                <a:gd name="T38" fmla="*/ 34 w 37"/>
                <a:gd name="T39" fmla="*/ 20 h 45"/>
                <a:gd name="T40" fmla="*/ 34 w 37"/>
                <a:gd name="T41" fmla="*/ 18 h 45"/>
                <a:gd name="T42" fmla="*/ 37 w 37"/>
                <a:gd name="T43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45">
                  <a:moveTo>
                    <a:pt x="37" y="18"/>
                  </a:moveTo>
                  <a:lnTo>
                    <a:pt x="37" y="15"/>
                  </a:lnTo>
                  <a:lnTo>
                    <a:pt x="29" y="15"/>
                  </a:lnTo>
                  <a:lnTo>
                    <a:pt x="22" y="10"/>
                  </a:lnTo>
                  <a:lnTo>
                    <a:pt x="15" y="5"/>
                  </a:lnTo>
                  <a:lnTo>
                    <a:pt x="10" y="0"/>
                  </a:lnTo>
                  <a:lnTo>
                    <a:pt x="2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12" y="43"/>
                  </a:lnTo>
                  <a:lnTo>
                    <a:pt x="17" y="45"/>
                  </a:lnTo>
                  <a:lnTo>
                    <a:pt x="17" y="30"/>
                  </a:lnTo>
                  <a:lnTo>
                    <a:pt x="19" y="20"/>
                  </a:lnTo>
                  <a:lnTo>
                    <a:pt x="24" y="23"/>
                  </a:lnTo>
                  <a:lnTo>
                    <a:pt x="29" y="23"/>
                  </a:lnTo>
                  <a:lnTo>
                    <a:pt x="32" y="25"/>
                  </a:lnTo>
                  <a:lnTo>
                    <a:pt x="34" y="20"/>
                  </a:lnTo>
                  <a:lnTo>
                    <a:pt x="34" y="18"/>
                  </a:lnTo>
                  <a:lnTo>
                    <a:pt x="37" y="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6" name="Freeform 324">
              <a:extLst>
                <a:ext uri="{FF2B5EF4-FFF2-40B4-BE49-F238E27FC236}">
                  <a16:creationId xmlns:a16="http://schemas.microsoft.com/office/drawing/2014/main" id="{C875CD1A-309C-B250-5E23-2EEC9131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565" y="2946051"/>
              <a:ext cx="103625" cy="128092"/>
            </a:xfrm>
            <a:custGeom>
              <a:avLst/>
              <a:gdLst>
                <a:gd name="T0" fmla="*/ 52 w 72"/>
                <a:gd name="T1" fmla="*/ 84 h 89"/>
                <a:gd name="T2" fmla="*/ 57 w 72"/>
                <a:gd name="T3" fmla="*/ 84 h 89"/>
                <a:gd name="T4" fmla="*/ 64 w 72"/>
                <a:gd name="T5" fmla="*/ 87 h 89"/>
                <a:gd name="T6" fmla="*/ 67 w 72"/>
                <a:gd name="T7" fmla="*/ 89 h 89"/>
                <a:gd name="T8" fmla="*/ 67 w 72"/>
                <a:gd name="T9" fmla="*/ 87 h 89"/>
                <a:gd name="T10" fmla="*/ 57 w 72"/>
                <a:gd name="T11" fmla="*/ 69 h 89"/>
                <a:gd name="T12" fmla="*/ 57 w 72"/>
                <a:gd name="T13" fmla="*/ 59 h 89"/>
                <a:gd name="T14" fmla="*/ 72 w 72"/>
                <a:gd name="T15" fmla="*/ 47 h 89"/>
                <a:gd name="T16" fmla="*/ 62 w 72"/>
                <a:gd name="T17" fmla="*/ 39 h 89"/>
                <a:gd name="T18" fmla="*/ 44 w 72"/>
                <a:gd name="T19" fmla="*/ 30 h 89"/>
                <a:gd name="T20" fmla="*/ 27 w 72"/>
                <a:gd name="T21" fmla="*/ 17 h 89"/>
                <a:gd name="T22" fmla="*/ 22 w 72"/>
                <a:gd name="T23" fmla="*/ 2 h 89"/>
                <a:gd name="T24" fmla="*/ 7 w 72"/>
                <a:gd name="T25" fmla="*/ 0 h 89"/>
                <a:gd name="T26" fmla="*/ 0 w 72"/>
                <a:gd name="T27" fmla="*/ 7 h 89"/>
                <a:gd name="T28" fmla="*/ 0 w 72"/>
                <a:gd name="T29" fmla="*/ 12 h 89"/>
                <a:gd name="T30" fmla="*/ 0 w 72"/>
                <a:gd name="T31" fmla="*/ 15 h 89"/>
                <a:gd name="T32" fmla="*/ 2 w 72"/>
                <a:gd name="T33" fmla="*/ 17 h 89"/>
                <a:gd name="T34" fmla="*/ 5 w 72"/>
                <a:gd name="T35" fmla="*/ 17 h 89"/>
                <a:gd name="T36" fmla="*/ 5 w 72"/>
                <a:gd name="T37" fmla="*/ 20 h 89"/>
                <a:gd name="T38" fmla="*/ 0 w 72"/>
                <a:gd name="T39" fmla="*/ 22 h 89"/>
                <a:gd name="T40" fmla="*/ 2 w 72"/>
                <a:gd name="T41" fmla="*/ 25 h 89"/>
                <a:gd name="T42" fmla="*/ 2 w 72"/>
                <a:gd name="T43" fmla="*/ 30 h 89"/>
                <a:gd name="T44" fmla="*/ 2 w 72"/>
                <a:gd name="T45" fmla="*/ 32 h 89"/>
                <a:gd name="T46" fmla="*/ 5 w 72"/>
                <a:gd name="T47" fmla="*/ 37 h 89"/>
                <a:gd name="T48" fmla="*/ 5 w 72"/>
                <a:gd name="T49" fmla="*/ 39 h 89"/>
                <a:gd name="T50" fmla="*/ 5 w 72"/>
                <a:gd name="T51" fmla="*/ 49 h 89"/>
                <a:gd name="T52" fmla="*/ 7 w 72"/>
                <a:gd name="T53" fmla="*/ 57 h 89"/>
                <a:gd name="T54" fmla="*/ 7 w 72"/>
                <a:gd name="T55" fmla="*/ 59 h 89"/>
                <a:gd name="T56" fmla="*/ 0 w 72"/>
                <a:gd name="T57" fmla="*/ 59 h 89"/>
                <a:gd name="T58" fmla="*/ 5 w 72"/>
                <a:gd name="T59" fmla="*/ 64 h 89"/>
                <a:gd name="T60" fmla="*/ 12 w 72"/>
                <a:gd name="T61" fmla="*/ 69 h 89"/>
                <a:gd name="T62" fmla="*/ 19 w 72"/>
                <a:gd name="T63" fmla="*/ 74 h 89"/>
                <a:gd name="T64" fmla="*/ 27 w 72"/>
                <a:gd name="T65" fmla="*/ 74 h 89"/>
                <a:gd name="T66" fmla="*/ 27 w 72"/>
                <a:gd name="T67" fmla="*/ 77 h 89"/>
                <a:gd name="T68" fmla="*/ 37 w 72"/>
                <a:gd name="T69" fmla="*/ 72 h 89"/>
                <a:gd name="T70" fmla="*/ 39 w 72"/>
                <a:gd name="T71" fmla="*/ 72 h 89"/>
                <a:gd name="T72" fmla="*/ 42 w 72"/>
                <a:gd name="T73" fmla="*/ 74 h 89"/>
                <a:gd name="T74" fmla="*/ 47 w 72"/>
                <a:gd name="T75" fmla="*/ 79 h 89"/>
                <a:gd name="T76" fmla="*/ 52 w 72"/>
                <a:gd name="T77" fmla="*/ 8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" h="89">
                  <a:moveTo>
                    <a:pt x="52" y="84"/>
                  </a:moveTo>
                  <a:lnTo>
                    <a:pt x="57" y="84"/>
                  </a:lnTo>
                  <a:lnTo>
                    <a:pt x="64" y="87"/>
                  </a:lnTo>
                  <a:lnTo>
                    <a:pt x="67" y="89"/>
                  </a:lnTo>
                  <a:lnTo>
                    <a:pt x="67" y="87"/>
                  </a:lnTo>
                  <a:lnTo>
                    <a:pt x="57" y="69"/>
                  </a:lnTo>
                  <a:lnTo>
                    <a:pt x="57" y="59"/>
                  </a:lnTo>
                  <a:lnTo>
                    <a:pt x="72" y="47"/>
                  </a:lnTo>
                  <a:lnTo>
                    <a:pt x="62" y="39"/>
                  </a:lnTo>
                  <a:lnTo>
                    <a:pt x="44" y="30"/>
                  </a:lnTo>
                  <a:lnTo>
                    <a:pt x="27" y="17"/>
                  </a:lnTo>
                  <a:lnTo>
                    <a:pt x="22" y="2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0" y="22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9"/>
                  </a:lnTo>
                  <a:lnTo>
                    <a:pt x="7" y="57"/>
                  </a:lnTo>
                  <a:lnTo>
                    <a:pt x="7" y="59"/>
                  </a:lnTo>
                  <a:lnTo>
                    <a:pt x="0" y="59"/>
                  </a:lnTo>
                  <a:lnTo>
                    <a:pt x="5" y="64"/>
                  </a:lnTo>
                  <a:lnTo>
                    <a:pt x="12" y="69"/>
                  </a:lnTo>
                  <a:lnTo>
                    <a:pt x="19" y="74"/>
                  </a:lnTo>
                  <a:lnTo>
                    <a:pt x="27" y="74"/>
                  </a:lnTo>
                  <a:lnTo>
                    <a:pt x="27" y="77"/>
                  </a:lnTo>
                  <a:lnTo>
                    <a:pt x="37" y="72"/>
                  </a:lnTo>
                  <a:lnTo>
                    <a:pt x="39" y="72"/>
                  </a:lnTo>
                  <a:lnTo>
                    <a:pt x="42" y="74"/>
                  </a:lnTo>
                  <a:lnTo>
                    <a:pt x="47" y="79"/>
                  </a:lnTo>
                  <a:lnTo>
                    <a:pt x="52" y="8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85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5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E4F87-966C-F9E3-8F78-F530FDA2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F00FF3-0521-292D-4336-49E5B2D937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8000" y="1404000"/>
            <a:ext cx="10357200" cy="457200"/>
          </a:xfrm>
        </p:spPr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1A799-DDB0-9070-43A3-FE11156F061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4762B5-CAE7-E919-E3C7-67DD6FE9BA3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6A1E74-BFBD-E20D-AD03-5837A764C7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23</a:t>
            </a:fld>
            <a:endParaRPr lang="en-GB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53A004F-9986-97C8-81DE-F8E6D05544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Business Impact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EE15E02-538D-C68B-F38F-A85A56F466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8000" y="2268886"/>
            <a:ext cx="10356000" cy="1580400"/>
          </a:xfrm>
        </p:spPr>
        <p:txBody>
          <a:bodyPr/>
          <a:lstStyle/>
          <a:p>
            <a:r>
              <a:rPr lang="en-US" dirty="0"/>
              <a:t>Reduced manual effort and analysis time</a:t>
            </a:r>
            <a:r>
              <a:rPr lang="en-US" dirty="0" err="1"/>
              <a:t>Higher consistency in dependency decisions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  <a:p>
            <a:r>
              <a:rPr lang="en-US" dirty="0"/>
              <a:t>Select the first level of the text page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FAEC97A-B6E4-FE49-F10C-AA1A1E0713ED}"/>
              </a:ext>
            </a:extLst>
          </p:cNvPr>
          <p:cNvGrpSpPr/>
          <p:nvPr/>
        </p:nvGrpSpPr>
        <p:grpSpPr>
          <a:xfrm>
            <a:off x="7212124" y="1555200"/>
            <a:ext cx="4565699" cy="1239976"/>
            <a:chOff x="647564" y="3683786"/>
            <a:chExt cx="4565699" cy="123997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7BACAC32-D84B-F12C-8B10-256CD994B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64" y="4153644"/>
              <a:ext cx="4565699" cy="77011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35A4DB-74A0-10A4-9A76-BCE915866D0A}"/>
                </a:ext>
              </a:extLst>
            </p:cNvPr>
            <p:cNvSpPr/>
            <p:nvPr/>
          </p:nvSpPr>
          <p:spPr>
            <a:xfrm>
              <a:off x="3760270" y="4374799"/>
              <a:ext cx="358593" cy="19308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F5E5BC-FA85-5194-C824-DA09A6C3F8F6}"/>
                </a:ext>
              </a:extLst>
            </p:cNvPr>
            <p:cNvSpPr/>
            <p:nvPr/>
          </p:nvSpPr>
          <p:spPr>
            <a:xfrm>
              <a:off x="3760270" y="3777796"/>
              <a:ext cx="358593" cy="19308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BD750C5-AAC5-72BD-295B-D985CF2DF2DA}"/>
                </a:ext>
              </a:extLst>
            </p:cNvPr>
            <p:cNvCxnSpPr>
              <a:stCxn id="10" idx="0"/>
              <a:endCxn id="11" idx="2"/>
            </p:cNvCxnSpPr>
            <p:nvPr/>
          </p:nvCxnSpPr>
          <p:spPr>
            <a:xfrm flipV="1">
              <a:off x="3939566" y="3970884"/>
              <a:ext cx="0" cy="403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7A2D12-EBBE-5129-6655-BFCFB36FD65E}"/>
                </a:ext>
              </a:extLst>
            </p:cNvPr>
            <p:cNvSpPr/>
            <p:nvPr/>
          </p:nvSpPr>
          <p:spPr>
            <a:xfrm>
              <a:off x="3493031" y="3683786"/>
              <a:ext cx="882691" cy="386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</a:rPr>
                <a:t>2 &amp; 1</a:t>
              </a:r>
            </a:p>
          </p:txBody>
        </p:sp>
      </p:grp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2837F483-9684-A0F6-2B02-E0FB832B3537}"/>
              </a:ext>
            </a:extLst>
          </p:cNvPr>
          <p:cNvSpPr txBox="1">
            <a:spLocks/>
          </p:cNvSpPr>
          <p:nvPr/>
        </p:nvSpPr>
        <p:spPr bwMode="gray">
          <a:xfrm>
            <a:off x="918000" y="3934800"/>
            <a:ext cx="10357200" cy="457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3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3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/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BF42E29F-0BBD-E1EA-9D51-1D3ED889A96E}"/>
              </a:ext>
            </a:extLst>
          </p:cNvPr>
          <p:cNvSpPr txBox="1">
            <a:spLocks/>
          </p:cNvSpPr>
          <p:nvPr/>
        </p:nvSpPr>
        <p:spPr bwMode="gray">
          <a:xfrm>
            <a:off x="918000" y="4741200"/>
            <a:ext cx="10356000" cy="158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40000"/>
              <a:buFont typeface="Verdana" panose="020B0604030504040204" pitchFamily="34" charset="0"/>
              <a:buChar char="›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30000"/>
              <a:buFont typeface="Arial" panose="020B0604020202020204" pitchFamily="34" charset="0"/>
              <a:buChar char="◦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20000" indent="-179388" algn="l" defTabSz="914400" rtl="0" eaLnBrk="1" latinLnBrk="0" hangingPunct="1"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000" indent="-179388" algn="l" defTabSz="914400" rtl="0" eaLnBrk="1" latinLnBrk="0" hangingPunct="1"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00" indent="-179388" algn="l" defTabSz="914400" rtl="0" eaLnBrk="1" latinLnBrk="0" hangingPunct="1"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00" indent="-179388" algn="l" defTabSz="914400" rtl="0" eaLnBrk="1" latinLnBrk="0" hangingPunct="1"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Improved release-readiness visibility</a:t>
            </a:r>
            <a:r>
              <a:rPr lang="en-US" dirty="0" err="1"/>
              <a:t/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  <a:p>
            <a:r>
              <a:rPr lang="en-US" dirty="0"/>
              <a:t>Select the 2nd level of the text page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65467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EAA26-1DC6-D789-44F3-DEEDD3F0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Future Perspectives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042EC9-2867-E8F2-4946-8B0C4F34C3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GB" noProof="0" dirty="0"/>
              <a:t>Extend CI quality gates and scenario coverage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7D2DB1-3411-1BF5-575C-8D19E9AEFE2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0EE49-723C-2A34-6194-64EC3128D09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9E0B30-5689-9DDE-5C83-28792E82D91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24</a:t>
            </a:fld>
            <a:endParaRPr lang="en-GB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BA50140-44DE-D9B0-68E4-C73DFDBCBB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AI planning from work item to change path</a:t>
            </a:r>
            <a:endParaRPr lang="en-GB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20C0E9-7F1E-B4FD-F956-585DD1F72B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/>
            </a:r>
          </a:p>
          <a:p>
            <a:pPr lvl="1"/>
            <a:r>
              <a:rPr lang="en-GB" dirty="0"/>
              <a:t/>
            </a:r>
          </a:p>
          <a:p>
            <a:pPr lvl="2"/>
            <a:r>
              <a:rPr lang="en-GB" dirty="0"/>
              <a:t/>
            </a:r>
          </a:p>
          <a:p>
            <a:pPr lvl="3"/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12215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5E1DD-7C06-759E-3FC1-F2E036D0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r>
              <a:rPr lang="en-GB"/>
              <a:t>Delivered a modular, working industrial platform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5888DB-C5AD-A4D3-66D2-A972E34E01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Improved traceability and decision reliability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A54624-4ECF-F48E-7E73-DA99FEACB86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B030DD-B007-F19D-21E9-95505CFE40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686CCE-833E-C618-CCD6-012E07AE4A3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25</a:t>
            </a:fld>
            <a:endParaRPr lang="en-GB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A412AAE-57F3-15A9-1F18-0CE017EE9D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Strong foundation for guided release planning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B3FB35E-DE36-11EC-FAB3-6AD3FE3061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5230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FBAC88-C60D-622A-3896-CE7A8C71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r>
              <a:rPr lang="en-GB"/>
              <a:t>Questions and Discussion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94C035-BECB-2FDF-7032-1F9C1D10BF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1"/>
            <a:r>
              <a:rPr lang="en-GB" dirty="0"/>
              <a:t/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30EB96-3739-2A86-61D3-82AF2618F07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GB" dirty="0"/>
              <a:t>June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D07D95-978D-5700-8206-E0E30C83FE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r>
              <a:rPr lang="en-GB" dirty="0"/>
              <a:t>MES-X Dependency Management - Internship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4B7924-0E1C-5097-2EA5-4DA74D7DD7A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l"/>
            <a:r>
              <a:rPr lang="en-GB" dirty="0"/>
              <a:t>P.</a:t>
            </a:r>
            <a:fld id="{733122C9-A0B9-462F-8757-0847AD287B63}" type="slidenum">
              <a:rPr lang="en-GB" smtClean="0"/>
              <a:pPr algn="l"/>
              <a:t>26</a:t>
            </a:fld>
            <a:endParaRPr lang="en-GB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7FAD777-5F3C-EE80-AA3D-99D24BDBE2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MES-X Dependency Management - Internship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51679496"/>
      </p:ext>
    </p:extLst>
  </p:cSld>
  <p:clrMapOvr>
    <a:masterClrMapping/>
  </p:clrMapOvr>
</p:sld>
</file>

<file path=ppt/theme/theme1.xml><?xml version="1.0" encoding="utf-8"?>
<a:theme xmlns:a="http://schemas.openxmlformats.org/drawingml/2006/main" name="Forvia">
  <a:themeElements>
    <a:clrScheme name="Forvia PPT">
      <a:dk1>
        <a:srgbClr val="000000"/>
      </a:dk1>
      <a:lt1>
        <a:sysClr val="window" lastClr="FFFFFF"/>
      </a:lt1>
      <a:dk2>
        <a:srgbClr val="0024D3"/>
      </a:dk2>
      <a:lt2>
        <a:srgbClr val="B2B2B2"/>
      </a:lt2>
      <a:accent1>
        <a:srgbClr val="0024D3"/>
      </a:accent1>
      <a:accent2>
        <a:srgbClr val="00A9EB"/>
      </a:accent2>
      <a:accent3>
        <a:srgbClr val="00B48F"/>
      </a:accent3>
      <a:accent4>
        <a:srgbClr val="F06473"/>
      </a:accent4>
      <a:accent5>
        <a:srgbClr val="F58C35"/>
      </a:accent5>
      <a:accent6>
        <a:srgbClr val="FED34C"/>
      </a:accent6>
      <a:hlink>
        <a:srgbClr val="000000"/>
      </a:hlink>
      <a:folHlink>
        <a:srgbClr val="000000"/>
      </a:folHlink>
    </a:clrScheme>
    <a:fontScheme name="Arial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FORVIA Faurecia_Daily_Arial  -  Read-Only" id="{06A75B37-922B-433A-826C-447C9012E8F5}" vid="{099FD49D-1AAB-4BDE-AFA2-40EF1658D8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68c12a0-292e-4dfa-a9d6-8ea96ec2bd74" xsi:nil="true"/>
    <lcf76f155ced4ddcb4097134ff3c332f xmlns="68ea1b3f-799b-457e-8dac-0029d8b11e8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E8BFC7B19FD40AF8A569F68C729A0" ma:contentTypeVersion="15" ma:contentTypeDescription="Create a new document." ma:contentTypeScope="" ma:versionID="a3383bffb5f9cb4934d3aca45fd27875">
  <xsd:schema xmlns:xsd="http://www.w3.org/2001/XMLSchema" xmlns:xs="http://www.w3.org/2001/XMLSchema" xmlns:p="http://schemas.microsoft.com/office/2006/metadata/properties" xmlns:ns2="e68c12a0-292e-4dfa-a9d6-8ea96ec2bd74" xmlns:ns3="68ea1b3f-799b-457e-8dac-0029d8b11e83" targetNamespace="http://schemas.microsoft.com/office/2006/metadata/properties" ma:root="true" ma:fieldsID="5879d474d2bc22bdd07364a71a1d0080" ns2:_="" ns3:_="">
    <xsd:import namespace="e68c12a0-292e-4dfa-a9d6-8ea96ec2bd74"/>
    <xsd:import namespace="68ea1b3f-799b-457e-8dac-0029d8b11e8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c12a0-292e-4dfa-a9d6-8ea96ec2b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cbe98be-d684-48a0-8b6d-d309e2d54d26}" ma:internalName="TaxCatchAll" ma:showField="CatchAllData" ma:web="e68c12a0-292e-4dfa-a9d6-8ea96ec2b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ea1b3f-799b-457e-8dac-0029d8b11e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3c519a9-c13d-4740-8502-4cbfbfea3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7DC42B-B235-4949-B1F3-CF317EE8C6FA}">
  <ds:schemaRefs>
    <ds:schemaRef ds:uri="68ea1b3f-799b-457e-8dac-0029d8b11e83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e68c12a0-292e-4dfa-a9d6-8ea96ec2bd7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FF647C8-15C7-411C-85FA-E3E409A1B3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BE8CBF-B35D-46BE-9EE1-6F55436DC1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8c12a0-292e-4dfa-a9d6-8ea96ec2bd74"/>
    <ds:schemaRef ds:uri="68ea1b3f-799b-457e-8dac-0029d8b11e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cd8a103-d543-4248-b674-6a73234556fa}" enabled="1" method="Privileged" siteId="{5047bca2-da88-442e-a09a-d9b8af692ad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1747</Words>
  <Application>Microsoft Office PowerPoint</Application>
  <PresentationFormat>Widescreen</PresentationFormat>
  <Paragraphs>416</Paragraphs>
  <Slides>26</Slides>
  <Notes>25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Apax-Bold</vt:lpstr>
      <vt:lpstr>Apax-Thin</vt:lpstr>
      <vt:lpstr>Arial</vt:lpstr>
      <vt:lpstr>Verdana</vt:lpstr>
      <vt:lpstr>Forvia</vt:lpstr>
      <vt:lpstr>Title</vt:lpstr>
      <vt:lpstr>Title</vt:lpstr>
      <vt:lpstr>Title</vt:lpstr>
      <vt:lpstr>Title</vt:lpstr>
      <vt:lpstr>agenda</vt:lpstr>
      <vt:lpstr>agenda</vt:lpstr>
      <vt:lpstr>01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PowerPoint Presentation</vt:lpstr>
      <vt:lpstr>How to use</vt:lpstr>
      <vt:lpstr>Title</vt:lpstr>
      <vt:lpstr>How to use</vt:lpstr>
      <vt:lpstr>How to use</vt:lpstr>
    </vt:vector>
  </TitlesOfParts>
  <Manager>Forvia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>Forvia</dc:subject>
  <dc:creator>Molécules Graphiques</dc:creator>
  <cp:lastModifiedBy>MDALLA Mohamed Ala</cp:lastModifiedBy>
  <cp:revision>15</cp:revision>
  <dcterms:created xsi:type="dcterms:W3CDTF">2024-05-02T16:11:59Z</dcterms:created>
  <dcterms:modified xsi:type="dcterms:W3CDTF">2026-06-08T09:23:17Z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0x0101004A2E8BFC7B19FD40AF8A569F68C729A0</vt:lpwstr>
  </property>
</Properties>
</file>